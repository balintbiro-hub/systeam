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1" r:id="rId3"/>
    <p:sldId id="257" r:id="rId4"/>
    <p:sldId id="258" r:id="rId5"/>
    <p:sldId id="270" r:id="rId6"/>
    <p:sldId id="260" r:id="rId7"/>
    <p:sldId id="266" r:id="rId8"/>
    <p:sldId id="267" r:id="rId9"/>
    <p:sldId id="269" r:id="rId10"/>
    <p:sldId id="268" r:id="rId11"/>
    <p:sldId id="263" r:id="rId12"/>
    <p:sldId id="264" r:id="rId13"/>
    <p:sldId id="265" r:id="rId14"/>
    <p:sldId id="25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DB5DA4-5A93-8235-2CB7-FE92BAED39EE}" v="229" dt="2026-01-06T09:28:46.799"/>
    <p1510:client id="{F5ECD082-5A49-0AC8-DE9A-CD5A7A025F87}" v="155" dt="2026-01-06T10:47:11.1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zőke Kristóf" userId="S::pmszokri@perczel.tmszc.hu::352383ba-3d94-414c-80d4-a71cfa4ada9e" providerId="AD" clId="Web-{F5ECD082-5A49-0AC8-DE9A-CD5A7A025F87}"/>
    <pc:docChg chg="modSld">
      <pc:chgData name="Szőke Kristóf" userId="S::pmszokri@perczel.tmszc.hu::352383ba-3d94-414c-80d4-a71cfa4ada9e" providerId="AD" clId="Web-{F5ECD082-5A49-0AC8-DE9A-CD5A7A025F87}" dt="2026-01-06T10:50:53.730" v="154"/>
      <pc:docMkLst>
        <pc:docMk/>
      </pc:docMkLst>
      <pc:sldChg chg="modSp">
        <pc:chgData name="Szőke Kristóf" userId="S::pmszokri@perczel.tmszc.hu::352383ba-3d94-414c-80d4-a71cfa4ada9e" providerId="AD" clId="Web-{F5ECD082-5A49-0AC8-DE9A-CD5A7A025F87}" dt="2026-01-06T10:40:18.522" v="144" actId="20577"/>
        <pc:sldMkLst>
          <pc:docMk/>
          <pc:sldMk cId="759748806" sldId="258"/>
        </pc:sldMkLst>
        <pc:spChg chg="mod">
          <ac:chgData name="Szőke Kristóf" userId="S::pmszokri@perczel.tmszc.hu::352383ba-3d94-414c-80d4-a71cfa4ada9e" providerId="AD" clId="Web-{F5ECD082-5A49-0AC8-DE9A-CD5A7A025F87}" dt="2026-01-06T10:40:18.522" v="144" actId="20577"/>
          <ac:spMkLst>
            <pc:docMk/>
            <pc:sldMk cId="759748806" sldId="258"/>
            <ac:spMk id="3" creationId="{06CD59AB-6F63-C1CF-64C4-DE0C90F84913}"/>
          </ac:spMkLst>
        </pc:spChg>
      </pc:sldChg>
      <pc:sldChg chg="addSp delSp modSp mod setBg">
        <pc:chgData name="Szőke Kristóf" userId="S::pmszokri@perczel.tmszc.hu::352383ba-3d94-414c-80d4-a71cfa4ada9e" providerId="AD" clId="Web-{F5ECD082-5A49-0AC8-DE9A-CD5A7A025F87}" dt="2026-01-06T10:50:53.730" v="154"/>
        <pc:sldMkLst>
          <pc:docMk/>
          <pc:sldMk cId="2791164856" sldId="262"/>
        </pc:sldMkLst>
        <pc:spChg chg="mod">
          <ac:chgData name="Szőke Kristóf" userId="S::pmszokri@perczel.tmszc.hu::352383ba-3d94-414c-80d4-a71cfa4ada9e" providerId="AD" clId="Web-{F5ECD082-5A49-0AC8-DE9A-CD5A7A025F87}" dt="2026-01-06T10:50:53.730" v="154"/>
          <ac:spMkLst>
            <pc:docMk/>
            <pc:sldMk cId="2791164856" sldId="262"/>
            <ac:spMk id="2" creationId="{ABC8194D-FAD7-BC6C-1BCD-7B3245432F56}"/>
          </ac:spMkLst>
        </pc:spChg>
        <pc:spChg chg="add del mod">
          <ac:chgData name="Szőke Kristóf" userId="S::pmszokri@perczel.tmszc.hu::352383ba-3d94-414c-80d4-a71cfa4ada9e" providerId="AD" clId="Web-{F5ECD082-5A49-0AC8-DE9A-CD5A7A025F87}" dt="2026-01-06T10:46:27.016" v="146"/>
          <ac:spMkLst>
            <pc:docMk/>
            <pc:sldMk cId="2791164856" sldId="262"/>
            <ac:spMk id="4" creationId="{56A3469E-6117-D2C6-7C13-91A3C857CCB4}"/>
          </ac:spMkLst>
        </pc:spChg>
        <pc:spChg chg="ord">
          <ac:chgData name="Szőke Kristóf" userId="S::pmszokri@perczel.tmszc.hu::352383ba-3d94-414c-80d4-a71cfa4ada9e" providerId="AD" clId="Web-{F5ECD082-5A49-0AC8-DE9A-CD5A7A025F87}" dt="2026-01-06T10:50:53.730" v="154"/>
          <ac:spMkLst>
            <pc:docMk/>
            <pc:sldMk cId="2791164856" sldId="262"/>
            <ac:spMk id="8" creationId="{DF60717F-9BBC-B926-057B-16C6F0749BF0}"/>
          </ac:spMkLst>
        </pc:spChg>
        <pc:spChg chg="add">
          <ac:chgData name="Szőke Kristóf" userId="S::pmszokri@perczel.tmszc.hu::352383ba-3d94-414c-80d4-a71cfa4ada9e" providerId="AD" clId="Web-{F5ECD082-5A49-0AC8-DE9A-CD5A7A025F87}" dt="2026-01-06T10:50:53.730" v="154"/>
          <ac:spMkLst>
            <pc:docMk/>
            <pc:sldMk cId="2791164856" sldId="262"/>
            <ac:spMk id="12" creationId="{678C4427-031B-A477-12F3-C25759B3EF92}"/>
          </ac:spMkLst>
        </pc:spChg>
        <pc:spChg chg="add">
          <ac:chgData name="Szőke Kristóf" userId="S::pmszokri@perczel.tmszc.hu::352383ba-3d94-414c-80d4-a71cfa4ada9e" providerId="AD" clId="Web-{F5ECD082-5A49-0AC8-DE9A-CD5A7A025F87}" dt="2026-01-06T10:50:53.730" v="154"/>
          <ac:spMkLst>
            <pc:docMk/>
            <pc:sldMk cId="2791164856" sldId="262"/>
            <ac:spMk id="15" creationId="{B52D69C2-6C47-427C-AE60-582FE30B22A7}"/>
          </ac:spMkLst>
        </pc:spChg>
        <pc:spChg chg="add">
          <ac:chgData name="Szőke Kristóf" userId="S::pmszokri@perczel.tmszc.hu::352383ba-3d94-414c-80d4-a71cfa4ada9e" providerId="AD" clId="Web-{F5ECD082-5A49-0AC8-DE9A-CD5A7A025F87}" dt="2026-01-06T10:50:53.730" v="154"/>
          <ac:spMkLst>
            <pc:docMk/>
            <pc:sldMk cId="2791164856" sldId="262"/>
            <ac:spMk id="17" creationId="{E849FE61-12C4-4A06-A722-B545DE0C8A24}"/>
          </ac:spMkLst>
        </pc:spChg>
        <pc:spChg chg="add">
          <ac:chgData name="Szőke Kristóf" userId="S::pmszokri@perczel.tmszc.hu::352383ba-3d94-414c-80d4-a71cfa4ada9e" providerId="AD" clId="Web-{F5ECD082-5A49-0AC8-DE9A-CD5A7A025F87}" dt="2026-01-06T10:50:53.730" v="154"/>
          <ac:spMkLst>
            <pc:docMk/>
            <pc:sldMk cId="2791164856" sldId="262"/>
            <ac:spMk id="19" creationId="{7FB12D8C-572F-4417-9FE1-D691A132F69F}"/>
          </ac:spMkLst>
        </pc:spChg>
        <pc:picChg chg="del">
          <ac:chgData name="Szőke Kristóf" userId="S::pmszokri@perczel.tmszc.hu::352383ba-3d94-414c-80d4-a71cfa4ada9e" providerId="AD" clId="Web-{F5ECD082-5A49-0AC8-DE9A-CD5A7A025F87}" dt="2026-01-06T10:46:25.656" v="145"/>
          <ac:picMkLst>
            <pc:docMk/>
            <pc:sldMk cId="2791164856" sldId="262"/>
            <ac:picMk id="5" creationId="{EE3620BB-92B9-DD90-84CE-1AD5E862ABDD}"/>
          </ac:picMkLst>
        </pc:picChg>
        <pc:picChg chg="add mod ord">
          <ac:chgData name="Szőke Kristóf" userId="S::pmszokri@perczel.tmszc.hu::352383ba-3d94-414c-80d4-a71cfa4ada9e" providerId="AD" clId="Web-{F5ECD082-5A49-0AC8-DE9A-CD5A7A025F87}" dt="2026-01-06T10:50:53.730" v="154"/>
          <ac:picMkLst>
            <pc:docMk/>
            <pc:sldMk cId="2791164856" sldId="262"/>
            <ac:picMk id="6" creationId="{286AB106-7A8C-8DC7-6011-5CB48EBDD422}"/>
          </ac:picMkLst>
        </pc:picChg>
        <pc:picChg chg="mod">
          <ac:chgData name="Szőke Kristóf" userId="S::pmszokri@perczel.tmszc.hu::352383ba-3d94-414c-80d4-a71cfa4ada9e" providerId="AD" clId="Web-{F5ECD082-5A49-0AC8-DE9A-CD5A7A025F87}" dt="2026-01-06T10:50:53.730" v="154"/>
          <ac:picMkLst>
            <pc:docMk/>
            <pc:sldMk cId="2791164856" sldId="262"/>
            <ac:picMk id="7" creationId="{34D4C731-E5F6-7326-B9F9-347042D0BC58}"/>
          </ac:picMkLst>
        </pc:picChg>
      </pc:sldChg>
    </pc:docChg>
  </pc:docChgLst>
  <pc:docChgLst>
    <pc:chgData name="Bíró Bálint" userId="S::pmbirbal@perczel.tmszc.hu::f78c7aaf-7a43-4da5-817f-3a4eadd25643" providerId="AD" clId="Web-{B5DB5DA4-5A93-8235-2CB7-FE92BAED39EE}"/>
    <pc:docChg chg="addSld modSld">
      <pc:chgData name="Bíró Bálint" userId="S::pmbirbal@perczel.tmszc.hu::f78c7aaf-7a43-4da5-817f-3a4eadd25643" providerId="AD" clId="Web-{B5DB5DA4-5A93-8235-2CB7-FE92BAED39EE}" dt="2026-01-06T09:28:46.799" v="231" actId="1076"/>
      <pc:docMkLst>
        <pc:docMk/>
      </pc:docMkLst>
      <pc:sldChg chg="modSp">
        <pc:chgData name="Bíró Bálint" userId="S::pmbirbal@perczel.tmszc.hu::f78c7aaf-7a43-4da5-817f-3a4eadd25643" providerId="AD" clId="Web-{B5DB5DA4-5A93-8235-2CB7-FE92BAED39EE}" dt="2026-01-06T09:13:13.352" v="9" actId="20577"/>
        <pc:sldMkLst>
          <pc:docMk/>
          <pc:sldMk cId="2217155473" sldId="256"/>
        </pc:sldMkLst>
        <pc:spChg chg="mod">
          <ac:chgData name="Bíró Bálint" userId="S::pmbirbal@perczel.tmszc.hu::f78c7aaf-7a43-4da5-817f-3a4eadd25643" providerId="AD" clId="Web-{B5DB5DA4-5A93-8235-2CB7-FE92BAED39EE}" dt="2026-01-06T09:13:13.352" v="9" actId="20577"/>
          <ac:spMkLst>
            <pc:docMk/>
            <pc:sldMk cId="2217155473" sldId="256"/>
            <ac:spMk id="3" creationId="{F0FC7F3D-D4B1-CD9B-5373-5C3F3FB25FB0}"/>
          </ac:spMkLst>
        </pc:spChg>
      </pc:sldChg>
      <pc:sldChg chg="addSp delSp modSp mod setBg setClrOvrMap">
        <pc:chgData name="Bíró Bálint" userId="S::pmbirbal@perczel.tmszc.hu::f78c7aaf-7a43-4da5-817f-3a4eadd25643" providerId="AD" clId="Web-{B5DB5DA4-5A93-8235-2CB7-FE92BAED39EE}" dt="2026-01-06T09:19:59.806" v="15" actId="1076"/>
        <pc:sldMkLst>
          <pc:docMk/>
          <pc:sldMk cId="924471978" sldId="257"/>
        </pc:sldMkLst>
        <pc:spChg chg="mod">
          <ac:chgData name="Bíró Bálint" userId="S::pmbirbal@perczel.tmszc.hu::f78c7aaf-7a43-4da5-817f-3a4eadd25643" providerId="AD" clId="Web-{B5DB5DA4-5A93-8235-2CB7-FE92BAED39EE}" dt="2026-01-06T09:19:52.805" v="13"/>
          <ac:spMkLst>
            <pc:docMk/>
            <pc:sldMk cId="924471978" sldId="257"/>
            <ac:spMk id="2" creationId="{9F78A9B4-B6C4-B143-A5DB-78EB841F2883}"/>
          </ac:spMkLst>
        </pc:spChg>
        <pc:spChg chg="mod ord">
          <ac:chgData name="Bíró Bálint" userId="S::pmbirbal@perczel.tmszc.hu::f78c7aaf-7a43-4da5-817f-3a4eadd25643" providerId="AD" clId="Web-{B5DB5DA4-5A93-8235-2CB7-FE92BAED39EE}" dt="2026-01-06T09:19:52.805" v="13"/>
          <ac:spMkLst>
            <pc:docMk/>
            <pc:sldMk cId="924471978" sldId="257"/>
            <ac:spMk id="3" creationId="{34FEA64F-B223-BAC5-DCDB-9F6AC357FB2B}"/>
          </ac:spMkLst>
        </pc:spChg>
        <pc:spChg chg="add">
          <ac:chgData name="Bíró Bálint" userId="S::pmbirbal@perczel.tmszc.hu::f78c7aaf-7a43-4da5-817f-3a4eadd25643" providerId="AD" clId="Web-{B5DB5DA4-5A93-8235-2CB7-FE92BAED39EE}" dt="2026-01-06T09:19:52.805" v="13"/>
          <ac:spMkLst>
            <pc:docMk/>
            <pc:sldMk cId="924471978" sldId="257"/>
            <ac:spMk id="11" creationId="{B4AAD3FD-83A5-4B89-9F8F-01B8870865BE}"/>
          </ac:spMkLst>
        </pc:spChg>
        <pc:spChg chg="add">
          <ac:chgData name="Bíró Bálint" userId="S::pmbirbal@perczel.tmszc.hu::f78c7aaf-7a43-4da5-817f-3a4eadd25643" providerId="AD" clId="Web-{B5DB5DA4-5A93-8235-2CB7-FE92BAED39EE}" dt="2026-01-06T09:19:52.805" v="13"/>
          <ac:spMkLst>
            <pc:docMk/>
            <pc:sldMk cId="924471978" sldId="257"/>
            <ac:spMk id="13" creationId="{61752F1D-FC0F-4103-9584-630E643CCDA6}"/>
          </ac:spMkLst>
        </pc:spChg>
        <pc:spChg chg="add">
          <ac:chgData name="Bíró Bálint" userId="S::pmbirbal@perczel.tmszc.hu::f78c7aaf-7a43-4da5-817f-3a4eadd25643" providerId="AD" clId="Web-{B5DB5DA4-5A93-8235-2CB7-FE92BAED39EE}" dt="2026-01-06T09:19:52.805" v="13"/>
          <ac:spMkLst>
            <pc:docMk/>
            <pc:sldMk cId="924471978" sldId="257"/>
            <ac:spMk id="15" creationId="{70151CB7-E7DE-4917-B831-01DF9CE01306}"/>
          </ac:spMkLst>
        </pc:spChg>
        <pc:spChg chg="add">
          <ac:chgData name="Bíró Bálint" userId="S::pmbirbal@perczel.tmszc.hu::f78c7aaf-7a43-4da5-817f-3a4eadd25643" providerId="AD" clId="Web-{B5DB5DA4-5A93-8235-2CB7-FE92BAED39EE}" dt="2026-01-06T09:19:52.805" v="13"/>
          <ac:spMkLst>
            <pc:docMk/>
            <pc:sldMk cId="924471978" sldId="257"/>
            <ac:spMk id="17" creationId="{A92A1116-1C84-41DF-B803-1F7B0883EC82}"/>
          </ac:spMkLst>
        </pc:spChg>
        <pc:picChg chg="del">
          <ac:chgData name="Bíró Bálint" userId="S::pmbirbal@perczel.tmszc.hu::f78c7aaf-7a43-4da5-817f-3a4eadd25643" providerId="AD" clId="Web-{B5DB5DA4-5A93-8235-2CB7-FE92BAED39EE}" dt="2026-01-06T09:19:22.174" v="10"/>
          <ac:picMkLst>
            <pc:docMk/>
            <pc:sldMk cId="924471978" sldId="257"/>
            <ac:picMk id="5" creationId="{AEA7A936-2E30-9927-85DD-E97ED2C57AB8}"/>
          </ac:picMkLst>
        </pc:picChg>
        <pc:picChg chg="add mod">
          <ac:chgData name="Bíró Bálint" userId="S::pmbirbal@perczel.tmszc.hu::f78c7aaf-7a43-4da5-817f-3a4eadd25643" providerId="AD" clId="Web-{B5DB5DA4-5A93-8235-2CB7-FE92BAED39EE}" dt="2026-01-06T09:19:59.806" v="15" actId="1076"/>
          <ac:picMkLst>
            <pc:docMk/>
            <pc:sldMk cId="924471978" sldId="257"/>
            <ac:picMk id="6" creationId="{2EF7512B-9D42-4475-1A35-F23B82C54850}"/>
          </ac:picMkLst>
        </pc:picChg>
      </pc:sldChg>
      <pc:sldChg chg="addSp delSp modSp mod setBg">
        <pc:chgData name="Bíró Bálint" userId="S::pmbirbal@perczel.tmszc.hu::f78c7aaf-7a43-4da5-817f-3a4eadd25643" providerId="AD" clId="Web-{B5DB5DA4-5A93-8235-2CB7-FE92BAED39EE}" dt="2026-01-06T09:22:54.212" v="44"/>
        <pc:sldMkLst>
          <pc:docMk/>
          <pc:sldMk cId="759748806" sldId="258"/>
        </pc:sldMkLst>
        <pc:spChg chg="mod">
          <ac:chgData name="Bíró Bálint" userId="S::pmbirbal@perczel.tmszc.hu::f78c7aaf-7a43-4da5-817f-3a4eadd25643" providerId="AD" clId="Web-{B5DB5DA4-5A93-8235-2CB7-FE92BAED39EE}" dt="2026-01-06T09:22:54.212" v="44"/>
          <ac:spMkLst>
            <pc:docMk/>
            <pc:sldMk cId="759748806" sldId="258"/>
            <ac:spMk id="2" creationId="{EB9CD8B1-74C3-48CF-01CE-2C7CCE24EF09}"/>
          </ac:spMkLst>
        </pc:spChg>
        <pc:spChg chg="mod ord">
          <ac:chgData name="Bíró Bálint" userId="S::pmbirbal@perczel.tmszc.hu::f78c7aaf-7a43-4da5-817f-3a4eadd25643" providerId="AD" clId="Web-{B5DB5DA4-5A93-8235-2CB7-FE92BAED39EE}" dt="2026-01-06T09:22:54.212" v="44"/>
          <ac:spMkLst>
            <pc:docMk/>
            <pc:sldMk cId="759748806" sldId="258"/>
            <ac:spMk id="3" creationId="{06CD59AB-6F63-C1CF-64C4-DE0C90F84913}"/>
          </ac:spMkLst>
        </pc:spChg>
        <pc:picChg chg="del">
          <ac:chgData name="Bíró Bálint" userId="S::pmbirbal@perczel.tmszc.hu::f78c7aaf-7a43-4da5-817f-3a4eadd25643" providerId="AD" clId="Web-{B5DB5DA4-5A93-8235-2CB7-FE92BAED39EE}" dt="2026-01-06T09:22:09.897" v="18"/>
          <ac:picMkLst>
            <pc:docMk/>
            <pc:sldMk cId="759748806" sldId="258"/>
            <ac:picMk id="4" creationId="{A9236C3B-E117-9217-89EE-807F497E651A}"/>
          </ac:picMkLst>
        </pc:picChg>
        <pc:picChg chg="add mod">
          <ac:chgData name="Bíró Bálint" userId="S::pmbirbal@perczel.tmszc.hu::f78c7aaf-7a43-4da5-817f-3a4eadd25643" providerId="AD" clId="Web-{B5DB5DA4-5A93-8235-2CB7-FE92BAED39EE}" dt="2026-01-06T09:22:54.212" v="44"/>
          <ac:picMkLst>
            <pc:docMk/>
            <pc:sldMk cId="759748806" sldId="258"/>
            <ac:picMk id="5" creationId="{5A6D1294-DA6D-3FE6-821B-A6D21F0F1CA5}"/>
          </ac:picMkLst>
        </pc:picChg>
      </pc:sldChg>
      <pc:sldChg chg="addSp delSp modSp mod setBg setClrOvrMap">
        <pc:chgData name="Bíró Bálint" userId="S::pmbirbal@perczel.tmszc.hu::f78c7aaf-7a43-4da5-817f-3a4eadd25643" providerId="AD" clId="Web-{B5DB5DA4-5A93-8235-2CB7-FE92BAED39EE}" dt="2026-01-06T09:24:17.527" v="66" actId="1076"/>
        <pc:sldMkLst>
          <pc:docMk/>
          <pc:sldMk cId="292292407" sldId="260"/>
        </pc:sldMkLst>
        <pc:spChg chg="mod">
          <ac:chgData name="Bíró Bálint" userId="S::pmbirbal@perczel.tmszc.hu::f78c7aaf-7a43-4da5-817f-3a4eadd25643" providerId="AD" clId="Web-{B5DB5DA4-5A93-8235-2CB7-FE92BAED39EE}" dt="2026-01-06T09:23:49.323" v="62"/>
          <ac:spMkLst>
            <pc:docMk/>
            <pc:sldMk cId="292292407" sldId="260"/>
            <ac:spMk id="2" creationId="{6DE1AA4F-18C7-6688-E3EB-A18BB8DAA200}"/>
          </ac:spMkLst>
        </pc:spChg>
        <pc:spChg chg="mod ord">
          <ac:chgData name="Bíró Bálint" userId="S::pmbirbal@perczel.tmszc.hu::f78c7aaf-7a43-4da5-817f-3a4eadd25643" providerId="AD" clId="Web-{B5DB5DA4-5A93-8235-2CB7-FE92BAED39EE}" dt="2026-01-06T09:23:49.323" v="62"/>
          <ac:spMkLst>
            <pc:docMk/>
            <pc:sldMk cId="292292407" sldId="260"/>
            <ac:spMk id="3" creationId="{357738CE-763E-CF06-54AD-01CC4FEB2144}"/>
          </ac:spMkLst>
        </pc:spChg>
        <pc:spChg chg="add">
          <ac:chgData name="Bíró Bálint" userId="S::pmbirbal@perczel.tmszc.hu::f78c7aaf-7a43-4da5-817f-3a4eadd25643" providerId="AD" clId="Web-{B5DB5DA4-5A93-8235-2CB7-FE92BAED39EE}" dt="2026-01-06T09:23:49.323" v="62"/>
          <ac:spMkLst>
            <pc:docMk/>
            <pc:sldMk cId="292292407" sldId="260"/>
            <ac:spMk id="10" creationId="{B4AAD3FD-83A5-4B89-9F8F-01B8870865BE}"/>
          </ac:spMkLst>
        </pc:spChg>
        <pc:spChg chg="add">
          <ac:chgData name="Bíró Bálint" userId="S::pmbirbal@perczel.tmszc.hu::f78c7aaf-7a43-4da5-817f-3a4eadd25643" providerId="AD" clId="Web-{B5DB5DA4-5A93-8235-2CB7-FE92BAED39EE}" dt="2026-01-06T09:23:49.323" v="62"/>
          <ac:spMkLst>
            <pc:docMk/>
            <pc:sldMk cId="292292407" sldId="260"/>
            <ac:spMk id="12" creationId="{61752F1D-FC0F-4103-9584-630E643CCDA6}"/>
          </ac:spMkLst>
        </pc:spChg>
        <pc:spChg chg="add">
          <ac:chgData name="Bíró Bálint" userId="S::pmbirbal@perczel.tmszc.hu::f78c7aaf-7a43-4da5-817f-3a4eadd25643" providerId="AD" clId="Web-{B5DB5DA4-5A93-8235-2CB7-FE92BAED39EE}" dt="2026-01-06T09:23:49.323" v="62"/>
          <ac:spMkLst>
            <pc:docMk/>
            <pc:sldMk cId="292292407" sldId="260"/>
            <ac:spMk id="14" creationId="{70151CB7-E7DE-4917-B831-01DF9CE01306}"/>
          </ac:spMkLst>
        </pc:spChg>
        <pc:spChg chg="add">
          <ac:chgData name="Bíró Bálint" userId="S::pmbirbal@perczel.tmszc.hu::f78c7aaf-7a43-4da5-817f-3a4eadd25643" providerId="AD" clId="Web-{B5DB5DA4-5A93-8235-2CB7-FE92BAED39EE}" dt="2026-01-06T09:23:49.323" v="62"/>
          <ac:spMkLst>
            <pc:docMk/>
            <pc:sldMk cId="292292407" sldId="260"/>
            <ac:spMk id="16" creationId="{A92A1116-1C84-41DF-B803-1F7B0883EC82}"/>
          </ac:spMkLst>
        </pc:spChg>
        <pc:picChg chg="del">
          <ac:chgData name="Bíró Bálint" userId="S::pmbirbal@perczel.tmszc.hu::f78c7aaf-7a43-4da5-817f-3a4eadd25643" providerId="AD" clId="Web-{B5DB5DA4-5A93-8235-2CB7-FE92BAED39EE}" dt="2026-01-06T09:23:44.589" v="60"/>
          <ac:picMkLst>
            <pc:docMk/>
            <pc:sldMk cId="292292407" sldId="260"/>
            <ac:picMk id="4" creationId="{6CE693D3-B72A-4EE8-0595-1FE53E414FE8}"/>
          </ac:picMkLst>
        </pc:picChg>
        <pc:picChg chg="add del mod">
          <ac:chgData name="Bíró Bálint" userId="S::pmbirbal@perczel.tmszc.hu::f78c7aaf-7a43-4da5-817f-3a4eadd25643" providerId="AD" clId="Web-{B5DB5DA4-5A93-8235-2CB7-FE92BAED39EE}" dt="2026-01-06T09:23:56.183" v="64"/>
          <ac:picMkLst>
            <pc:docMk/>
            <pc:sldMk cId="292292407" sldId="260"/>
            <ac:picMk id="5" creationId="{444E3333-477A-0CD4-93C6-B6653BDB904E}"/>
          </ac:picMkLst>
        </pc:picChg>
        <pc:picChg chg="add mod">
          <ac:chgData name="Bíró Bálint" userId="S::pmbirbal@perczel.tmszc.hu::f78c7aaf-7a43-4da5-817f-3a4eadd25643" providerId="AD" clId="Web-{B5DB5DA4-5A93-8235-2CB7-FE92BAED39EE}" dt="2026-01-06T09:24:17.527" v="66" actId="1076"/>
          <ac:picMkLst>
            <pc:docMk/>
            <pc:sldMk cId="292292407" sldId="260"/>
            <ac:picMk id="6" creationId="{AFC0B734-4FAB-175F-DB10-4E590C72AFAF}"/>
          </ac:picMkLst>
        </pc:picChg>
      </pc:sldChg>
      <pc:sldChg chg="addSp delSp modSp mod setBg">
        <pc:chgData name="Bíró Bálint" userId="S::pmbirbal@perczel.tmszc.hu::f78c7aaf-7a43-4da5-817f-3a4eadd25643" providerId="AD" clId="Web-{B5DB5DA4-5A93-8235-2CB7-FE92BAED39EE}" dt="2026-01-06T09:20:11.292" v="17"/>
        <pc:sldMkLst>
          <pc:docMk/>
          <pc:sldMk cId="1402858700" sldId="261"/>
        </pc:sldMkLst>
        <pc:spChg chg="mod">
          <ac:chgData name="Bíró Bálint" userId="S::pmbirbal@perczel.tmszc.hu::f78c7aaf-7a43-4da5-817f-3a4eadd25643" providerId="AD" clId="Web-{B5DB5DA4-5A93-8235-2CB7-FE92BAED39EE}" dt="2026-01-06T09:20:11.292" v="17"/>
          <ac:spMkLst>
            <pc:docMk/>
            <pc:sldMk cId="1402858700" sldId="261"/>
            <ac:spMk id="2" creationId="{ECAAB136-F220-5D11-D9E1-D851A348CF13}"/>
          </ac:spMkLst>
        </pc:spChg>
        <pc:spChg chg="mod">
          <ac:chgData name="Bíró Bálint" userId="S::pmbirbal@perczel.tmszc.hu::f78c7aaf-7a43-4da5-817f-3a4eadd25643" providerId="AD" clId="Web-{B5DB5DA4-5A93-8235-2CB7-FE92BAED39EE}" dt="2026-01-06T09:20:11.292" v="17"/>
          <ac:spMkLst>
            <pc:docMk/>
            <pc:sldMk cId="1402858700" sldId="261"/>
            <ac:spMk id="3" creationId="{1144816E-DE1F-33F8-C2A0-AA12AFDCC993}"/>
          </ac:spMkLst>
        </pc:spChg>
        <pc:spChg chg="add">
          <ac:chgData name="Bíró Bálint" userId="S::pmbirbal@perczel.tmszc.hu::f78c7aaf-7a43-4da5-817f-3a4eadd25643" providerId="AD" clId="Web-{B5DB5DA4-5A93-8235-2CB7-FE92BAED39EE}" dt="2026-01-06T09:20:11.292" v="17"/>
          <ac:spMkLst>
            <pc:docMk/>
            <pc:sldMk cId="1402858700" sldId="261"/>
            <ac:spMk id="8" creationId="{923E8915-D2AA-4327-A45A-972C3CA9574B}"/>
          </ac:spMkLst>
        </pc:spChg>
        <pc:spChg chg="add">
          <ac:chgData name="Bíró Bálint" userId="S::pmbirbal@perczel.tmszc.hu::f78c7aaf-7a43-4da5-817f-3a4eadd25643" providerId="AD" clId="Web-{B5DB5DA4-5A93-8235-2CB7-FE92BAED39EE}" dt="2026-01-06T09:20:11.292" v="17"/>
          <ac:spMkLst>
            <pc:docMk/>
            <pc:sldMk cId="1402858700" sldId="261"/>
            <ac:spMk id="10" creationId="{8302FC3C-9804-4950-B721-5FD704BA6065}"/>
          </ac:spMkLst>
        </pc:spChg>
        <pc:spChg chg="add">
          <ac:chgData name="Bíró Bálint" userId="S::pmbirbal@perczel.tmszc.hu::f78c7aaf-7a43-4da5-817f-3a4eadd25643" providerId="AD" clId="Web-{B5DB5DA4-5A93-8235-2CB7-FE92BAED39EE}" dt="2026-01-06T09:20:11.292" v="17"/>
          <ac:spMkLst>
            <pc:docMk/>
            <pc:sldMk cId="1402858700" sldId="261"/>
            <ac:spMk id="16" creationId="{F3798573-F27B-47EB-8EA4-7EE34954C2D6}"/>
          </ac:spMkLst>
        </pc:spChg>
        <pc:picChg chg="del">
          <ac:chgData name="Bíró Bálint" userId="S::pmbirbal@perczel.tmszc.hu::f78c7aaf-7a43-4da5-817f-3a4eadd25643" providerId="AD" clId="Web-{B5DB5DA4-5A93-8235-2CB7-FE92BAED39EE}" dt="2026-01-06T09:20:08.229" v="16"/>
          <ac:picMkLst>
            <pc:docMk/>
            <pc:sldMk cId="1402858700" sldId="261"/>
            <ac:picMk id="5" creationId="{FDFB16B4-DC19-E7BF-D6EB-99431CE45740}"/>
          </ac:picMkLst>
        </pc:picChg>
        <pc:picChg chg="add">
          <ac:chgData name="Bíró Bálint" userId="S::pmbirbal@perczel.tmszc.hu::f78c7aaf-7a43-4da5-817f-3a4eadd25643" providerId="AD" clId="Web-{B5DB5DA4-5A93-8235-2CB7-FE92BAED39EE}" dt="2026-01-06T09:20:11.292" v="17"/>
          <ac:picMkLst>
            <pc:docMk/>
            <pc:sldMk cId="1402858700" sldId="261"/>
            <ac:picMk id="14" creationId="{3BC6EBB2-9BDC-4075-BA6B-43A9FBF9C86C}"/>
          </ac:picMkLst>
        </pc:picChg>
        <pc:cxnChg chg="add">
          <ac:chgData name="Bíró Bálint" userId="S::pmbirbal@perczel.tmszc.hu::f78c7aaf-7a43-4da5-817f-3a4eadd25643" providerId="AD" clId="Web-{B5DB5DA4-5A93-8235-2CB7-FE92BAED39EE}" dt="2026-01-06T09:20:11.292" v="17"/>
          <ac:cxnSpMkLst>
            <pc:docMk/>
            <pc:sldMk cId="1402858700" sldId="261"/>
            <ac:cxnSpMk id="12" creationId="{6B9695BD-ECF6-49CA-8877-8C493193C65D}"/>
          </ac:cxnSpMkLst>
        </pc:cxnChg>
      </pc:sldChg>
      <pc:sldChg chg="addSp delSp modSp new mod setBg setClrOvrMap">
        <pc:chgData name="Bíró Bálint" userId="S::pmbirbal@perczel.tmszc.hu::f78c7aaf-7a43-4da5-817f-3a4eadd25643" providerId="AD" clId="Web-{B5DB5DA4-5A93-8235-2CB7-FE92BAED39EE}" dt="2026-01-06T09:26:55.953" v="136" actId="14100"/>
        <pc:sldMkLst>
          <pc:docMk/>
          <pc:sldMk cId="4283856356" sldId="266"/>
        </pc:sldMkLst>
        <pc:spChg chg="mod">
          <ac:chgData name="Bíró Bálint" userId="S::pmbirbal@perczel.tmszc.hu::f78c7aaf-7a43-4da5-817f-3a4eadd25643" providerId="AD" clId="Web-{B5DB5DA4-5A93-8235-2CB7-FE92BAED39EE}" dt="2026-01-06T09:26:26.655" v="131"/>
          <ac:spMkLst>
            <pc:docMk/>
            <pc:sldMk cId="4283856356" sldId="266"/>
            <ac:spMk id="2" creationId="{5F89E10A-42A5-B321-5715-010BEF21ED58}"/>
          </ac:spMkLst>
        </pc:spChg>
        <pc:spChg chg="del">
          <ac:chgData name="Bíró Bálint" userId="S::pmbirbal@perczel.tmszc.hu::f78c7aaf-7a43-4da5-817f-3a4eadd25643" providerId="AD" clId="Web-{B5DB5DA4-5A93-8235-2CB7-FE92BAED39EE}" dt="2026-01-06T09:25:44.311" v="86"/>
          <ac:spMkLst>
            <pc:docMk/>
            <pc:sldMk cId="4283856356" sldId="266"/>
            <ac:spMk id="3" creationId="{4ABA7C28-3247-F4B1-5199-BDD4DAAE4371}"/>
          </ac:spMkLst>
        </pc:spChg>
        <pc:spChg chg="add del">
          <ac:chgData name="Bíró Bálint" userId="S::pmbirbal@perczel.tmszc.hu::f78c7aaf-7a43-4da5-817f-3a4eadd25643" providerId="AD" clId="Web-{B5DB5DA4-5A93-8235-2CB7-FE92BAED39EE}" dt="2026-01-06T09:26:02.436" v="88"/>
          <ac:spMkLst>
            <pc:docMk/>
            <pc:sldMk cId="4283856356" sldId="266"/>
            <ac:spMk id="8" creationId="{599B9FCC-6563-5D39-F268-82AD2935ABC1}"/>
          </ac:spMkLst>
        </pc:spChg>
        <pc:spChg chg="add del">
          <ac:chgData name="Bíró Bálint" userId="S::pmbirbal@perczel.tmszc.hu::f78c7aaf-7a43-4da5-817f-3a4eadd25643" providerId="AD" clId="Web-{B5DB5DA4-5A93-8235-2CB7-FE92BAED39EE}" dt="2026-01-06T09:26:04.842" v="90"/>
          <ac:spMkLst>
            <pc:docMk/>
            <pc:sldMk cId="4283856356" sldId="266"/>
            <ac:spMk id="10" creationId="{24E9536E-F7F8-E05F-064E-C644F083359A}"/>
          </ac:spMkLst>
        </pc:spChg>
        <pc:spChg chg="add del">
          <ac:chgData name="Bíró Bálint" userId="S::pmbirbal@perczel.tmszc.hu::f78c7aaf-7a43-4da5-817f-3a4eadd25643" providerId="AD" clId="Web-{B5DB5DA4-5A93-8235-2CB7-FE92BAED39EE}" dt="2026-01-06T09:26:04.842" v="90"/>
          <ac:spMkLst>
            <pc:docMk/>
            <pc:sldMk cId="4283856356" sldId="266"/>
            <ac:spMk id="11" creationId="{EE4E366E-272A-409E-840F-9A6A64A9E3FF}"/>
          </ac:spMkLst>
        </pc:spChg>
        <pc:spChg chg="add del">
          <ac:chgData name="Bíró Bálint" userId="S::pmbirbal@perczel.tmszc.hu::f78c7aaf-7a43-4da5-817f-3a4eadd25643" providerId="AD" clId="Web-{B5DB5DA4-5A93-8235-2CB7-FE92BAED39EE}" dt="2026-01-06T09:26:04.842" v="90"/>
          <ac:spMkLst>
            <pc:docMk/>
            <pc:sldMk cId="4283856356" sldId="266"/>
            <ac:spMk id="13" creationId="{A721560C-E4AB-4287-A29C-3F6916794CB9}"/>
          </ac:spMkLst>
        </pc:spChg>
        <pc:spChg chg="add del">
          <ac:chgData name="Bíró Bálint" userId="S::pmbirbal@perczel.tmszc.hu::f78c7aaf-7a43-4da5-817f-3a4eadd25643" providerId="AD" clId="Web-{B5DB5DA4-5A93-8235-2CB7-FE92BAED39EE}" dt="2026-01-06T09:26:04.842" v="90"/>
          <ac:spMkLst>
            <pc:docMk/>
            <pc:sldMk cId="4283856356" sldId="266"/>
            <ac:spMk id="15" creationId="{DF6CFF07-D953-4F9C-9A0E-E0A6AACB6158}"/>
          </ac:spMkLst>
        </pc:spChg>
        <pc:spChg chg="add del">
          <ac:chgData name="Bíró Bálint" userId="S::pmbirbal@perczel.tmszc.hu::f78c7aaf-7a43-4da5-817f-3a4eadd25643" providerId="AD" clId="Web-{B5DB5DA4-5A93-8235-2CB7-FE92BAED39EE}" dt="2026-01-06T09:26:04.842" v="90"/>
          <ac:spMkLst>
            <pc:docMk/>
            <pc:sldMk cId="4283856356" sldId="266"/>
            <ac:spMk id="17" creationId="{DAA4FEEE-0B5F-41BF-825D-60F9FB089568}"/>
          </ac:spMkLst>
        </pc:spChg>
        <pc:spChg chg="add del">
          <ac:chgData name="Bíró Bálint" userId="S::pmbirbal@perczel.tmszc.hu::f78c7aaf-7a43-4da5-817f-3a4eadd25643" providerId="AD" clId="Web-{B5DB5DA4-5A93-8235-2CB7-FE92BAED39EE}" dt="2026-01-06T09:26:08.092" v="92"/>
          <ac:spMkLst>
            <pc:docMk/>
            <pc:sldMk cId="4283856356" sldId="266"/>
            <ac:spMk id="19" creationId="{DE4D62F9-188E-4530-84C2-24BDEE4BEB82}"/>
          </ac:spMkLst>
        </pc:spChg>
        <pc:spChg chg="add del">
          <ac:chgData name="Bíró Bálint" userId="S::pmbirbal@perczel.tmszc.hu::f78c7aaf-7a43-4da5-817f-3a4eadd25643" providerId="AD" clId="Web-{B5DB5DA4-5A93-8235-2CB7-FE92BAED39EE}" dt="2026-01-06T09:26:08.092" v="92"/>
          <ac:spMkLst>
            <pc:docMk/>
            <pc:sldMk cId="4283856356" sldId="266"/>
            <ac:spMk id="21" creationId="{757B325C-3E35-45CF-9D07-3BCB281F3B9C}"/>
          </ac:spMkLst>
        </pc:spChg>
        <pc:spChg chg="add del">
          <ac:chgData name="Bíró Bálint" userId="S::pmbirbal@perczel.tmszc.hu::f78c7aaf-7a43-4da5-817f-3a4eadd25643" providerId="AD" clId="Web-{B5DB5DA4-5A93-8235-2CB7-FE92BAED39EE}" dt="2026-01-06T09:26:08.092" v="92"/>
          <ac:spMkLst>
            <pc:docMk/>
            <pc:sldMk cId="4283856356" sldId="266"/>
            <ac:spMk id="22" creationId="{4AC0CD9D-7610-4620-93B4-798CCD9AB581}"/>
          </ac:spMkLst>
        </pc:spChg>
        <pc:spChg chg="add del">
          <ac:chgData name="Bíró Bálint" userId="S::pmbirbal@perczel.tmszc.hu::f78c7aaf-7a43-4da5-817f-3a4eadd25643" providerId="AD" clId="Web-{B5DB5DA4-5A93-8235-2CB7-FE92BAED39EE}" dt="2026-01-06T09:26:08.092" v="92"/>
          <ac:spMkLst>
            <pc:docMk/>
            <pc:sldMk cId="4283856356" sldId="266"/>
            <ac:spMk id="23" creationId="{C24BEC42-AFF3-40D1-93A2-A27A42E1E23C}"/>
          </ac:spMkLst>
        </pc:spChg>
        <pc:spChg chg="add del">
          <ac:chgData name="Bíró Bálint" userId="S::pmbirbal@perczel.tmszc.hu::f78c7aaf-7a43-4da5-817f-3a4eadd25643" providerId="AD" clId="Web-{B5DB5DA4-5A93-8235-2CB7-FE92BAED39EE}" dt="2026-01-06T09:26:08.092" v="92"/>
          <ac:spMkLst>
            <pc:docMk/>
            <pc:sldMk cId="4283856356" sldId="266"/>
            <ac:spMk id="25" creationId="{608F427C-1EC9-4280-9367-F2B3AA063E82}"/>
          </ac:spMkLst>
        </pc:spChg>
        <pc:spChg chg="add del">
          <ac:chgData name="Bíró Bálint" userId="S::pmbirbal@perczel.tmszc.hu::f78c7aaf-7a43-4da5-817f-3a4eadd25643" providerId="AD" clId="Web-{B5DB5DA4-5A93-8235-2CB7-FE92BAED39EE}" dt="2026-01-06T09:26:08.092" v="92"/>
          <ac:spMkLst>
            <pc:docMk/>
            <pc:sldMk cId="4283856356" sldId="266"/>
            <ac:spMk id="27" creationId="{F98810A7-E114-447A-A7D6-69B27CFB5650}"/>
          </ac:spMkLst>
        </pc:spChg>
        <pc:spChg chg="add mod ord">
          <ac:chgData name="Bíró Bálint" userId="S::pmbirbal@perczel.tmszc.hu::f78c7aaf-7a43-4da5-817f-3a4eadd25643" providerId="AD" clId="Web-{B5DB5DA4-5A93-8235-2CB7-FE92BAED39EE}" dt="2026-01-06T09:26:26.655" v="131"/>
          <ac:spMkLst>
            <pc:docMk/>
            <pc:sldMk cId="4283856356" sldId="266"/>
            <ac:spMk id="29" creationId="{599B9FCC-6563-5D39-F268-82AD2935ABC1}"/>
          </ac:spMkLst>
        </pc:spChg>
        <pc:spChg chg="add">
          <ac:chgData name="Bíró Bálint" userId="S::pmbirbal@perczel.tmszc.hu::f78c7aaf-7a43-4da5-817f-3a4eadd25643" providerId="AD" clId="Web-{B5DB5DA4-5A93-8235-2CB7-FE92BAED39EE}" dt="2026-01-06T09:26:26.655" v="131"/>
          <ac:spMkLst>
            <pc:docMk/>
            <pc:sldMk cId="4283856356" sldId="266"/>
            <ac:spMk id="34" creationId="{B4AAD3FD-83A5-4B89-9F8F-01B8870865BE}"/>
          </ac:spMkLst>
        </pc:spChg>
        <pc:spChg chg="add">
          <ac:chgData name="Bíró Bálint" userId="S::pmbirbal@perczel.tmszc.hu::f78c7aaf-7a43-4da5-817f-3a4eadd25643" providerId="AD" clId="Web-{B5DB5DA4-5A93-8235-2CB7-FE92BAED39EE}" dt="2026-01-06T09:26:26.655" v="131"/>
          <ac:spMkLst>
            <pc:docMk/>
            <pc:sldMk cId="4283856356" sldId="266"/>
            <ac:spMk id="36" creationId="{61752F1D-FC0F-4103-9584-630E643CCDA6}"/>
          </ac:spMkLst>
        </pc:spChg>
        <pc:spChg chg="add">
          <ac:chgData name="Bíró Bálint" userId="S::pmbirbal@perczel.tmszc.hu::f78c7aaf-7a43-4da5-817f-3a4eadd25643" providerId="AD" clId="Web-{B5DB5DA4-5A93-8235-2CB7-FE92BAED39EE}" dt="2026-01-06T09:26:26.655" v="131"/>
          <ac:spMkLst>
            <pc:docMk/>
            <pc:sldMk cId="4283856356" sldId="266"/>
            <ac:spMk id="38" creationId="{70151CB7-E7DE-4917-B831-01DF9CE01306}"/>
          </ac:spMkLst>
        </pc:spChg>
        <pc:spChg chg="add">
          <ac:chgData name="Bíró Bálint" userId="S::pmbirbal@perczel.tmszc.hu::f78c7aaf-7a43-4da5-817f-3a4eadd25643" providerId="AD" clId="Web-{B5DB5DA4-5A93-8235-2CB7-FE92BAED39EE}" dt="2026-01-06T09:26:26.655" v="131"/>
          <ac:spMkLst>
            <pc:docMk/>
            <pc:sldMk cId="4283856356" sldId="266"/>
            <ac:spMk id="40" creationId="{A92A1116-1C84-41DF-B803-1F7B0883EC82}"/>
          </ac:spMkLst>
        </pc:spChg>
        <pc:picChg chg="add mod ord">
          <ac:chgData name="Bíró Bálint" userId="S::pmbirbal@perczel.tmszc.hu::f78c7aaf-7a43-4da5-817f-3a4eadd25643" providerId="AD" clId="Web-{B5DB5DA4-5A93-8235-2CB7-FE92BAED39EE}" dt="2026-01-06T09:26:55.953" v="136" actId="14100"/>
          <ac:picMkLst>
            <pc:docMk/>
            <pc:sldMk cId="4283856356" sldId="266"/>
            <ac:picMk id="4" creationId="{B3348411-2EBD-89C9-B8A3-155E2FB7B75F}"/>
          </ac:picMkLst>
        </pc:picChg>
        <pc:picChg chg="add del">
          <ac:chgData name="Bíró Bálint" userId="S::pmbirbal@perczel.tmszc.hu::f78c7aaf-7a43-4da5-817f-3a4eadd25643" providerId="AD" clId="Web-{B5DB5DA4-5A93-8235-2CB7-FE92BAED39EE}" dt="2026-01-06T09:26:08.092" v="92"/>
          <ac:picMkLst>
            <pc:docMk/>
            <pc:sldMk cId="4283856356" sldId="266"/>
            <ac:picMk id="9" creationId="{41B68C77-138E-4BF7-A276-BD0C78A4219F}"/>
          </ac:picMkLst>
        </pc:picChg>
        <pc:picChg chg="add del">
          <ac:chgData name="Bíró Bálint" userId="S::pmbirbal@perczel.tmszc.hu::f78c7aaf-7a43-4da5-817f-3a4eadd25643" providerId="AD" clId="Web-{B5DB5DA4-5A93-8235-2CB7-FE92BAED39EE}" dt="2026-01-06T09:26:08.092" v="92"/>
          <ac:picMkLst>
            <pc:docMk/>
            <pc:sldMk cId="4283856356" sldId="266"/>
            <ac:picMk id="24" creationId="{B9238B3E-24AA-439A-B527-6C5DF6D72145}"/>
          </ac:picMkLst>
        </pc:picChg>
        <pc:picChg chg="add del">
          <ac:chgData name="Bíró Bálint" userId="S::pmbirbal@perczel.tmszc.hu::f78c7aaf-7a43-4da5-817f-3a4eadd25643" providerId="AD" clId="Web-{B5DB5DA4-5A93-8235-2CB7-FE92BAED39EE}" dt="2026-01-06T09:26:08.092" v="92"/>
          <ac:picMkLst>
            <pc:docMk/>
            <pc:sldMk cId="4283856356" sldId="266"/>
            <ac:picMk id="26" creationId="{69F01145-BEA3-4CBF-AA21-10077B948CA8}"/>
          </ac:picMkLst>
        </pc:picChg>
      </pc:sldChg>
      <pc:sldChg chg="addSp delSp modSp new mod setBg setClrOvrMap">
        <pc:chgData name="Bíró Bálint" userId="S::pmbirbal@perczel.tmszc.hu::f78c7aaf-7a43-4da5-817f-3a4eadd25643" providerId="AD" clId="Web-{B5DB5DA4-5A93-8235-2CB7-FE92BAED39EE}" dt="2026-01-06T09:28:46.799" v="231" actId="1076"/>
        <pc:sldMkLst>
          <pc:docMk/>
          <pc:sldMk cId="2792065796" sldId="267"/>
        </pc:sldMkLst>
        <pc:spChg chg="mod">
          <ac:chgData name="Bíró Bálint" userId="S::pmbirbal@perczel.tmszc.hu::f78c7aaf-7a43-4da5-817f-3a4eadd25643" providerId="AD" clId="Web-{B5DB5DA4-5A93-8235-2CB7-FE92BAED39EE}" dt="2026-01-06T09:28:27.158" v="217"/>
          <ac:spMkLst>
            <pc:docMk/>
            <pc:sldMk cId="2792065796" sldId="267"/>
            <ac:spMk id="2" creationId="{32E49D2A-81F0-FCD0-00FC-CE93E0262C9F}"/>
          </ac:spMkLst>
        </pc:spChg>
        <pc:spChg chg="mod ord">
          <ac:chgData name="Bíró Bálint" userId="S::pmbirbal@perczel.tmszc.hu::f78c7aaf-7a43-4da5-817f-3a4eadd25643" providerId="AD" clId="Web-{B5DB5DA4-5A93-8235-2CB7-FE92BAED39EE}" dt="2026-01-06T09:28:41.392" v="229" actId="20577"/>
          <ac:spMkLst>
            <pc:docMk/>
            <pc:sldMk cId="2792065796" sldId="267"/>
            <ac:spMk id="3" creationId="{A831AF57-EEF1-C714-205E-7BE0CA302CB7}"/>
          </ac:spMkLst>
        </pc:spChg>
        <pc:spChg chg="add del">
          <ac:chgData name="Bíró Bálint" userId="S::pmbirbal@perczel.tmszc.hu::f78c7aaf-7a43-4da5-817f-3a4eadd25643" providerId="AD" clId="Web-{B5DB5DA4-5A93-8235-2CB7-FE92BAED39EE}" dt="2026-01-06T09:28:27.142" v="216"/>
          <ac:spMkLst>
            <pc:docMk/>
            <pc:sldMk cId="2792065796" sldId="267"/>
            <ac:spMk id="9" creationId="{B4AAD3FD-83A5-4B89-9F8F-01B8870865BE}"/>
          </ac:spMkLst>
        </pc:spChg>
        <pc:spChg chg="add del">
          <ac:chgData name="Bíró Bálint" userId="S::pmbirbal@perczel.tmszc.hu::f78c7aaf-7a43-4da5-817f-3a4eadd25643" providerId="AD" clId="Web-{B5DB5DA4-5A93-8235-2CB7-FE92BAED39EE}" dt="2026-01-06T09:28:27.142" v="216"/>
          <ac:spMkLst>
            <pc:docMk/>
            <pc:sldMk cId="2792065796" sldId="267"/>
            <ac:spMk id="11" creationId="{61752F1D-FC0F-4103-9584-630E643CCDA6}"/>
          </ac:spMkLst>
        </pc:spChg>
        <pc:spChg chg="add del">
          <ac:chgData name="Bíró Bálint" userId="S::pmbirbal@perczel.tmszc.hu::f78c7aaf-7a43-4da5-817f-3a4eadd25643" providerId="AD" clId="Web-{B5DB5DA4-5A93-8235-2CB7-FE92BAED39EE}" dt="2026-01-06T09:28:27.142" v="216"/>
          <ac:spMkLst>
            <pc:docMk/>
            <pc:sldMk cId="2792065796" sldId="267"/>
            <ac:spMk id="13" creationId="{70151CB7-E7DE-4917-B831-01DF9CE01306}"/>
          </ac:spMkLst>
        </pc:spChg>
        <pc:spChg chg="add del">
          <ac:chgData name="Bíró Bálint" userId="S::pmbirbal@perczel.tmszc.hu::f78c7aaf-7a43-4da5-817f-3a4eadd25643" providerId="AD" clId="Web-{B5DB5DA4-5A93-8235-2CB7-FE92BAED39EE}" dt="2026-01-06T09:28:27.142" v="216"/>
          <ac:spMkLst>
            <pc:docMk/>
            <pc:sldMk cId="2792065796" sldId="267"/>
            <ac:spMk id="15" creationId="{A92A1116-1C84-41DF-B803-1F7B0883EC82}"/>
          </ac:spMkLst>
        </pc:spChg>
        <pc:spChg chg="add">
          <ac:chgData name="Bíró Bálint" userId="S::pmbirbal@perczel.tmszc.hu::f78c7aaf-7a43-4da5-817f-3a4eadd25643" providerId="AD" clId="Web-{B5DB5DA4-5A93-8235-2CB7-FE92BAED39EE}" dt="2026-01-06T09:28:27.158" v="217"/>
          <ac:spMkLst>
            <pc:docMk/>
            <pc:sldMk cId="2792065796" sldId="267"/>
            <ac:spMk id="17" creationId="{EE4E366E-272A-409E-840F-9A6A64A9E3FF}"/>
          </ac:spMkLst>
        </pc:spChg>
        <pc:spChg chg="add">
          <ac:chgData name="Bíró Bálint" userId="S::pmbirbal@perczel.tmszc.hu::f78c7aaf-7a43-4da5-817f-3a4eadd25643" providerId="AD" clId="Web-{B5DB5DA4-5A93-8235-2CB7-FE92BAED39EE}" dt="2026-01-06T09:28:27.158" v="217"/>
          <ac:spMkLst>
            <pc:docMk/>
            <pc:sldMk cId="2792065796" sldId="267"/>
            <ac:spMk id="18" creationId="{A721560C-E4AB-4287-A29C-3F6916794CB9}"/>
          </ac:spMkLst>
        </pc:spChg>
        <pc:spChg chg="add">
          <ac:chgData name="Bíró Bálint" userId="S::pmbirbal@perczel.tmszc.hu::f78c7aaf-7a43-4da5-817f-3a4eadd25643" providerId="AD" clId="Web-{B5DB5DA4-5A93-8235-2CB7-FE92BAED39EE}" dt="2026-01-06T09:28:27.158" v="217"/>
          <ac:spMkLst>
            <pc:docMk/>
            <pc:sldMk cId="2792065796" sldId="267"/>
            <ac:spMk id="19" creationId="{DF6CFF07-D953-4F9C-9A0E-E0A6AACB6158}"/>
          </ac:spMkLst>
        </pc:spChg>
        <pc:spChg chg="add">
          <ac:chgData name="Bíró Bálint" userId="S::pmbirbal@perczel.tmszc.hu::f78c7aaf-7a43-4da5-817f-3a4eadd25643" providerId="AD" clId="Web-{B5DB5DA4-5A93-8235-2CB7-FE92BAED39EE}" dt="2026-01-06T09:28:27.158" v="217"/>
          <ac:spMkLst>
            <pc:docMk/>
            <pc:sldMk cId="2792065796" sldId="267"/>
            <ac:spMk id="20" creationId="{DAA4FEEE-0B5F-41BF-825D-60F9FB089568}"/>
          </ac:spMkLst>
        </pc:spChg>
        <pc:picChg chg="add mod">
          <ac:chgData name="Bíró Bálint" userId="S::pmbirbal@perczel.tmszc.hu::f78c7aaf-7a43-4da5-817f-3a4eadd25643" providerId="AD" clId="Web-{B5DB5DA4-5A93-8235-2CB7-FE92BAED39EE}" dt="2026-01-06T09:28:46.799" v="231" actId="1076"/>
          <ac:picMkLst>
            <pc:docMk/>
            <pc:sldMk cId="2792065796" sldId="267"/>
            <ac:picMk id="4" creationId="{90ED62BF-D5DF-04D1-EE44-141F3A6DF97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hu-HU"/>
              <a:t>Mintacím szerkesztése</a:t>
            </a:r>
            <a:endParaRPr lang="en-US"/>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a:t>Kattintson ide az alcím mintájának szerkesztéséhez</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334616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4148220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670999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Date Placeholder 4"/>
          <p:cNvSpPr>
            <a:spLocks noGrp="1"/>
          </p:cNvSpPr>
          <p:nvPr>
            <p:ph type="dt" sz="half" idx="10"/>
          </p:nvPr>
        </p:nvSpPr>
        <p:spPr/>
        <p:txBody>
          <a:bodyPr/>
          <a:lstStyle/>
          <a:p>
            <a:fld id="{64E71317-EACD-4ACE-B971-84E39F8DD59C}" type="datetimeFigureOut">
              <a:rPr lang="hu-HU" smtClean="0"/>
              <a:t>2026. 02. 02.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5010706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hu-HU"/>
              <a:t>Mintacím szerkesztése</a:t>
            </a:r>
            <a:endParaRPr lang="en-US"/>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6"/>
          <p:cNvSpPr>
            <a:spLocks noGrp="1"/>
          </p:cNvSpPr>
          <p:nvPr>
            <p:ph type="dt" sz="half" idx="10"/>
          </p:nvPr>
        </p:nvSpPr>
        <p:spPr/>
        <p:txBody>
          <a:bodyPr/>
          <a:lstStyle/>
          <a:p>
            <a:fld id="{64E71317-EACD-4ACE-B971-84E39F8DD59C}" type="datetimeFigureOut">
              <a:rPr lang="hu-HU" smtClean="0"/>
              <a:t>2026. 02. 02.</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6545913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7" name="Date Placeholder 2"/>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3"/>
          <p:cNvSpPr>
            <a:spLocks noGrp="1"/>
          </p:cNvSpPr>
          <p:nvPr>
            <p:ph type="ftr" sz="quarter" idx="11"/>
          </p:nvPr>
        </p:nvSpPr>
        <p:spPr/>
        <p:txBody>
          <a:bodyPr/>
          <a:lstStyle/>
          <a:p>
            <a:endParaRPr lang="hu-HU"/>
          </a:p>
        </p:txBody>
      </p:sp>
      <p:sp>
        <p:nvSpPr>
          <p:cNvPr id="6" name="Slide Number Placeholder 4"/>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790589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2"/>
          <p:cNvSpPr>
            <a:spLocks noGrp="1"/>
          </p:cNvSpPr>
          <p:nvPr>
            <p:ph type="ftr" sz="quarter" idx="11"/>
          </p:nvPr>
        </p:nvSpPr>
        <p:spPr/>
        <p:txBody>
          <a:bodyPr/>
          <a:lstStyle/>
          <a:p>
            <a:endParaRPr lang="hu-HU"/>
          </a:p>
        </p:txBody>
      </p:sp>
      <p:sp>
        <p:nvSpPr>
          <p:cNvPr id="6" name="Slide Number Placeholder 3"/>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1239284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hu-HU"/>
              <a:t>Mintacím szerkesztése</a:t>
            </a:r>
            <a:endParaRPr lang="en-US"/>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7" name="Date Placeholder 4"/>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5"/>
          <p:cNvSpPr>
            <a:spLocks noGrp="1"/>
          </p:cNvSpPr>
          <p:nvPr>
            <p:ph type="ftr" sz="quarter" idx="11"/>
          </p:nvPr>
        </p:nvSpPr>
        <p:spPr/>
        <p:txBody>
          <a:bodyPr/>
          <a:lstStyle/>
          <a:p>
            <a:endParaRPr lang="hu-HU"/>
          </a:p>
        </p:txBody>
      </p:sp>
      <p:sp>
        <p:nvSpPr>
          <p:cNvPr id="6"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75788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hu-HU"/>
              <a:t>Mintacím szerkesztése</a:t>
            </a:r>
            <a:endParaRPr lang="en-US"/>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2026. 02. 02.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182125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hu-HU"/>
              <a:t>Mintacím szerkesztése</a:t>
            </a:r>
            <a:endParaRPr lang="en-US"/>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2026. 02. 02.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93154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hu-HU"/>
              <a:t>Mintacím szerkesztése</a:t>
            </a:r>
            <a:endParaRPr lang="en-US"/>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944274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hu-HU"/>
              <a:t>Mintacím szerkesztése</a:t>
            </a:r>
            <a:endParaRPr lang="en-US"/>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hu-HU"/>
              <a:t>Mintaszöveg szerkesztése</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extLst>
      <p:ext uri="{BB962C8B-B14F-4D97-AF65-F5344CB8AC3E}">
        <p14:creationId xmlns:p14="http://schemas.microsoft.com/office/powerpoint/2010/main" val="60725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8953836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8052120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4254135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Vertical Text Placeholder 2"/>
          <p:cNvSpPr>
            <a:spLocks noGrp="1"/>
          </p:cNvSpPr>
          <p:nvPr>
            <p:ph type="body" orient="vert" idx="1"/>
          </p:nvPr>
        </p:nvSpPr>
        <p:spPr/>
        <p:txBody>
          <a:bodyPr vert="eaVert" anchor="t" anchorCtr="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1918824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hu-HU"/>
              <a:t>Mintacím szerkesztése</a:t>
            </a:r>
            <a:endParaRPr lang="en-US"/>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3676859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hu-HU"/>
              <a:t>Mintacím szerkesztése</a:t>
            </a:r>
            <a:endParaRPr lang="en-US"/>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4E71317-EACD-4ACE-B971-84E39F8DD59C}" type="datetimeFigureOut">
              <a:rPr lang="hu-HU" smtClean="0"/>
              <a:t>2026. 02. 02.</a:t>
            </a:fld>
            <a:endParaRPr lang="hu-HU"/>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hu-HU"/>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85D7A83-7D43-4854-AAB8-4C89A6DFEA32}" type="slidenum">
              <a:rPr lang="hu-HU" smtClean="0"/>
              <a:t>‹#›</a:t>
            </a:fld>
            <a:endParaRPr lang="hu-HU"/>
          </a:p>
        </p:txBody>
      </p:sp>
    </p:spTree>
    <p:extLst>
      <p:ext uri="{BB962C8B-B14F-4D97-AF65-F5344CB8AC3E}">
        <p14:creationId xmlns:p14="http://schemas.microsoft.com/office/powerpoint/2010/main" val="22140152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9B4FEFC-29E5-B25D-7844-912A79EB9E28}"/>
              </a:ext>
            </a:extLst>
          </p:cNvPr>
          <p:cNvSpPr>
            <a:spLocks noGrp="1"/>
          </p:cNvSpPr>
          <p:nvPr>
            <p:ph type="ctrTitle"/>
          </p:nvPr>
        </p:nvSpPr>
        <p:spPr/>
        <p:txBody>
          <a:bodyPr/>
          <a:lstStyle/>
          <a:p>
            <a:r>
              <a:rPr lang="hu-HU" b="1" err="1">
                <a:latin typeface="Times New Roman" panose="02020603050405020304" pitchFamily="18" charset="0"/>
                <a:cs typeface="Times New Roman" panose="02020603050405020304" pitchFamily="18" charset="0"/>
              </a:rPr>
              <a:t>Kovta</a:t>
            </a:r>
            <a:r>
              <a:rPr lang="hu-HU" b="1">
                <a:latin typeface="Times New Roman" panose="02020603050405020304" pitchFamily="18" charset="0"/>
                <a:cs typeface="Times New Roman" panose="02020603050405020304" pitchFamily="18" charset="0"/>
              </a:rPr>
              <a:t> Nyrt.</a:t>
            </a:r>
          </a:p>
        </p:txBody>
      </p:sp>
      <p:sp>
        <p:nvSpPr>
          <p:cNvPr id="3" name="Alcím 2">
            <a:extLst>
              <a:ext uri="{FF2B5EF4-FFF2-40B4-BE49-F238E27FC236}">
                <a16:creationId xmlns:a16="http://schemas.microsoft.com/office/drawing/2014/main" id="{F0FC7F3D-D4B1-CD9B-5373-5C3F3FB25FB0}"/>
              </a:ext>
            </a:extLst>
          </p:cNvPr>
          <p:cNvSpPr>
            <a:spLocks noGrp="1"/>
          </p:cNvSpPr>
          <p:nvPr>
            <p:ph type="subTitle" idx="1"/>
          </p:nvPr>
        </p:nvSpPr>
        <p:spPr/>
        <p:txBody>
          <a:bodyPr/>
          <a:lstStyle/>
          <a:p>
            <a:r>
              <a:rPr lang="hu-HU" dirty="0" err="1">
                <a:latin typeface="Times New Roman"/>
                <a:cs typeface="Times New Roman"/>
              </a:rPr>
              <a:t>Created</a:t>
            </a:r>
            <a:r>
              <a:rPr lang="hu-HU" dirty="0">
                <a:latin typeface="Times New Roman"/>
                <a:cs typeface="Times New Roman"/>
              </a:rPr>
              <a:t> </a:t>
            </a:r>
            <a:r>
              <a:rPr lang="hu-HU" dirty="0" err="1">
                <a:latin typeface="Times New Roman"/>
                <a:cs typeface="Times New Roman"/>
              </a:rPr>
              <a:t>by</a:t>
            </a:r>
            <a:r>
              <a:rPr lang="hu-HU" dirty="0">
                <a:latin typeface="Times New Roman"/>
                <a:cs typeface="Times New Roman"/>
              </a:rPr>
              <a:t> </a:t>
            </a:r>
            <a:r>
              <a:rPr lang="hu-HU" dirty="0" err="1">
                <a:latin typeface="Times New Roman"/>
                <a:cs typeface="Times New Roman"/>
              </a:rPr>
              <a:t>SysTeam</a:t>
            </a:r>
            <a:r>
              <a:rPr lang="hu-HU" dirty="0">
                <a:latin typeface="Times New Roman"/>
                <a:cs typeface="Times New Roman"/>
              </a:rPr>
              <a:t> (Bánkuti Bálint, Szőke Kristóf)</a:t>
            </a:r>
          </a:p>
        </p:txBody>
      </p:sp>
    </p:spTree>
    <p:extLst>
      <p:ext uri="{BB962C8B-B14F-4D97-AF65-F5344CB8AC3E}">
        <p14:creationId xmlns:p14="http://schemas.microsoft.com/office/powerpoint/2010/main" val="22171554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Company</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history</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r>
              <a:rPr lang="en-US" dirty="0" err="1">
                <a:latin typeface="Times New Roman" panose="02020603050405020304" pitchFamily="18" charset="0"/>
                <a:cs typeface="Times New Roman" panose="02020603050405020304" pitchFamily="18" charset="0"/>
              </a:rPr>
              <a:t>Kovta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Nyrt</a:t>
            </a:r>
            <a:r>
              <a:rPr lang="en-US" dirty="0">
                <a:latin typeface="Times New Roman" panose="02020603050405020304" pitchFamily="18" charset="0"/>
                <a:cs typeface="Times New Roman" panose="02020603050405020304" pitchFamily="18" charset="0"/>
              </a:rPr>
              <a:t>. is a newly launched bank. The entire bank network was designed for the company to start at the beginning and not expand, meaning everything is located in one building. The network is secure, transparent, and includes all basic protocols that are needed.</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78A9B4-B6C4-B143-A5DB-78EB841F2883}"/>
              </a:ext>
            </a:extLst>
          </p:cNvPr>
          <p:cNvSpPr>
            <a:spLocks noGrp="1"/>
          </p:cNvSpPr>
          <p:nvPr>
            <p:ph type="title"/>
          </p:nvPr>
        </p:nvSpPr>
        <p:spPr>
          <a:xfrm>
            <a:off x="648930" y="865181"/>
            <a:ext cx="4166510" cy="742334"/>
          </a:xfrm>
        </p:spPr>
        <p:txBody>
          <a:bodyPr>
            <a:normAutofit/>
          </a:bodyPr>
          <a:lstStyle/>
          <a:p>
            <a:r>
              <a:rPr lang="hu-HU" b="1" dirty="0" err="1">
                <a:solidFill>
                  <a:srgbClr val="EBEBEB"/>
                </a:solidFill>
                <a:latin typeface="Times New Roman" panose="02020603050405020304" pitchFamily="18" charset="0"/>
                <a:cs typeface="Times New Roman" panose="02020603050405020304" pitchFamily="18" charset="0"/>
              </a:rPr>
              <a:t>Offices</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3"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5" name="Freeform: Shape 14">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7" name="Rectangle 16">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4FEA64F-B223-BAC5-DCDB-9F6AC357FB2B}"/>
              </a:ext>
            </a:extLst>
          </p:cNvPr>
          <p:cNvSpPr>
            <a:spLocks noGrp="1"/>
          </p:cNvSpPr>
          <p:nvPr>
            <p:ph idx="1"/>
          </p:nvPr>
        </p:nvSpPr>
        <p:spPr>
          <a:xfrm>
            <a:off x="734641" y="2168797"/>
            <a:ext cx="3995089" cy="3081688"/>
          </a:xfrm>
        </p:spPr>
        <p:txBody>
          <a:bodyPr>
            <a:normAutofit lnSpcReduction="10000"/>
          </a:bodyPr>
          <a:lstStyle/>
          <a:p>
            <a:r>
              <a:rPr lang="hu-HU" dirty="0" err="1">
                <a:solidFill>
                  <a:srgbClr val="EBEBEB"/>
                </a:solidFill>
                <a:latin typeface="Times New Roman" panose="02020603050405020304" pitchFamily="18" charset="0"/>
                <a:cs typeface="Times New Roman" panose="02020603050405020304" pitchFamily="18" charset="0"/>
              </a:rPr>
              <a:t>Offices</a:t>
            </a:r>
            <a:r>
              <a:rPr lang="hu-HU" dirty="0">
                <a:solidFill>
                  <a:srgbClr val="EBEBEB"/>
                </a:solidFill>
                <a:latin typeface="Times New Roman" panose="02020603050405020304" pitchFamily="18" charset="0"/>
                <a:cs typeface="Times New Roman" panose="02020603050405020304" pitchFamily="18" charset="0"/>
              </a:rPr>
              <a:t>:</a:t>
            </a:r>
          </a:p>
          <a:p>
            <a:pPr lvl="1"/>
            <a:r>
              <a:rPr lang="en-US" dirty="0">
                <a:solidFill>
                  <a:srgbClr val="EBEBEB"/>
                </a:solidFill>
                <a:latin typeface="Times New Roman" panose="02020603050405020304" pitchFamily="18" charset="0"/>
                <a:cs typeface="Times New Roman" panose="02020603050405020304" pitchFamily="18" charset="0"/>
              </a:rPr>
              <a:t>Secretaries (Top Right)</a:t>
            </a:r>
          </a:p>
          <a:p>
            <a:pPr lvl="1"/>
            <a:r>
              <a:rPr lang="en-US" dirty="0">
                <a:solidFill>
                  <a:srgbClr val="EBEBEB"/>
                </a:solidFill>
                <a:latin typeface="Times New Roman" panose="02020603050405020304" pitchFamily="18" charset="0"/>
                <a:cs typeface="Times New Roman" panose="02020603050405020304" pitchFamily="18" charset="0"/>
              </a:rPr>
              <a:t>Manager (Green)</a:t>
            </a:r>
          </a:p>
          <a:p>
            <a:pPr lvl="1"/>
            <a:r>
              <a:rPr lang="en-US" dirty="0">
                <a:solidFill>
                  <a:srgbClr val="EBEBEB"/>
                </a:solidFill>
                <a:latin typeface="Times New Roman" panose="02020603050405020304" pitchFamily="18" charset="0"/>
                <a:cs typeface="Times New Roman" panose="02020603050405020304" pitchFamily="18" charset="0"/>
              </a:rPr>
              <a:t>System Administrator (Orange)</a:t>
            </a:r>
          </a:p>
          <a:p>
            <a:pPr lvl="1"/>
            <a:r>
              <a:rPr lang="en-US" dirty="0">
                <a:solidFill>
                  <a:srgbClr val="EBEBEB"/>
                </a:solidFill>
                <a:latin typeface="Times New Roman" panose="02020603050405020304" pitchFamily="18" charset="0"/>
                <a:cs typeface="Times New Roman" panose="02020603050405020304" pitchFamily="18" charset="0"/>
              </a:rPr>
              <a:t>Bank Employees (Bottom)</a:t>
            </a:r>
          </a:p>
          <a:p>
            <a:pPr lvl="1"/>
            <a:r>
              <a:rPr lang="en-US" dirty="0">
                <a:solidFill>
                  <a:srgbClr val="EBEBEB"/>
                </a:solidFill>
                <a:latin typeface="Times New Roman" panose="02020603050405020304" pitchFamily="18" charset="0"/>
                <a:cs typeface="Times New Roman" panose="02020603050405020304" pitchFamily="18" charset="0"/>
              </a:rPr>
              <a:t>Server Room (Blue)</a:t>
            </a:r>
            <a:endParaRPr lang="hu-HU" dirty="0">
              <a:solidFill>
                <a:srgbClr val="EBEBEB"/>
              </a:solidFill>
              <a:latin typeface="Times New Roman" panose="02020603050405020304" pitchFamily="18" charset="0"/>
              <a:cs typeface="Times New Roman" panose="02020603050405020304" pitchFamily="18" charset="0"/>
            </a:endParaRPr>
          </a:p>
          <a:p>
            <a:pPr lvl="1"/>
            <a:r>
              <a:rPr lang="hu-HU" dirty="0">
                <a:solidFill>
                  <a:srgbClr val="EBEBEB"/>
                </a:solidFill>
                <a:latin typeface="Times New Roman" panose="02020603050405020304" pitchFamily="18" charset="0"/>
                <a:cs typeface="Times New Roman" panose="02020603050405020304" pitchFamily="18" charset="0"/>
              </a:rPr>
              <a:t>IT sector (Pink)</a:t>
            </a:r>
            <a:endParaRPr lang="en-US" dirty="0">
              <a:solidFill>
                <a:srgbClr val="EBEBEB"/>
              </a:solidFill>
              <a:latin typeface="Times New Roman" panose="02020603050405020304" pitchFamily="18" charset="0"/>
              <a:cs typeface="Times New Roman" panose="02020603050405020304" pitchFamily="18" charset="0"/>
            </a:endParaRPr>
          </a:p>
          <a:p>
            <a:pPr lvl="1"/>
            <a:r>
              <a:rPr lang="en-US" dirty="0">
                <a:solidFill>
                  <a:srgbClr val="EBEBEB"/>
                </a:solidFill>
                <a:latin typeface="Times New Roman" panose="02020603050405020304" pitchFamily="18" charset="0"/>
                <a:cs typeface="Times New Roman" panose="02020603050405020304" pitchFamily="18" charset="0"/>
              </a:rPr>
              <a:t>Common Area (Red)</a:t>
            </a:r>
            <a:endParaRPr lang="hu-HU" dirty="0">
              <a:solidFill>
                <a:srgbClr val="EBEBEB"/>
              </a:solidFill>
              <a:latin typeface="Times New Roman" panose="02020603050405020304" pitchFamily="18" charset="0"/>
              <a:cs typeface="Times New Roman" panose="02020603050405020304" pitchFamily="18" charset="0"/>
            </a:endParaRPr>
          </a:p>
        </p:txBody>
      </p:sp>
      <p:pic>
        <p:nvPicPr>
          <p:cNvPr id="5" name="Kép 4" descr="A képen diagram, tervezés látható&#10;&#10;Előfordulhat, hogy a mesterséges intelligencia által létrehozott tartalom helytelen.">
            <a:extLst>
              <a:ext uri="{FF2B5EF4-FFF2-40B4-BE49-F238E27FC236}">
                <a16:creationId xmlns:a16="http://schemas.microsoft.com/office/drawing/2014/main" id="{F6F6ECA0-1F4C-5A74-8375-90E9E138E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0546" y="1293025"/>
            <a:ext cx="6058545" cy="4271949"/>
          </a:xfrm>
          <a:prstGeom prst="rect">
            <a:avLst/>
          </a:prstGeom>
        </p:spPr>
      </p:pic>
    </p:spTree>
    <p:extLst>
      <p:ext uri="{BB962C8B-B14F-4D97-AF65-F5344CB8AC3E}">
        <p14:creationId xmlns:p14="http://schemas.microsoft.com/office/powerpoint/2010/main" val="92447197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5224006" y="629266"/>
            <a:ext cx="4985469" cy="1469878"/>
          </a:xfrm>
        </p:spPr>
        <p:txBody>
          <a:bodyPr>
            <a:normAutofit/>
          </a:bodyPr>
          <a:lstStyle/>
          <a:p>
            <a:r>
              <a:rPr lang="hu-HU" b="1" dirty="0">
                <a:latin typeface="Times New Roman"/>
                <a:cs typeface="Times New Roman"/>
              </a:rPr>
              <a:t>Manager Office &amp; </a:t>
            </a:r>
            <a:r>
              <a:rPr lang="hu-HU" b="1" dirty="0" err="1">
                <a:latin typeface="Times New Roman"/>
                <a:cs typeface="Times New Roman"/>
              </a:rPr>
              <a:t>Admin</a:t>
            </a:r>
            <a:r>
              <a:rPr lang="hu-HU" b="1" dirty="0">
                <a:latin typeface="Times New Roman"/>
                <a:cs typeface="Times New Roman"/>
              </a:rPr>
              <a:t> Office</a:t>
            </a:r>
            <a:endParaRPr lang="hu-HU" b="1" dirty="0">
              <a:latin typeface="Times New Roman" panose="02020603050405020304" pitchFamily="18" charset="0"/>
              <a:cs typeface="Times New Roman" panose="02020603050405020304" pitchFamily="18" charset="0"/>
            </a:endParaRPr>
          </a:p>
        </p:txBody>
      </p:sp>
      <p:pic>
        <p:nvPicPr>
          <p:cNvPr id="5" name="Kép 4" descr="A képen diagram, képernyőkép, szöveg, sor látható&#10;&#10;Lehet, hogy az AI által létrehozott tartalom helytelen.">
            <a:extLst>
              <a:ext uri="{FF2B5EF4-FFF2-40B4-BE49-F238E27FC236}">
                <a16:creationId xmlns:a16="http://schemas.microsoft.com/office/drawing/2014/main" id="{5A6D1294-DA6D-3FE6-821B-A6D21F0F1CA5}"/>
              </a:ext>
            </a:extLst>
          </p:cNvPr>
          <p:cNvPicPr>
            <a:picLocks noChangeAspect="1"/>
          </p:cNvPicPr>
          <p:nvPr/>
        </p:nvPicPr>
        <p:blipFill>
          <a:blip r:embed="rId3"/>
          <a:stretch>
            <a:fillRect/>
          </a:stretch>
        </p:blipFill>
        <p:spPr>
          <a:xfrm>
            <a:off x="926823" y="691763"/>
            <a:ext cx="3681270" cy="5556636"/>
          </a:xfrm>
          <a:prstGeom prst="rect">
            <a:avLst/>
          </a:prstGeom>
          <a:effectLst>
            <a:outerShdw blurRad="50800" dist="38100" dir="5400000" algn="t" rotWithShape="0">
              <a:prstClr val="black">
                <a:alpha val="43000"/>
              </a:prstClr>
            </a:outerShdw>
          </a:effectLst>
        </p:spPr>
      </p:pic>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5224006" y="2291650"/>
            <a:ext cx="4985468" cy="3643930"/>
          </a:xfrm>
        </p:spPr>
        <p:txBody>
          <a:bodyPr vert="horz" lIns="91440" tIns="45720" rIns="91440" bIns="45720" rtlCol="0" anchor="t">
            <a:noAutofit/>
          </a:bodyPr>
          <a:lstStyle/>
          <a:p>
            <a:r>
              <a:rPr lang="en-US" sz="1800" dirty="0">
                <a:latin typeface="Times New Roman" panose="02020603050405020304" pitchFamily="18" charset="0"/>
                <a:cs typeface="Times New Roman" panose="02020603050405020304" pitchFamily="18" charset="0"/>
              </a:rPr>
              <a:t>Firewall protects the most secure offices in the network</a:t>
            </a:r>
            <a:endParaRPr lang="hu-HU"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There is static address translation at the admin office, and dynamic at the boss's office.</a:t>
            </a:r>
          </a:p>
          <a:p>
            <a:r>
              <a:rPr lang="en-US" sz="1800" dirty="0">
                <a:latin typeface="Times New Roman" panose="02020603050405020304" pitchFamily="18" charset="0"/>
                <a:cs typeface="Times New Roman" panose="02020603050405020304" pitchFamily="18" charset="0"/>
              </a:rPr>
              <a:t>Admin laptop and PC receive static IP addresses</a:t>
            </a:r>
          </a:p>
          <a:p>
            <a:r>
              <a:rPr lang="en-US" sz="1800" dirty="0">
                <a:latin typeface="Times New Roman" panose="02020603050405020304" pitchFamily="18" charset="0"/>
                <a:cs typeface="Times New Roman" panose="02020603050405020304" pitchFamily="18" charset="0"/>
              </a:rPr>
              <a:t>Manager PC has static IP assignment</a:t>
            </a:r>
          </a:p>
          <a:p>
            <a:r>
              <a:rPr lang="en-US" sz="1800" dirty="0">
                <a:latin typeface="Times New Roman" panose="02020603050405020304" pitchFamily="18" charset="0"/>
                <a:cs typeface="Times New Roman" panose="02020603050405020304" pitchFamily="18" charset="0"/>
              </a:rPr>
              <a:t>DHCP:</a:t>
            </a:r>
          </a:p>
          <a:p>
            <a:pPr lvl="1"/>
            <a:r>
              <a:rPr lang="en-US" dirty="0">
                <a:latin typeface="Times New Roman" panose="02020603050405020304" pitchFamily="18" charset="0"/>
                <a:cs typeface="Times New Roman" panose="02020603050405020304" pitchFamily="18" charset="0"/>
              </a:rPr>
              <a:t>Manager phone via </a:t>
            </a:r>
            <a:r>
              <a:rPr lang="en-US" dirty="0" err="1">
                <a:latin typeface="Times New Roman" panose="02020603050405020304" pitchFamily="18" charset="0"/>
                <a:cs typeface="Times New Roman" panose="02020603050405020304" pitchFamily="18" charset="0"/>
              </a:rPr>
              <a:t>WiFi</a:t>
            </a:r>
            <a:r>
              <a:rPr lang="en-US" dirty="0">
                <a:latin typeface="Times New Roman" panose="02020603050405020304" pitchFamily="18" charset="0"/>
                <a:cs typeface="Times New Roman" panose="02020603050405020304" pitchFamily="18" charset="0"/>
              </a:rPr>
              <a:t> on a different network than common area phones</a:t>
            </a:r>
          </a:p>
          <a:p>
            <a:pPr lvl="1"/>
            <a:r>
              <a:rPr lang="en-US" dirty="0">
                <a:latin typeface="Times New Roman" panose="02020603050405020304" pitchFamily="18" charset="0"/>
                <a:cs typeface="Times New Roman" panose="02020603050405020304" pitchFamily="18" charset="0"/>
              </a:rPr>
              <a:t>Manager </a:t>
            </a:r>
            <a:r>
              <a:rPr lang="en-US" dirty="0" err="1">
                <a:latin typeface="Times New Roman" panose="02020603050405020304" pitchFamily="18" charset="0"/>
                <a:cs typeface="Times New Roman" panose="02020603050405020304" pitchFamily="18" charset="0"/>
              </a:rPr>
              <a:t>lapto</a:t>
            </a:r>
            <a:r>
              <a:rPr lang="hu-HU" dirty="0">
                <a:latin typeface="Times New Roman" panose="02020603050405020304" pitchFamily="18" charset="0"/>
                <a:cs typeface="Times New Roman" panose="02020603050405020304" pitchFamily="18" charset="0"/>
              </a:rPr>
              <a:t>p</a:t>
            </a:r>
            <a:endParaRPr lang="en-US"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Manager printer</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748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4917815" y="629266"/>
            <a:ext cx="2356370" cy="824630"/>
          </a:xfrm>
        </p:spPr>
        <p:txBody>
          <a:bodyPr>
            <a:normAutofit/>
          </a:bodyPr>
          <a:lstStyle/>
          <a:p>
            <a:r>
              <a:rPr lang="hu-HU" b="1" dirty="0">
                <a:latin typeface="Times New Roman"/>
                <a:cs typeface="Times New Roman"/>
              </a:rPr>
              <a:t>IT Sector</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6687046" y="2171179"/>
            <a:ext cx="4985468" cy="3643930"/>
          </a:xfrm>
        </p:spPr>
        <p:txBody>
          <a:bodyPr vert="horz" lIns="91440" tIns="45720" rIns="91440" bIns="45720" rtlCol="0" anchor="t">
            <a:noAutofit/>
          </a:bodyPr>
          <a:lstStyle/>
          <a:p>
            <a:r>
              <a:rPr lang="en-US" dirty="0">
                <a:latin typeface="Times New Roman" panose="02020603050405020304" pitchFamily="18" charset="0"/>
                <a:cs typeface="Times New Roman" panose="02020603050405020304" pitchFamily="18" charset="0"/>
              </a:rPr>
              <a:t>In this sector, we used IPv6 addressing.</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Every machine receives IP addresses statically.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router named "IT" is responsible for this sector.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Sector components include: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3 printers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5 computers</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1 switch</a:t>
            </a:r>
            <a:endParaRPr lang="hu-HU" dirty="0">
              <a:latin typeface="Times New Roman" panose="02020603050405020304" pitchFamily="18" charset="0"/>
              <a:cs typeface="Times New Roman" panose="02020603050405020304" pitchFamily="18" charset="0"/>
            </a:endParaRPr>
          </a:p>
        </p:txBody>
      </p:sp>
      <p:pic>
        <p:nvPicPr>
          <p:cNvPr id="4" name="Kép 3">
            <a:extLst>
              <a:ext uri="{FF2B5EF4-FFF2-40B4-BE49-F238E27FC236}">
                <a16:creationId xmlns:a16="http://schemas.microsoft.com/office/drawing/2014/main" id="{76CA15BD-D67E-358C-6CB8-E70E19A93036}"/>
              </a:ext>
            </a:extLst>
          </p:cNvPr>
          <p:cNvPicPr>
            <a:picLocks noChangeAspect="1"/>
          </p:cNvPicPr>
          <p:nvPr/>
        </p:nvPicPr>
        <p:blipFill>
          <a:blip r:embed="rId3"/>
          <a:stretch>
            <a:fillRect/>
          </a:stretch>
        </p:blipFill>
        <p:spPr>
          <a:xfrm>
            <a:off x="336828" y="1757554"/>
            <a:ext cx="5502207" cy="4471180"/>
          </a:xfrm>
          <a:prstGeom prst="rect">
            <a:avLst/>
          </a:prstGeom>
        </p:spPr>
      </p:pic>
    </p:spTree>
    <p:extLst>
      <p:ext uri="{BB962C8B-B14F-4D97-AF65-F5344CB8AC3E}">
        <p14:creationId xmlns:p14="http://schemas.microsoft.com/office/powerpoint/2010/main" val="17055856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DE1AA4F-18C7-6688-E3EB-A18BB8DAA200}"/>
              </a:ext>
            </a:extLst>
          </p:cNvPr>
          <p:cNvSpPr>
            <a:spLocks noGrp="1"/>
          </p:cNvSpPr>
          <p:nvPr>
            <p:ph type="title"/>
          </p:nvPr>
        </p:nvSpPr>
        <p:spPr>
          <a:xfrm>
            <a:off x="648931" y="629266"/>
            <a:ext cx="4166510" cy="1622321"/>
          </a:xfrm>
        </p:spPr>
        <p:txBody>
          <a:bodyPr>
            <a:normAutofit/>
          </a:bodyPr>
          <a:lstStyle/>
          <a:p>
            <a:r>
              <a:rPr lang="hu-HU" b="1" dirty="0">
                <a:solidFill>
                  <a:srgbClr val="EBEBEB"/>
                </a:solidFill>
                <a:latin typeface="Times New Roman"/>
                <a:cs typeface="Times New Roman"/>
              </a:rPr>
              <a:t>Server </a:t>
            </a:r>
            <a:r>
              <a:rPr lang="hu-HU" b="1" dirty="0" err="1">
                <a:solidFill>
                  <a:srgbClr val="EBEBEB"/>
                </a:solidFill>
                <a:latin typeface="Times New Roman"/>
                <a:cs typeface="Times New Roman"/>
              </a:rPr>
              <a:t>room</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57738CE-763E-CF06-54AD-01CC4FEB2144}"/>
              </a:ext>
            </a:extLst>
          </p:cNvPr>
          <p:cNvSpPr>
            <a:spLocks noGrp="1"/>
          </p:cNvSpPr>
          <p:nvPr>
            <p:ph idx="1"/>
          </p:nvPr>
        </p:nvSpPr>
        <p:spPr>
          <a:xfrm>
            <a:off x="648932" y="1854820"/>
            <a:ext cx="4166509" cy="4759340"/>
          </a:xfrm>
        </p:spPr>
        <p:txBody>
          <a:bodyPr>
            <a:noAutofit/>
          </a:bodyPr>
          <a:lstStyle/>
          <a:p>
            <a:r>
              <a:rPr lang="en-US" dirty="0">
                <a:solidFill>
                  <a:srgbClr val="EBEBEB"/>
                </a:solidFill>
                <a:latin typeface="Times New Roman" panose="02020603050405020304" pitchFamily="18" charset="0"/>
                <a:cs typeface="Times New Roman" panose="02020603050405020304" pitchFamily="18" charset="0"/>
              </a:rPr>
              <a:t>This is the network's server room</a:t>
            </a:r>
            <a:r>
              <a:rPr lang="hu-HU" dirty="0">
                <a:solidFill>
                  <a:srgbClr val="EBEBEB"/>
                </a:solidFill>
                <a:latin typeface="Times New Roman" panose="02020603050405020304" pitchFamily="18" charset="0"/>
                <a:cs typeface="Times New Roman" panose="02020603050405020304" pitchFamily="18" charset="0"/>
              </a:rPr>
              <a:t>.</a:t>
            </a:r>
            <a:endParaRPr lang="en-US" dirty="0">
              <a:solidFill>
                <a:srgbClr val="EBEBEB"/>
              </a:solidFill>
              <a:latin typeface="Times New Roman" panose="02020603050405020304" pitchFamily="18" charset="0"/>
              <a:cs typeface="Times New Roman" panose="02020603050405020304" pitchFamily="18" charset="0"/>
            </a:endParaRPr>
          </a:p>
          <a:p>
            <a:r>
              <a:rPr lang="en-US" dirty="0">
                <a:solidFill>
                  <a:srgbClr val="EBEBEB"/>
                </a:solidFill>
                <a:latin typeface="Times New Roman" panose="02020603050405020304" pitchFamily="18" charset="0"/>
                <a:cs typeface="Times New Roman" panose="02020603050405020304" pitchFamily="18" charset="0"/>
              </a:rPr>
              <a:t>4 servers are located here:</a:t>
            </a:r>
          </a:p>
          <a:p>
            <a:pPr lvl="1"/>
            <a:r>
              <a:rPr lang="en-US" sz="2000" dirty="0">
                <a:solidFill>
                  <a:srgbClr val="EBEBEB"/>
                </a:solidFill>
                <a:latin typeface="Times New Roman" panose="02020603050405020304" pitchFamily="18" charset="0"/>
                <a:cs typeface="Times New Roman" panose="02020603050405020304" pitchFamily="18" charset="0"/>
              </a:rPr>
              <a:t>WEB: hosts our team's website</a:t>
            </a:r>
          </a:p>
          <a:p>
            <a:pPr lvl="1"/>
            <a:r>
              <a:rPr lang="en-US" sz="2000" dirty="0">
                <a:solidFill>
                  <a:srgbClr val="EBEBEB"/>
                </a:solidFill>
                <a:latin typeface="Times New Roman" panose="02020603050405020304" pitchFamily="18" charset="0"/>
                <a:cs typeface="Times New Roman" panose="02020603050405020304" pitchFamily="18" charset="0"/>
              </a:rPr>
              <a:t>DHCP: server dynamically distributes IP addresses to devices</a:t>
            </a:r>
          </a:p>
          <a:p>
            <a:pPr lvl="1"/>
            <a:r>
              <a:rPr lang="en-US" sz="2000" dirty="0">
                <a:solidFill>
                  <a:srgbClr val="EBEBEB"/>
                </a:solidFill>
                <a:latin typeface="Times New Roman" panose="02020603050405020304" pitchFamily="18" charset="0"/>
                <a:cs typeface="Times New Roman" panose="02020603050405020304" pitchFamily="18" charset="0"/>
              </a:rPr>
              <a:t>FTP: network device configurations are backed up on this server</a:t>
            </a:r>
          </a:p>
          <a:p>
            <a:pPr lvl="1"/>
            <a:r>
              <a:rPr lang="en-US" sz="2000" dirty="0">
                <a:solidFill>
                  <a:srgbClr val="EBEBEB"/>
                </a:solidFill>
                <a:latin typeface="Times New Roman" panose="02020603050405020304" pitchFamily="18" charset="0"/>
                <a:cs typeface="Times New Roman" panose="02020603050405020304" pitchFamily="18" charset="0"/>
              </a:rPr>
              <a:t>DNS: translates domain names to IP addresses and vice versa</a:t>
            </a:r>
          </a:p>
        </p:txBody>
      </p:sp>
      <p:pic>
        <p:nvPicPr>
          <p:cNvPr id="5" name="Kép 4" descr="A képen szöveg, diagram, képernyőkép, sor látható&#10;&#10;Előfordulhat, hogy a mesterséges intelligencia által létrehozott tartalom helytelen.">
            <a:extLst>
              <a:ext uri="{FF2B5EF4-FFF2-40B4-BE49-F238E27FC236}">
                <a16:creationId xmlns:a16="http://schemas.microsoft.com/office/drawing/2014/main" id="{B3F07A15-8D63-37BF-A21B-4EB44C8EB8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99818" y="1671749"/>
            <a:ext cx="6200001" cy="3514501"/>
          </a:xfrm>
          <a:prstGeom prst="rect">
            <a:avLst/>
          </a:prstGeom>
        </p:spPr>
      </p:pic>
    </p:spTree>
    <p:extLst>
      <p:ext uri="{BB962C8B-B14F-4D97-AF65-F5344CB8AC3E}">
        <p14:creationId xmlns:p14="http://schemas.microsoft.com/office/powerpoint/2010/main" val="29229240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F89E10A-42A5-B321-5715-010BEF21ED58}"/>
              </a:ext>
            </a:extLst>
          </p:cNvPr>
          <p:cNvSpPr>
            <a:spLocks noGrp="1"/>
          </p:cNvSpPr>
          <p:nvPr>
            <p:ph type="title"/>
          </p:nvPr>
        </p:nvSpPr>
        <p:spPr>
          <a:xfrm>
            <a:off x="682448" y="484775"/>
            <a:ext cx="4706182" cy="1622321"/>
          </a:xfrm>
        </p:spPr>
        <p:txBody>
          <a:bodyPr>
            <a:normAutofit/>
          </a:bodyPr>
          <a:lstStyle/>
          <a:p>
            <a:r>
              <a:rPr lang="hu-HU" b="1" dirty="0" err="1">
                <a:solidFill>
                  <a:srgbClr val="EBEBEB"/>
                </a:solidFill>
                <a:latin typeface="Times New Roman"/>
                <a:cs typeface="Times New Roman"/>
              </a:rPr>
              <a:t>Secretaries</a:t>
            </a:r>
            <a:r>
              <a:rPr lang="hu-HU" b="1" dirty="0">
                <a:solidFill>
                  <a:srgbClr val="EBEBEB"/>
                </a:solidFill>
                <a:latin typeface="Times New Roman"/>
                <a:cs typeface="Times New Roman"/>
              </a:rPr>
              <a:t> </a:t>
            </a:r>
            <a:br>
              <a:rPr lang="hu-HU" b="1" dirty="0">
                <a:solidFill>
                  <a:srgbClr val="EBEBEB"/>
                </a:solidFill>
                <a:latin typeface="Times New Roman"/>
                <a:cs typeface="Times New Roman"/>
              </a:rPr>
            </a:br>
            <a:r>
              <a:rPr lang="hu-HU" b="1" dirty="0">
                <a:solidFill>
                  <a:srgbClr val="EBEBEB"/>
                </a:solidFill>
                <a:latin typeface="Times New Roman"/>
                <a:cs typeface="Times New Roman"/>
              </a:rPr>
              <a:t>Office</a:t>
            </a:r>
          </a:p>
        </p:txBody>
      </p:sp>
      <p:sp>
        <p:nvSpPr>
          <p:cNvPr id="36"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38" name="Freeform: Shape 37">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40" name="Rectangle 39">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9" name="Content Placeholder 7">
            <a:extLst>
              <a:ext uri="{FF2B5EF4-FFF2-40B4-BE49-F238E27FC236}">
                <a16:creationId xmlns:a16="http://schemas.microsoft.com/office/drawing/2014/main" id="{599B9FCC-6563-5D39-F268-82AD2935ABC1}"/>
              </a:ext>
            </a:extLst>
          </p:cNvPr>
          <p:cNvSpPr>
            <a:spLocks noGrp="1"/>
          </p:cNvSpPr>
          <p:nvPr>
            <p:ph idx="1"/>
          </p:nvPr>
        </p:nvSpPr>
        <p:spPr>
          <a:xfrm>
            <a:off x="682448" y="2107097"/>
            <a:ext cx="4166509" cy="3785419"/>
          </a:xfrm>
        </p:spPr>
        <p:txBody>
          <a:bodyPr vert="horz" lIns="91440" tIns="45720" rIns="91440" bIns="45720" rtlCol="0">
            <a:noAutofit/>
          </a:bodyPr>
          <a:lstStyle/>
          <a:p>
            <a:r>
              <a:rPr lang="en-US" sz="1800" dirty="0">
                <a:solidFill>
                  <a:srgbClr val="EBEBEB"/>
                </a:solidFill>
                <a:latin typeface="Times New Roman" panose="02020603050405020304" pitchFamily="18" charset="0"/>
                <a:cs typeface="Times New Roman" panose="02020603050405020304" pitchFamily="18" charset="0"/>
              </a:rPr>
              <a:t>The secretaries section is divided into 3 VLANs</a:t>
            </a:r>
          </a:p>
          <a:p>
            <a:r>
              <a:rPr lang="en-US" sz="1800" dirty="0">
                <a:solidFill>
                  <a:srgbClr val="EBEBEB"/>
                </a:solidFill>
                <a:latin typeface="Times New Roman" panose="02020603050405020304" pitchFamily="18" charset="0"/>
                <a:cs typeface="Times New Roman" panose="02020603050405020304" pitchFamily="18" charset="0"/>
              </a:rPr>
              <a:t>A firewall also operates in this network segment</a:t>
            </a:r>
          </a:p>
          <a:p>
            <a:r>
              <a:rPr lang="en-US" sz="1800" dirty="0">
                <a:solidFill>
                  <a:srgbClr val="EBEBEB"/>
                </a:solidFill>
                <a:latin typeface="Times New Roman" panose="02020603050405020304" pitchFamily="18" charset="0"/>
                <a:cs typeface="Times New Roman" panose="02020603050405020304" pitchFamily="18" charset="0"/>
              </a:rPr>
              <a:t>Finance - VLAN 10</a:t>
            </a:r>
          </a:p>
          <a:p>
            <a:r>
              <a:rPr lang="en-US" sz="1800" dirty="0">
                <a:solidFill>
                  <a:srgbClr val="EBEBEB"/>
                </a:solidFill>
                <a:latin typeface="Times New Roman" panose="02020603050405020304" pitchFamily="18" charset="0"/>
                <a:cs typeface="Times New Roman" panose="02020603050405020304" pitchFamily="18" charset="0"/>
              </a:rPr>
              <a:t>Customer Service - VLAN 20</a:t>
            </a:r>
          </a:p>
          <a:p>
            <a:r>
              <a:rPr lang="en-US" sz="1800" dirty="0">
                <a:solidFill>
                  <a:srgbClr val="EBEBEB"/>
                </a:solidFill>
                <a:latin typeface="Times New Roman" panose="02020603050405020304" pitchFamily="18" charset="0"/>
                <a:cs typeface="Times New Roman" panose="02020603050405020304" pitchFamily="18" charset="0"/>
              </a:rPr>
              <a:t>HR - VLAN 30</a:t>
            </a:r>
          </a:p>
          <a:p>
            <a:r>
              <a:rPr lang="en-US" sz="1800" dirty="0">
                <a:solidFill>
                  <a:srgbClr val="EBEBEB"/>
                </a:solidFill>
                <a:latin typeface="Times New Roman" panose="02020603050405020304" pitchFamily="18" charset="0"/>
                <a:cs typeface="Times New Roman" panose="02020603050405020304" pitchFamily="18" charset="0"/>
              </a:rPr>
              <a:t>Devices in different VLANs receive IP addresses through sub-interfaces</a:t>
            </a:r>
            <a:endParaRPr lang="hu-HU" sz="1800" dirty="0">
              <a:solidFill>
                <a:srgbClr val="EBEBEB"/>
              </a:solidFill>
              <a:latin typeface="Times New Roman" panose="02020603050405020304" pitchFamily="18" charset="0"/>
              <a:cs typeface="Times New Roman" panose="02020603050405020304" pitchFamily="18" charset="0"/>
            </a:endParaRPr>
          </a:p>
          <a:p>
            <a:r>
              <a:rPr lang="en-US" sz="1800" dirty="0">
                <a:solidFill>
                  <a:srgbClr val="EBEBEB"/>
                </a:solidFill>
                <a:latin typeface="Times New Roman" panose="02020603050405020304" pitchFamily="18" charset="0"/>
                <a:cs typeface="Times New Roman" panose="02020603050405020304" pitchFamily="18" charset="0"/>
              </a:rPr>
              <a:t>The multilayer switch performs basic switching tasks in the network</a:t>
            </a:r>
            <a:endParaRPr lang="hu-HU" sz="1800" dirty="0">
              <a:solidFill>
                <a:srgbClr val="EBEBEB"/>
              </a:solidFill>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08F56ED-99C4-A39B-E526-4793D1A92E74}"/>
              </a:ext>
            </a:extLst>
          </p:cNvPr>
          <p:cNvPicPr>
            <a:picLocks noChangeAspect="1"/>
          </p:cNvPicPr>
          <p:nvPr/>
        </p:nvPicPr>
        <p:blipFill>
          <a:blip r:embed="rId2"/>
          <a:stretch>
            <a:fillRect/>
          </a:stretch>
        </p:blipFill>
        <p:spPr>
          <a:xfrm>
            <a:off x="5990068" y="1854820"/>
            <a:ext cx="200053" cy="1086002"/>
          </a:xfrm>
          <a:prstGeom prst="rect">
            <a:avLst/>
          </a:prstGeom>
        </p:spPr>
      </p:pic>
      <p:pic>
        <p:nvPicPr>
          <p:cNvPr id="6" name="Kép 5" descr="A képen diagram, sor, szöveg, térkép látható&#10;&#10;Előfordulhat, hogy a mesterséges intelligencia által létrehozott tartalom helytelen.">
            <a:extLst>
              <a:ext uri="{FF2B5EF4-FFF2-40B4-BE49-F238E27FC236}">
                <a16:creationId xmlns:a16="http://schemas.microsoft.com/office/drawing/2014/main" id="{3FE6BC47-6C9E-14BE-7317-7ACA4C9F11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49698" y="1636404"/>
            <a:ext cx="6446096" cy="4146473"/>
          </a:xfrm>
          <a:prstGeom prst="rect">
            <a:avLst/>
          </a:prstGeom>
        </p:spPr>
      </p:pic>
    </p:spTree>
    <p:extLst>
      <p:ext uri="{BB962C8B-B14F-4D97-AF65-F5344CB8AC3E}">
        <p14:creationId xmlns:p14="http://schemas.microsoft.com/office/powerpoint/2010/main" val="428385635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32E49D2A-81F0-FCD0-00FC-CE93E0262C9F}"/>
              </a:ext>
            </a:extLst>
          </p:cNvPr>
          <p:cNvSpPr>
            <a:spLocks noGrp="1"/>
          </p:cNvSpPr>
          <p:nvPr>
            <p:ph type="title"/>
          </p:nvPr>
        </p:nvSpPr>
        <p:spPr>
          <a:xfrm>
            <a:off x="648931" y="629266"/>
            <a:ext cx="4166510" cy="1622321"/>
          </a:xfrm>
        </p:spPr>
        <p:txBody>
          <a:bodyPr>
            <a:normAutofit/>
          </a:bodyPr>
          <a:lstStyle/>
          <a:p>
            <a:r>
              <a:rPr lang="hu-HU" b="1" dirty="0" err="1">
                <a:solidFill>
                  <a:srgbClr val="EBEBEB"/>
                </a:solidFill>
                <a:latin typeface="Times New Roman"/>
                <a:cs typeface="Times New Roman"/>
              </a:rPr>
              <a:t>Employees</a:t>
            </a:r>
            <a:r>
              <a:rPr lang="hu-HU" b="1" dirty="0">
                <a:solidFill>
                  <a:srgbClr val="EBEBEB"/>
                </a:solidFill>
                <a:latin typeface="Times New Roman"/>
                <a:cs typeface="Times New Roman"/>
              </a:rPr>
              <a:t> Office &amp; </a:t>
            </a:r>
            <a:r>
              <a:rPr lang="hu-HU" b="1" dirty="0" err="1">
                <a:solidFill>
                  <a:srgbClr val="EBEBEB"/>
                </a:solidFill>
                <a:latin typeface="Times New Roman"/>
                <a:cs typeface="Times New Roman"/>
              </a:rPr>
              <a:t>Common</a:t>
            </a:r>
            <a:r>
              <a:rPr lang="hu-HU" b="1" dirty="0">
                <a:solidFill>
                  <a:srgbClr val="EBEBEB"/>
                </a:solidFill>
                <a:latin typeface="Times New Roman"/>
                <a:cs typeface="Times New Roman"/>
              </a:rPr>
              <a:t> </a:t>
            </a:r>
            <a:r>
              <a:rPr lang="hu-HU" b="1" dirty="0" err="1">
                <a:solidFill>
                  <a:srgbClr val="EBEBEB"/>
                </a:solidFill>
                <a:latin typeface="Times New Roman"/>
                <a:cs typeface="Times New Roman"/>
              </a:rPr>
              <a:t>Area</a:t>
            </a:r>
            <a:endParaRPr lang="hu-HU" b="1" dirty="0">
              <a:solidFill>
                <a:srgbClr val="EBEBEB"/>
              </a:solidFill>
              <a:latin typeface="Times New Roman"/>
              <a:cs typeface="Times New Roman"/>
            </a:endParaRPr>
          </a:p>
        </p:txBody>
      </p:sp>
      <p:sp>
        <p:nvSpPr>
          <p:cNvPr id="38"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40" name="Freeform: Shape 39">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pic>
        <p:nvPicPr>
          <p:cNvPr id="6" name="Kép 5" descr="A képen sor, diagram, tervezés látható&#10;&#10;Előfordulhat, hogy az AI által létrehozott tartalom helytelen.">
            <a:extLst>
              <a:ext uri="{FF2B5EF4-FFF2-40B4-BE49-F238E27FC236}">
                <a16:creationId xmlns:a16="http://schemas.microsoft.com/office/drawing/2014/main" id="{899F8A61-97DF-76E7-7B91-DC5BBE0E5F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4371" y="974357"/>
            <a:ext cx="6658331" cy="3545560"/>
          </a:xfrm>
          <a:prstGeom prst="rect">
            <a:avLst/>
          </a:prstGeom>
          <a:effectLst/>
        </p:spPr>
      </p:pic>
      <p:sp>
        <p:nvSpPr>
          <p:cNvPr id="42" name="Rectangle 41">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8" name="Tartalom helye 7" descr="A képen szöveg, képernyőkép, diagram, sor látható&#10;&#10;Előfordulhat, hogy az AI által létrehozott tartalom helytelen.">
            <a:extLst>
              <a:ext uri="{FF2B5EF4-FFF2-40B4-BE49-F238E27FC236}">
                <a16:creationId xmlns:a16="http://schemas.microsoft.com/office/drawing/2014/main" id="{AE6E50B9-5A91-A0C0-2C7C-DC150EDB54D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186335" y="4334150"/>
            <a:ext cx="2861905" cy="2461928"/>
          </a:xfrm>
        </p:spPr>
      </p:pic>
      <p:sp>
        <p:nvSpPr>
          <p:cNvPr id="10" name="Content Placeholder 7">
            <a:extLst>
              <a:ext uri="{FF2B5EF4-FFF2-40B4-BE49-F238E27FC236}">
                <a16:creationId xmlns:a16="http://schemas.microsoft.com/office/drawing/2014/main" id="{8B7FF0CF-0BD4-A123-FC1C-45203ECB111D}"/>
              </a:ext>
            </a:extLst>
          </p:cNvPr>
          <p:cNvSpPr txBox="1">
            <a:spLocks/>
          </p:cNvSpPr>
          <p:nvPr/>
        </p:nvSpPr>
        <p:spPr>
          <a:xfrm>
            <a:off x="579633" y="2251587"/>
            <a:ext cx="4166509" cy="3785419"/>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1800" dirty="0">
                <a:solidFill>
                  <a:srgbClr val="EBEBEB"/>
                </a:solidFill>
                <a:latin typeface="Times New Roman" panose="02020603050405020304" pitchFamily="18" charset="0"/>
                <a:cs typeface="Times New Roman" panose="02020603050405020304" pitchFamily="18" charset="0"/>
              </a:rPr>
              <a:t>Similar structure to the secretaries office</a:t>
            </a:r>
          </a:p>
          <a:p>
            <a:r>
              <a:rPr lang="en-US" sz="1800" dirty="0">
                <a:solidFill>
                  <a:srgbClr val="EBEBEB"/>
                </a:solidFill>
                <a:latin typeface="Times New Roman" panose="02020603050405020304" pitchFamily="18" charset="0"/>
                <a:cs typeface="Times New Roman" panose="02020603050405020304" pitchFamily="18" charset="0"/>
              </a:rPr>
              <a:t>3 VLANs (HR, Finance, Customer Service)</a:t>
            </a:r>
          </a:p>
          <a:p>
            <a:r>
              <a:rPr lang="en-US" sz="1800" dirty="0">
                <a:solidFill>
                  <a:srgbClr val="EBEBEB"/>
                </a:solidFill>
                <a:latin typeface="Times New Roman" panose="02020603050405020304" pitchFamily="18" charset="0"/>
                <a:cs typeface="Times New Roman" panose="02020603050405020304" pitchFamily="18" charset="0"/>
              </a:rPr>
              <a:t>DHCP </a:t>
            </a:r>
            <a:r>
              <a:rPr lang="en-US" sz="1800" dirty="0" err="1">
                <a:solidFill>
                  <a:srgbClr val="EBEBEB"/>
                </a:solidFill>
                <a:latin typeface="Times New Roman" panose="02020603050405020304" pitchFamily="18" charset="0"/>
                <a:cs typeface="Times New Roman" panose="02020603050405020304" pitchFamily="18" charset="0"/>
              </a:rPr>
              <a:t>thrugh</a:t>
            </a:r>
            <a:r>
              <a:rPr lang="en-US" sz="1800" dirty="0">
                <a:solidFill>
                  <a:srgbClr val="EBEBEB"/>
                </a:solidFill>
                <a:latin typeface="Times New Roman" panose="02020603050405020304" pitchFamily="18" charset="0"/>
                <a:cs typeface="Times New Roman" panose="02020603050405020304" pitchFamily="18" charset="0"/>
              </a:rPr>
              <a:t> sub-interfaces</a:t>
            </a:r>
          </a:p>
          <a:p>
            <a:r>
              <a:rPr lang="en-US" sz="1800" dirty="0">
                <a:solidFill>
                  <a:srgbClr val="EBEBEB"/>
                </a:solidFill>
                <a:latin typeface="Times New Roman" panose="02020603050405020304" pitchFamily="18" charset="0"/>
                <a:cs typeface="Times New Roman" panose="02020603050405020304" pitchFamily="18" charset="0"/>
              </a:rPr>
              <a:t>ACL: VLAN 20 can see others but this is not reciprocal</a:t>
            </a:r>
          </a:p>
          <a:p>
            <a:r>
              <a:rPr lang="en-US" sz="1800" dirty="0">
                <a:solidFill>
                  <a:srgbClr val="EBEBEB"/>
                </a:solidFill>
                <a:latin typeface="Times New Roman" panose="02020603050405020304" pitchFamily="18" charset="0"/>
                <a:cs typeface="Times New Roman" panose="02020603050405020304" pitchFamily="18" charset="0"/>
              </a:rPr>
              <a:t>Common Area:</a:t>
            </a:r>
          </a:p>
          <a:p>
            <a:pPr lvl="1"/>
            <a:r>
              <a:rPr lang="hu-HU" dirty="0">
                <a:solidFill>
                  <a:srgbClr val="EBEBEB"/>
                </a:solidFill>
                <a:latin typeface="Times New Roman" panose="02020603050405020304" pitchFamily="18" charset="0"/>
                <a:cs typeface="Times New Roman" panose="02020603050405020304" pitchFamily="18" charset="0"/>
              </a:rPr>
              <a:t>WIFI</a:t>
            </a:r>
            <a:r>
              <a:rPr lang="en-US" dirty="0">
                <a:solidFill>
                  <a:srgbClr val="EBEBEB"/>
                </a:solidFill>
                <a:latin typeface="Times New Roman" panose="02020603050405020304" pitchFamily="18" charset="0"/>
                <a:cs typeface="Times New Roman" panose="02020603050405020304" pitchFamily="18" charset="0"/>
              </a:rPr>
              <a:t> router, Access point and phones</a:t>
            </a:r>
            <a:endParaRPr lang="hu-HU"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206579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348642" y="676656"/>
            <a:ext cx="3522879" cy="932688"/>
          </a:xfrm>
        </p:spPr>
        <p:txBody>
          <a:bodyPr>
            <a:normAutofit/>
          </a:bodyPr>
          <a:lstStyle/>
          <a:p>
            <a:r>
              <a:rPr lang="hu-HU" b="1" dirty="0" err="1">
                <a:solidFill>
                  <a:srgbClr val="FFFFFF"/>
                </a:solidFill>
                <a:latin typeface="Times New Roman" panose="02020603050405020304" pitchFamily="18" charset="0"/>
                <a:cs typeface="Times New Roman" panose="02020603050405020304" pitchFamily="18" charset="0"/>
              </a:rPr>
              <a:t>Redundancy</a:t>
            </a:r>
            <a:endParaRPr lang="hu-HU" b="1" dirty="0">
              <a:solidFill>
                <a:srgbClr val="FFFFFF"/>
              </a:solidFill>
              <a:latin typeface="Times New Roman" panose="02020603050405020304" pitchFamily="18" charset="0"/>
              <a:cs typeface="Times New Roman" panose="02020603050405020304" pitchFamily="18" charset="0"/>
            </a:endParaRPr>
          </a:p>
        </p:txBody>
      </p:sp>
      <p:pic>
        <p:nvPicPr>
          <p:cNvPr id="5" name="Tartalom helye 4" descr="A képen diagram, sor, szöveg, térkép látható&#10;&#10;Előfordulhat, hogy a mesterséges intelligencia által létrehozott tartalom helytelen.">
            <a:extLst>
              <a:ext uri="{FF2B5EF4-FFF2-40B4-BE49-F238E27FC236}">
                <a16:creationId xmlns:a16="http://schemas.microsoft.com/office/drawing/2014/main" id="{0E8D3C66-A4D6-18FB-CF33-561111B8453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725776" y="1383677"/>
            <a:ext cx="5580762" cy="5158122"/>
          </a:xfrm>
        </p:spPr>
      </p:pic>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12201" y="1907080"/>
            <a:ext cx="4166509" cy="411131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A router "ring" is located in the center of the network</a:t>
            </a:r>
          </a:p>
          <a:p>
            <a:r>
              <a:rPr lang="en-US" sz="2200" dirty="0">
                <a:solidFill>
                  <a:srgbClr val="EBEBEB"/>
                </a:solidFill>
                <a:latin typeface="Times New Roman" panose="02020603050405020304" pitchFamily="18" charset="0"/>
                <a:cs typeface="Times New Roman" panose="02020603050405020304" pitchFamily="18" charset="0"/>
              </a:rPr>
              <a:t>All routers are interconnected with each other, this is redundancy</a:t>
            </a:r>
          </a:p>
          <a:p>
            <a:r>
              <a:rPr lang="en-US" sz="2200" dirty="0">
                <a:solidFill>
                  <a:srgbClr val="EBEBEB"/>
                </a:solidFill>
                <a:latin typeface="Times New Roman" panose="02020603050405020304" pitchFamily="18" charset="0"/>
                <a:cs typeface="Times New Roman" panose="02020603050405020304" pitchFamily="18" charset="0"/>
              </a:rPr>
              <a:t>This technology is a backup system</a:t>
            </a:r>
          </a:p>
          <a:p>
            <a:r>
              <a:rPr lang="en-US" sz="2200" dirty="0">
                <a:solidFill>
                  <a:srgbClr val="EBEBEB"/>
                </a:solidFill>
                <a:latin typeface="Times New Roman" panose="02020603050405020304" pitchFamily="18" charset="0"/>
                <a:cs typeface="Times New Roman" panose="02020603050405020304" pitchFamily="18" charset="0"/>
              </a:rPr>
              <a:t>If one router fails, information will reach from point A to point B via the fastest possible route</a:t>
            </a:r>
            <a:endParaRPr lang="hu-HU" sz="2200"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89501"/>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32E8706-6376-6F93-3595-3DEBC8D4C3B0}"/>
              </a:ext>
            </a:extLst>
          </p:cNvPr>
          <p:cNvSpPr>
            <a:spLocks noGrp="1"/>
          </p:cNvSpPr>
          <p:nvPr>
            <p:ph type="title"/>
          </p:nvPr>
        </p:nvSpPr>
        <p:spPr>
          <a:xfrm>
            <a:off x="7760740" y="1544134"/>
            <a:ext cx="2289113" cy="1400530"/>
          </a:xfrm>
        </p:spPr>
        <p:txBody>
          <a:bodyPr/>
          <a:lstStyle/>
          <a:p>
            <a:r>
              <a:rPr lang="hu-HU" b="1" dirty="0">
                <a:latin typeface="Times New Roman" panose="02020603050405020304" pitchFamily="18" charset="0"/>
                <a:cs typeface="Times New Roman" panose="02020603050405020304" pitchFamily="18" charset="0"/>
              </a:rPr>
              <a:t>Testing</a:t>
            </a:r>
          </a:p>
        </p:txBody>
      </p:sp>
      <p:pic>
        <p:nvPicPr>
          <p:cNvPr id="4" name="Kép 3">
            <a:extLst>
              <a:ext uri="{FF2B5EF4-FFF2-40B4-BE49-F238E27FC236}">
                <a16:creationId xmlns:a16="http://schemas.microsoft.com/office/drawing/2014/main" id="{F3D43DD1-911F-2F6A-C39D-36F348F139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20714728">
            <a:off x="483783" y="1291287"/>
            <a:ext cx="5692331" cy="2618472"/>
          </a:xfrm>
          <a:prstGeom prst="rect">
            <a:avLst/>
          </a:prstGeom>
          <a:effectLst/>
        </p:spPr>
      </p:pic>
      <p:pic>
        <p:nvPicPr>
          <p:cNvPr id="5" name="Tartalom helye 5" descr="A képen szöveg, képernyőkép, szám, Betűtípus látható">
            <a:extLst>
              <a:ext uri="{FF2B5EF4-FFF2-40B4-BE49-F238E27FC236}">
                <a16:creationId xmlns:a16="http://schemas.microsoft.com/office/drawing/2014/main" id="{B70E6A44-E655-76D8-28C5-1FF2CEEA92A5}"/>
              </a:ext>
            </a:extLst>
          </p:cNvPr>
          <p:cNvPicPr>
            <a:picLocks noChangeAspect="1"/>
          </p:cNvPicPr>
          <p:nvPr/>
        </p:nvPicPr>
        <p:blipFill>
          <a:blip r:embed="rId3"/>
          <a:stretch>
            <a:fillRect/>
          </a:stretch>
        </p:blipFill>
        <p:spPr>
          <a:xfrm>
            <a:off x="5623561" y="3443900"/>
            <a:ext cx="6025458" cy="2982601"/>
          </a:xfrm>
          <a:prstGeom prst="rect">
            <a:avLst/>
          </a:prstGeom>
          <a:effectLst/>
        </p:spPr>
      </p:pic>
    </p:spTree>
    <p:extLst>
      <p:ext uri="{BB962C8B-B14F-4D97-AF65-F5344CB8AC3E}">
        <p14:creationId xmlns:p14="http://schemas.microsoft.com/office/powerpoint/2010/main" val="1344352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5436C9C-066E-E527-C164-1C649033B2A0}"/>
              </a:ext>
            </a:extLst>
          </p:cNvPr>
          <p:cNvSpPr>
            <a:spLocks noGrp="1"/>
          </p:cNvSpPr>
          <p:nvPr>
            <p:ph type="title"/>
          </p:nvPr>
        </p:nvSpPr>
        <p:spPr>
          <a:xfrm>
            <a:off x="729796" y="677335"/>
            <a:ext cx="3020937" cy="778932"/>
          </a:xfrm>
        </p:spPr>
        <p:txBody>
          <a:bodyPr/>
          <a:lstStyle/>
          <a:p>
            <a:r>
              <a:rPr lang="hu-HU" b="1">
                <a:latin typeface="Times New Roman" panose="02020603050405020304" pitchFamily="18" charset="0"/>
                <a:cs typeface="Times New Roman" panose="02020603050405020304" pitchFamily="18" charset="0"/>
              </a:rPr>
              <a:t>GIT</a:t>
            </a:r>
          </a:p>
        </p:txBody>
      </p:sp>
      <p:sp>
        <p:nvSpPr>
          <p:cNvPr id="3" name="Tartalom helye 2">
            <a:extLst>
              <a:ext uri="{FF2B5EF4-FFF2-40B4-BE49-F238E27FC236}">
                <a16:creationId xmlns:a16="http://schemas.microsoft.com/office/drawing/2014/main" id="{E2D5F620-8ED6-4226-FDAD-7C6C2C6C6273}"/>
              </a:ext>
            </a:extLst>
          </p:cNvPr>
          <p:cNvSpPr>
            <a:spLocks noGrp="1"/>
          </p:cNvSpPr>
          <p:nvPr>
            <p:ph idx="1"/>
          </p:nvPr>
        </p:nvSpPr>
        <p:spPr>
          <a:xfrm>
            <a:off x="1103312" y="1691092"/>
            <a:ext cx="8946541" cy="1147482"/>
          </a:xfrm>
        </p:spPr>
        <p:txBody>
          <a:bodyPr/>
          <a:lstStyle/>
          <a:p>
            <a:pPr algn="just">
              <a:lnSpc>
                <a:spcPct val="115000"/>
              </a:lnSpc>
              <a:spcAft>
                <a:spcPts val="600"/>
              </a:spcAft>
            </a:pPr>
            <a:r>
              <a:rPr lang="en-US" sz="1800" dirty="0">
                <a:effectLst/>
                <a:latin typeface="Times New Roman" panose="02020603050405020304" pitchFamily="18" charset="0"/>
                <a:ea typeface="Aptos" panose="020B0004020202020204" pitchFamily="34" charset="0"/>
              </a:rPr>
              <a:t>Git is a version control system that can be used for efficient management and tracking of code changes. It enables developers to manage different file versions and modifications, allowing restoration to previous states.</a:t>
            </a:r>
            <a:endParaRPr lang="hu-HU" dirty="0"/>
          </a:p>
        </p:txBody>
      </p:sp>
      <p:pic>
        <p:nvPicPr>
          <p:cNvPr id="5" name="Kép 4">
            <a:extLst>
              <a:ext uri="{FF2B5EF4-FFF2-40B4-BE49-F238E27FC236}">
                <a16:creationId xmlns:a16="http://schemas.microsoft.com/office/drawing/2014/main" id="{3ECB429A-A68C-B41E-20D5-939DECB5D4BA}"/>
              </a:ext>
            </a:extLst>
          </p:cNvPr>
          <p:cNvPicPr>
            <a:picLocks noChangeAspect="1"/>
          </p:cNvPicPr>
          <p:nvPr/>
        </p:nvPicPr>
        <p:blipFill>
          <a:blip r:embed="rId2"/>
          <a:stretch>
            <a:fillRect/>
          </a:stretch>
        </p:blipFill>
        <p:spPr>
          <a:xfrm>
            <a:off x="2297289" y="3073400"/>
            <a:ext cx="7597422" cy="3598779"/>
          </a:xfrm>
          <a:prstGeom prst="rect">
            <a:avLst/>
          </a:prstGeom>
        </p:spPr>
      </p:pic>
    </p:spTree>
    <p:extLst>
      <p:ext uri="{BB962C8B-B14F-4D97-AF65-F5344CB8AC3E}">
        <p14:creationId xmlns:p14="http://schemas.microsoft.com/office/powerpoint/2010/main" val="29196971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3571C21-4360-C576-027C-A66D9C40F926}"/>
              </a:ext>
            </a:extLst>
          </p:cNvPr>
          <p:cNvSpPr>
            <a:spLocks noGrp="1"/>
          </p:cNvSpPr>
          <p:nvPr>
            <p:ph type="title"/>
          </p:nvPr>
        </p:nvSpPr>
        <p:spPr>
          <a:xfrm>
            <a:off x="823912" y="706718"/>
            <a:ext cx="1165756" cy="690282"/>
          </a:xfrm>
        </p:spPr>
        <p:txBody>
          <a:bodyPr/>
          <a:lstStyle/>
          <a:p>
            <a:r>
              <a:rPr lang="hu-HU" b="1" err="1">
                <a:latin typeface="Times New Roman" panose="02020603050405020304" pitchFamily="18" charset="0"/>
                <a:cs typeface="Times New Roman" panose="02020603050405020304" pitchFamily="18" charset="0"/>
              </a:rPr>
              <a:t>Jira</a:t>
            </a:r>
            <a:endParaRPr lang="hu-HU"/>
          </a:p>
        </p:txBody>
      </p:sp>
      <p:sp>
        <p:nvSpPr>
          <p:cNvPr id="3" name="Tartalom helye 2">
            <a:extLst>
              <a:ext uri="{FF2B5EF4-FFF2-40B4-BE49-F238E27FC236}">
                <a16:creationId xmlns:a16="http://schemas.microsoft.com/office/drawing/2014/main" id="{889F2F75-2855-D29B-1342-94170D198FBC}"/>
              </a:ext>
            </a:extLst>
          </p:cNvPr>
          <p:cNvSpPr>
            <a:spLocks noGrp="1"/>
          </p:cNvSpPr>
          <p:nvPr>
            <p:ph idx="1"/>
          </p:nvPr>
        </p:nvSpPr>
        <p:spPr>
          <a:xfrm>
            <a:off x="1094168" y="1750845"/>
            <a:ext cx="8946541" cy="1372821"/>
          </a:xfrm>
        </p:spPr>
        <p:txBody>
          <a:bodyPr>
            <a:normAutofit/>
          </a:bodyPr>
          <a:lstStyle/>
          <a:p>
            <a:r>
              <a:rPr lang="en-US" sz="2400" dirty="0">
                <a:latin typeface="Times New Roman" panose="02020603050405020304" pitchFamily="18" charset="0"/>
                <a:cs typeface="Times New Roman" panose="02020603050405020304" pitchFamily="18" charset="0"/>
              </a:rPr>
              <a:t>We log work hours in Jira. This platform is used to verify at the end whether actual work was done during the year or if the project was just hastily assembled.</a:t>
            </a:r>
            <a:endParaRPr lang="hu-HU" sz="2400" dirty="0">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10B53AA-05ED-4376-94CB-CEE8A3B7EF83}"/>
              </a:ext>
            </a:extLst>
          </p:cNvPr>
          <p:cNvPicPr>
            <a:picLocks noChangeAspect="1"/>
          </p:cNvPicPr>
          <p:nvPr/>
        </p:nvPicPr>
        <p:blipFill>
          <a:blip r:embed="rId2"/>
          <a:stretch>
            <a:fillRect/>
          </a:stretch>
        </p:blipFill>
        <p:spPr>
          <a:xfrm>
            <a:off x="2516612" y="3252004"/>
            <a:ext cx="7158775" cy="3416433"/>
          </a:xfrm>
          <a:prstGeom prst="rect">
            <a:avLst/>
          </a:prstGeom>
        </p:spPr>
      </p:pic>
    </p:spTree>
    <p:extLst>
      <p:ext uri="{BB962C8B-B14F-4D97-AF65-F5344CB8AC3E}">
        <p14:creationId xmlns:p14="http://schemas.microsoft.com/office/powerpoint/2010/main" val="204612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5239B4D-3DA6-29BC-08AE-2D61DC655214}"/>
              </a:ext>
            </a:extLst>
          </p:cNvPr>
          <p:cNvSpPr>
            <a:spLocks noGrp="1"/>
          </p:cNvSpPr>
          <p:nvPr>
            <p:ph type="title"/>
          </p:nvPr>
        </p:nvSpPr>
        <p:spPr>
          <a:xfrm>
            <a:off x="645130" y="701341"/>
            <a:ext cx="9404723" cy="1400530"/>
          </a:xfrm>
        </p:spPr>
        <p:txBody>
          <a:bodyPr/>
          <a:lstStyle/>
          <a:p>
            <a:r>
              <a:rPr lang="hu-HU" sz="6000" b="1" dirty="0">
                <a:latin typeface="Times New Roman" panose="02020603050405020304" pitchFamily="18" charset="0"/>
                <a:cs typeface="Times New Roman" panose="02020603050405020304" pitchFamily="18" charset="0"/>
              </a:rPr>
              <a:t>Team Time </a:t>
            </a:r>
            <a:r>
              <a:rPr lang="hu-HU" sz="6000" b="1" dirty="0" err="1">
                <a:latin typeface="Times New Roman" panose="02020603050405020304" pitchFamily="18" charset="0"/>
                <a:cs typeface="Times New Roman" panose="02020603050405020304" pitchFamily="18" charset="0"/>
              </a:rPr>
              <a:t>Distribution</a:t>
            </a:r>
            <a:endParaRPr lang="hu-HU" sz="6000" b="1" dirty="0">
              <a:latin typeface="Times New Roman" panose="02020603050405020304" pitchFamily="18" charset="0"/>
              <a:cs typeface="Times New Roman" panose="02020603050405020304" pitchFamily="18" charset="0"/>
            </a:endParaRPr>
          </a:p>
        </p:txBody>
      </p:sp>
      <p:pic>
        <p:nvPicPr>
          <p:cNvPr id="5" name="Kép 4" descr="A képen képernyőkép, kör, Grafika látható&#10;&#10;Előfordulhat, hogy a mesterséges intelligencia által létrehozott tartalom helytelen.">
            <a:extLst>
              <a:ext uri="{FF2B5EF4-FFF2-40B4-BE49-F238E27FC236}">
                <a16:creationId xmlns:a16="http://schemas.microsoft.com/office/drawing/2014/main" id="{B59451D4-54E7-3AE2-3F4C-DFD57139F1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9605" y="2373457"/>
            <a:ext cx="9112788" cy="2920766"/>
          </a:xfrm>
          <a:prstGeom prst="rect">
            <a:avLst/>
          </a:prstGeom>
        </p:spPr>
      </p:pic>
      <p:pic>
        <p:nvPicPr>
          <p:cNvPr id="8" name="Kép 7">
            <a:extLst>
              <a:ext uri="{FF2B5EF4-FFF2-40B4-BE49-F238E27FC236}">
                <a16:creationId xmlns:a16="http://schemas.microsoft.com/office/drawing/2014/main" id="{C30871D6-8B30-C1BD-7B9A-F58FCC584668}"/>
              </a:ext>
            </a:extLst>
          </p:cNvPr>
          <p:cNvPicPr>
            <a:picLocks noChangeAspect="1"/>
          </p:cNvPicPr>
          <p:nvPr/>
        </p:nvPicPr>
        <p:blipFill>
          <a:blip r:embed="rId3"/>
          <a:stretch>
            <a:fillRect/>
          </a:stretch>
        </p:blipFill>
        <p:spPr>
          <a:xfrm>
            <a:off x="1425448" y="5837395"/>
            <a:ext cx="9341103" cy="736994"/>
          </a:xfrm>
          <a:prstGeom prst="rect">
            <a:avLst/>
          </a:prstGeom>
        </p:spPr>
      </p:pic>
    </p:spTree>
    <p:extLst>
      <p:ext uri="{BB962C8B-B14F-4D97-AF65-F5344CB8AC3E}">
        <p14:creationId xmlns:p14="http://schemas.microsoft.com/office/powerpoint/2010/main" val="34369620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zövegdoboz 3">
            <a:extLst>
              <a:ext uri="{FF2B5EF4-FFF2-40B4-BE49-F238E27FC236}">
                <a16:creationId xmlns:a16="http://schemas.microsoft.com/office/drawing/2014/main" id="{CBF5C63A-B0A4-07A1-974B-B252346C2B50}"/>
              </a:ext>
            </a:extLst>
          </p:cNvPr>
          <p:cNvSpPr txBox="1"/>
          <p:nvPr/>
        </p:nvSpPr>
        <p:spPr>
          <a:xfrm>
            <a:off x="1869440" y="2875002"/>
            <a:ext cx="8453120" cy="1107996"/>
          </a:xfrm>
          <a:prstGeom prst="rect">
            <a:avLst/>
          </a:prstGeom>
          <a:noFill/>
        </p:spPr>
        <p:txBody>
          <a:bodyPr wrap="square" rtlCol="0">
            <a:spAutoFit/>
          </a:bodyPr>
          <a:lstStyle/>
          <a:p>
            <a:pPr algn="ctr"/>
            <a:r>
              <a:rPr lang="hu-HU" sz="6600" b="1" dirty="0" err="1">
                <a:latin typeface="Times New Roman" panose="02020603050405020304" pitchFamily="18" charset="0"/>
                <a:cs typeface="Times New Roman" panose="02020603050405020304" pitchFamily="18" charset="0"/>
              </a:rPr>
              <a:t>Thank</a:t>
            </a:r>
            <a:r>
              <a:rPr lang="hu-HU" sz="6600" b="1" dirty="0">
                <a:latin typeface="Times New Roman" panose="02020603050405020304" pitchFamily="18" charset="0"/>
                <a:cs typeface="Times New Roman" panose="02020603050405020304" pitchFamily="18" charset="0"/>
              </a:rPr>
              <a:t> </a:t>
            </a:r>
            <a:r>
              <a:rPr lang="hu-HU" sz="6600" b="1" dirty="0" err="1">
                <a:latin typeface="Times New Roman" panose="02020603050405020304" pitchFamily="18" charset="0"/>
                <a:cs typeface="Times New Roman" panose="02020603050405020304" pitchFamily="18" charset="0"/>
              </a:rPr>
              <a:t>you</a:t>
            </a:r>
            <a:endParaRPr lang="hu-HU"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910966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91</TotalTime>
  <Words>483</Words>
  <Application>Microsoft Office PowerPoint</Application>
  <PresentationFormat>Szélesvásznú</PresentationFormat>
  <Paragraphs>64</Paragraphs>
  <Slides>14</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14</vt:i4>
      </vt:variant>
    </vt:vector>
  </HeadingPairs>
  <TitlesOfParts>
    <vt:vector size="18" baseType="lpstr">
      <vt:lpstr>Century Gothic</vt:lpstr>
      <vt:lpstr>Times New Roman</vt:lpstr>
      <vt:lpstr>Wingdings 3</vt:lpstr>
      <vt:lpstr>Ion</vt:lpstr>
      <vt:lpstr>Kovta Nyrt.</vt:lpstr>
      <vt:lpstr>Company history</vt:lpstr>
      <vt:lpstr>Offices</vt:lpstr>
      <vt:lpstr>Manager Office &amp; Admin Office</vt:lpstr>
      <vt:lpstr>IT Sector</vt:lpstr>
      <vt:lpstr>Server room</vt:lpstr>
      <vt:lpstr>Secretaries  Office</vt:lpstr>
      <vt:lpstr>Employees Office &amp; Common Area</vt:lpstr>
      <vt:lpstr>Redundancy</vt:lpstr>
      <vt:lpstr>Testing</vt:lpstr>
      <vt:lpstr>GIT</vt:lpstr>
      <vt:lpstr>Jira</vt:lpstr>
      <vt:lpstr>Team Time Distribution</vt:lpstr>
      <vt:lpstr>PowerPoint-bemutató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Kristóf Szőke</dc:creator>
  <cp:lastModifiedBy>Bálint Bánkuti</cp:lastModifiedBy>
  <cp:revision>66</cp:revision>
  <dcterms:created xsi:type="dcterms:W3CDTF">2025-10-06T10:45:57Z</dcterms:created>
  <dcterms:modified xsi:type="dcterms:W3CDTF">2026-02-02T11:53:38Z</dcterms:modified>
</cp:coreProperties>
</file>