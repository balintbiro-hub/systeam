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9"/>
  </p:notesMasterIdLst>
  <p:sldIdLst>
    <p:sldId id="256" r:id="rId2"/>
    <p:sldId id="261" r:id="rId3"/>
    <p:sldId id="257" r:id="rId4"/>
    <p:sldId id="258" r:id="rId5"/>
    <p:sldId id="270" r:id="rId6"/>
    <p:sldId id="260" r:id="rId7"/>
    <p:sldId id="266" r:id="rId8"/>
    <p:sldId id="267" r:id="rId9"/>
    <p:sldId id="269" r:id="rId10"/>
    <p:sldId id="273" r:id="rId11"/>
    <p:sldId id="275" r:id="rId12"/>
    <p:sldId id="268" r:id="rId13"/>
    <p:sldId id="263" r:id="rId14"/>
    <p:sldId id="264" r:id="rId15"/>
    <p:sldId id="276" r:id="rId16"/>
    <p:sldId id="274" r:id="rId17"/>
    <p:sldId id="259"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5DB5DA4-5A93-8235-2CB7-FE92BAED39EE}" v="229" dt="2026-01-06T09:28:46.799"/>
    <p1510:client id="{F5ECD082-5A49-0AC8-DE9A-CD5A7A025F87}" v="155" dt="2026-01-06T10:47:11.11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6" d="100"/>
          <a:sy n="106" d="100"/>
        </p:scale>
        <p:origin x="756"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zőke Kristóf" userId="S::pmszokri@perczel.tmszc.hu::352383ba-3d94-414c-80d4-a71cfa4ada9e" providerId="AD" clId="Web-{F5ECD082-5A49-0AC8-DE9A-CD5A7A025F87}"/>
    <pc:docChg chg="modSld">
      <pc:chgData name="Szőke Kristóf" userId="S::pmszokri@perczel.tmszc.hu::352383ba-3d94-414c-80d4-a71cfa4ada9e" providerId="AD" clId="Web-{F5ECD082-5A49-0AC8-DE9A-CD5A7A025F87}" dt="2026-01-06T10:50:53.730" v="154"/>
      <pc:docMkLst>
        <pc:docMk/>
      </pc:docMkLst>
      <pc:sldChg chg="modSp">
        <pc:chgData name="Szőke Kristóf" userId="S::pmszokri@perczel.tmszc.hu::352383ba-3d94-414c-80d4-a71cfa4ada9e" providerId="AD" clId="Web-{F5ECD082-5A49-0AC8-DE9A-CD5A7A025F87}" dt="2026-01-06T10:40:18.522" v="144" actId="20577"/>
        <pc:sldMkLst>
          <pc:docMk/>
          <pc:sldMk cId="759748806" sldId="258"/>
        </pc:sldMkLst>
        <pc:spChg chg="mod">
          <ac:chgData name="Szőke Kristóf" userId="S::pmszokri@perczel.tmszc.hu::352383ba-3d94-414c-80d4-a71cfa4ada9e" providerId="AD" clId="Web-{F5ECD082-5A49-0AC8-DE9A-CD5A7A025F87}" dt="2026-01-06T10:40:18.522" v="144" actId="20577"/>
          <ac:spMkLst>
            <pc:docMk/>
            <pc:sldMk cId="759748806" sldId="258"/>
            <ac:spMk id="3" creationId="{06CD59AB-6F63-C1CF-64C4-DE0C90F84913}"/>
          </ac:spMkLst>
        </pc:spChg>
      </pc:sldChg>
      <pc:sldChg chg="addSp delSp modSp mod setBg">
        <pc:chgData name="Szőke Kristóf" userId="S::pmszokri@perczel.tmszc.hu::352383ba-3d94-414c-80d4-a71cfa4ada9e" providerId="AD" clId="Web-{F5ECD082-5A49-0AC8-DE9A-CD5A7A025F87}" dt="2026-01-06T10:50:53.730" v="154"/>
        <pc:sldMkLst>
          <pc:docMk/>
          <pc:sldMk cId="2791164856" sldId="262"/>
        </pc:sldMkLst>
        <pc:spChg chg="mod">
          <ac:chgData name="Szőke Kristóf" userId="S::pmszokri@perczel.tmszc.hu::352383ba-3d94-414c-80d4-a71cfa4ada9e" providerId="AD" clId="Web-{F5ECD082-5A49-0AC8-DE9A-CD5A7A025F87}" dt="2026-01-06T10:50:53.730" v="154"/>
          <ac:spMkLst>
            <pc:docMk/>
            <pc:sldMk cId="2791164856" sldId="262"/>
            <ac:spMk id="2" creationId="{ABC8194D-FAD7-BC6C-1BCD-7B3245432F56}"/>
          </ac:spMkLst>
        </pc:spChg>
        <pc:spChg chg="add del mod">
          <ac:chgData name="Szőke Kristóf" userId="S::pmszokri@perczel.tmszc.hu::352383ba-3d94-414c-80d4-a71cfa4ada9e" providerId="AD" clId="Web-{F5ECD082-5A49-0AC8-DE9A-CD5A7A025F87}" dt="2026-01-06T10:46:27.016" v="146"/>
          <ac:spMkLst>
            <pc:docMk/>
            <pc:sldMk cId="2791164856" sldId="262"/>
            <ac:spMk id="4" creationId="{56A3469E-6117-D2C6-7C13-91A3C857CCB4}"/>
          </ac:spMkLst>
        </pc:spChg>
        <pc:spChg chg="ord">
          <ac:chgData name="Szőke Kristóf" userId="S::pmszokri@perczel.tmszc.hu::352383ba-3d94-414c-80d4-a71cfa4ada9e" providerId="AD" clId="Web-{F5ECD082-5A49-0AC8-DE9A-CD5A7A025F87}" dt="2026-01-06T10:50:53.730" v="154"/>
          <ac:spMkLst>
            <pc:docMk/>
            <pc:sldMk cId="2791164856" sldId="262"/>
            <ac:spMk id="8" creationId="{DF60717F-9BBC-B926-057B-16C6F0749BF0}"/>
          </ac:spMkLst>
        </pc:spChg>
        <pc:spChg chg="add">
          <ac:chgData name="Szőke Kristóf" userId="S::pmszokri@perczel.tmszc.hu::352383ba-3d94-414c-80d4-a71cfa4ada9e" providerId="AD" clId="Web-{F5ECD082-5A49-0AC8-DE9A-CD5A7A025F87}" dt="2026-01-06T10:50:53.730" v="154"/>
          <ac:spMkLst>
            <pc:docMk/>
            <pc:sldMk cId="2791164856" sldId="262"/>
            <ac:spMk id="12" creationId="{678C4427-031B-A477-12F3-C25759B3EF92}"/>
          </ac:spMkLst>
        </pc:spChg>
        <pc:spChg chg="add">
          <ac:chgData name="Szőke Kristóf" userId="S::pmszokri@perczel.tmszc.hu::352383ba-3d94-414c-80d4-a71cfa4ada9e" providerId="AD" clId="Web-{F5ECD082-5A49-0AC8-DE9A-CD5A7A025F87}" dt="2026-01-06T10:50:53.730" v="154"/>
          <ac:spMkLst>
            <pc:docMk/>
            <pc:sldMk cId="2791164856" sldId="262"/>
            <ac:spMk id="15" creationId="{B52D69C2-6C47-427C-AE60-582FE30B22A7}"/>
          </ac:spMkLst>
        </pc:spChg>
        <pc:spChg chg="add">
          <ac:chgData name="Szőke Kristóf" userId="S::pmszokri@perczel.tmszc.hu::352383ba-3d94-414c-80d4-a71cfa4ada9e" providerId="AD" clId="Web-{F5ECD082-5A49-0AC8-DE9A-CD5A7A025F87}" dt="2026-01-06T10:50:53.730" v="154"/>
          <ac:spMkLst>
            <pc:docMk/>
            <pc:sldMk cId="2791164856" sldId="262"/>
            <ac:spMk id="17" creationId="{E849FE61-12C4-4A06-A722-B545DE0C8A24}"/>
          </ac:spMkLst>
        </pc:spChg>
        <pc:spChg chg="add">
          <ac:chgData name="Szőke Kristóf" userId="S::pmszokri@perczel.tmszc.hu::352383ba-3d94-414c-80d4-a71cfa4ada9e" providerId="AD" clId="Web-{F5ECD082-5A49-0AC8-DE9A-CD5A7A025F87}" dt="2026-01-06T10:50:53.730" v="154"/>
          <ac:spMkLst>
            <pc:docMk/>
            <pc:sldMk cId="2791164856" sldId="262"/>
            <ac:spMk id="19" creationId="{7FB12D8C-572F-4417-9FE1-D691A132F69F}"/>
          </ac:spMkLst>
        </pc:spChg>
        <pc:picChg chg="del">
          <ac:chgData name="Szőke Kristóf" userId="S::pmszokri@perczel.tmszc.hu::352383ba-3d94-414c-80d4-a71cfa4ada9e" providerId="AD" clId="Web-{F5ECD082-5A49-0AC8-DE9A-CD5A7A025F87}" dt="2026-01-06T10:46:25.656" v="145"/>
          <ac:picMkLst>
            <pc:docMk/>
            <pc:sldMk cId="2791164856" sldId="262"/>
            <ac:picMk id="5" creationId="{EE3620BB-92B9-DD90-84CE-1AD5E862ABDD}"/>
          </ac:picMkLst>
        </pc:picChg>
        <pc:picChg chg="add mod ord">
          <ac:chgData name="Szőke Kristóf" userId="S::pmszokri@perczel.tmszc.hu::352383ba-3d94-414c-80d4-a71cfa4ada9e" providerId="AD" clId="Web-{F5ECD082-5A49-0AC8-DE9A-CD5A7A025F87}" dt="2026-01-06T10:50:53.730" v="154"/>
          <ac:picMkLst>
            <pc:docMk/>
            <pc:sldMk cId="2791164856" sldId="262"/>
            <ac:picMk id="6" creationId="{286AB106-7A8C-8DC7-6011-5CB48EBDD422}"/>
          </ac:picMkLst>
        </pc:picChg>
        <pc:picChg chg="mod">
          <ac:chgData name="Szőke Kristóf" userId="S::pmszokri@perczel.tmszc.hu::352383ba-3d94-414c-80d4-a71cfa4ada9e" providerId="AD" clId="Web-{F5ECD082-5A49-0AC8-DE9A-CD5A7A025F87}" dt="2026-01-06T10:50:53.730" v="154"/>
          <ac:picMkLst>
            <pc:docMk/>
            <pc:sldMk cId="2791164856" sldId="262"/>
            <ac:picMk id="7" creationId="{34D4C731-E5F6-7326-B9F9-347042D0BC58}"/>
          </ac:picMkLst>
        </pc:picChg>
      </pc:sldChg>
    </pc:docChg>
  </pc:docChgLst>
  <pc:docChgLst>
    <pc:chgData name="Bíró Bálint" userId="S::pmbirbal@perczel.tmszc.hu::f78c7aaf-7a43-4da5-817f-3a4eadd25643" providerId="AD" clId="Web-{B5DB5DA4-5A93-8235-2CB7-FE92BAED39EE}"/>
    <pc:docChg chg="addSld modSld">
      <pc:chgData name="Bíró Bálint" userId="S::pmbirbal@perczel.tmszc.hu::f78c7aaf-7a43-4da5-817f-3a4eadd25643" providerId="AD" clId="Web-{B5DB5DA4-5A93-8235-2CB7-FE92BAED39EE}" dt="2026-01-06T09:28:46.799" v="231" actId="1076"/>
      <pc:docMkLst>
        <pc:docMk/>
      </pc:docMkLst>
      <pc:sldChg chg="modSp">
        <pc:chgData name="Bíró Bálint" userId="S::pmbirbal@perczel.tmszc.hu::f78c7aaf-7a43-4da5-817f-3a4eadd25643" providerId="AD" clId="Web-{B5DB5DA4-5A93-8235-2CB7-FE92BAED39EE}" dt="2026-01-06T09:13:13.352" v="9" actId="20577"/>
        <pc:sldMkLst>
          <pc:docMk/>
          <pc:sldMk cId="2217155473" sldId="256"/>
        </pc:sldMkLst>
        <pc:spChg chg="mod">
          <ac:chgData name="Bíró Bálint" userId="S::pmbirbal@perczel.tmszc.hu::f78c7aaf-7a43-4da5-817f-3a4eadd25643" providerId="AD" clId="Web-{B5DB5DA4-5A93-8235-2CB7-FE92BAED39EE}" dt="2026-01-06T09:13:13.352" v="9" actId="20577"/>
          <ac:spMkLst>
            <pc:docMk/>
            <pc:sldMk cId="2217155473" sldId="256"/>
            <ac:spMk id="3" creationId="{F0FC7F3D-D4B1-CD9B-5373-5C3F3FB25FB0}"/>
          </ac:spMkLst>
        </pc:spChg>
      </pc:sldChg>
      <pc:sldChg chg="addSp delSp modSp mod setBg setClrOvrMap">
        <pc:chgData name="Bíró Bálint" userId="S::pmbirbal@perczel.tmszc.hu::f78c7aaf-7a43-4da5-817f-3a4eadd25643" providerId="AD" clId="Web-{B5DB5DA4-5A93-8235-2CB7-FE92BAED39EE}" dt="2026-01-06T09:19:59.806" v="15" actId="1076"/>
        <pc:sldMkLst>
          <pc:docMk/>
          <pc:sldMk cId="924471978" sldId="257"/>
        </pc:sldMkLst>
        <pc:spChg chg="mod">
          <ac:chgData name="Bíró Bálint" userId="S::pmbirbal@perczel.tmszc.hu::f78c7aaf-7a43-4da5-817f-3a4eadd25643" providerId="AD" clId="Web-{B5DB5DA4-5A93-8235-2CB7-FE92BAED39EE}" dt="2026-01-06T09:19:52.805" v="13"/>
          <ac:spMkLst>
            <pc:docMk/>
            <pc:sldMk cId="924471978" sldId="257"/>
            <ac:spMk id="2" creationId="{9F78A9B4-B6C4-B143-A5DB-78EB841F2883}"/>
          </ac:spMkLst>
        </pc:spChg>
        <pc:spChg chg="mod ord">
          <ac:chgData name="Bíró Bálint" userId="S::pmbirbal@perczel.tmszc.hu::f78c7aaf-7a43-4da5-817f-3a4eadd25643" providerId="AD" clId="Web-{B5DB5DA4-5A93-8235-2CB7-FE92BAED39EE}" dt="2026-01-06T09:19:52.805" v="13"/>
          <ac:spMkLst>
            <pc:docMk/>
            <pc:sldMk cId="924471978" sldId="257"/>
            <ac:spMk id="3" creationId="{34FEA64F-B223-BAC5-DCDB-9F6AC357FB2B}"/>
          </ac:spMkLst>
        </pc:spChg>
        <pc:spChg chg="add">
          <ac:chgData name="Bíró Bálint" userId="S::pmbirbal@perczel.tmszc.hu::f78c7aaf-7a43-4da5-817f-3a4eadd25643" providerId="AD" clId="Web-{B5DB5DA4-5A93-8235-2CB7-FE92BAED39EE}" dt="2026-01-06T09:19:52.805" v="13"/>
          <ac:spMkLst>
            <pc:docMk/>
            <pc:sldMk cId="924471978" sldId="257"/>
            <ac:spMk id="11" creationId="{B4AAD3FD-83A5-4B89-9F8F-01B8870865BE}"/>
          </ac:spMkLst>
        </pc:spChg>
        <pc:spChg chg="add">
          <ac:chgData name="Bíró Bálint" userId="S::pmbirbal@perczel.tmszc.hu::f78c7aaf-7a43-4da5-817f-3a4eadd25643" providerId="AD" clId="Web-{B5DB5DA4-5A93-8235-2CB7-FE92BAED39EE}" dt="2026-01-06T09:19:52.805" v="13"/>
          <ac:spMkLst>
            <pc:docMk/>
            <pc:sldMk cId="924471978" sldId="257"/>
            <ac:spMk id="13" creationId="{61752F1D-FC0F-4103-9584-630E643CCDA6}"/>
          </ac:spMkLst>
        </pc:spChg>
        <pc:spChg chg="add">
          <ac:chgData name="Bíró Bálint" userId="S::pmbirbal@perczel.tmszc.hu::f78c7aaf-7a43-4da5-817f-3a4eadd25643" providerId="AD" clId="Web-{B5DB5DA4-5A93-8235-2CB7-FE92BAED39EE}" dt="2026-01-06T09:19:52.805" v="13"/>
          <ac:spMkLst>
            <pc:docMk/>
            <pc:sldMk cId="924471978" sldId="257"/>
            <ac:spMk id="15" creationId="{70151CB7-E7DE-4917-B831-01DF9CE01306}"/>
          </ac:spMkLst>
        </pc:spChg>
        <pc:spChg chg="add">
          <ac:chgData name="Bíró Bálint" userId="S::pmbirbal@perczel.tmszc.hu::f78c7aaf-7a43-4da5-817f-3a4eadd25643" providerId="AD" clId="Web-{B5DB5DA4-5A93-8235-2CB7-FE92BAED39EE}" dt="2026-01-06T09:19:52.805" v="13"/>
          <ac:spMkLst>
            <pc:docMk/>
            <pc:sldMk cId="924471978" sldId="257"/>
            <ac:spMk id="17" creationId="{A92A1116-1C84-41DF-B803-1F7B0883EC82}"/>
          </ac:spMkLst>
        </pc:spChg>
        <pc:picChg chg="del">
          <ac:chgData name="Bíró Bálint" userId="S::pmbirbal@perczel.tmszc.hu::f78c7aaf-7a43-4da5-817f-3a4eadd25643" providerId="AD" clId="Web-{B5DB5DA4-5A93-8235-2CB7-FE92BAED39EE}" dt="2026-01-06T09:19:22.174" v="10"/>
          <ac:picMkLst>
            <pc:docMk/>
            <pc:sldMk cId="924471978" sldId="257"/>
            <ac:picMk id="5" creationId="{AEA7A936-2E30-9927-85DD-E97ED2C57AB8}"/>
          </ac:picMkLst>
        </pc:picChg>
        <pc:picChg chg="add mod">
          <ac:chgData name="Bíró Bálint" userId="S::pmbirbal@perczel.tmszc.hu::f78c7aaf-7a43-4da5-817f-3a4eadd25643" providerId="AD" clId="Web-{B5DB5DA4-5A93-8235-2CB7-FE92BAED39EE}" dt="2026-01-06T09:19:59.806" v="15" actId="1076"/>
          <ac:picMkLst>
            <pc:docMk/>
            <pc:sldMk cId="924471978" sldId="257"/>
            <ac:picMk id="6" creationId="{2EF7512B-9D42-4475-1A35-F23B82C54850}"/>
          </ac:picMkLst>
        </pc:picChg>
      </pc:sldChg>
      <pc:sldChg chg="addSp delSp modSp mod setBg">
        <pc:chgData name="Bíró Bálint" userId="S::pmbirbal@perczel.tmszc.hu::f78c7aaf-7a43-4da5-817f-3a4eadd25643" providerId="AD" clId="Web-{B5DB5DA4-5A93-8235-2CB7-FE92BAED39EE}" dt="2026-01-06T09:22:54.212" v="44"/>
        <pc:sldMkLst>
          <pc:docMk/>
          <pc:sldMk cId="759748806" sldId="258"/>
        </pc:sldMkLst>
        <pc:spChg chg="mod">
          <ac:chgData name="Bíró Bálint" userId="S::pmbirbal@perczel.tmszc.hu::f78c7aaf-7a43-4da5-817f-3a4eadd25643" providerId="AD" clId="Web-{B5DB5DA4-5A93-8235-2CB7-FE92BAED39EE}" dt="2026-01-06T09:22:54.212" v="44"/>
          <ac:spMkLst>
            <pc:docMk/>
            <pc:sldMk cId="759748806" sldId="258"/>
            <ac:spMk id="2" creationId="{EB9CD8B1-74C3-48CF-01CE-2C7CCE24EF09}"/>
          </ac:spMkLst>
        </pc:spChg>
        <pc:spChg chg="mod ord">
          <ac:chgData name="Bíró Bálint" userId="S::pmbirbal@perczel.tmszc.hu::f78c7aaf-7a43-4da5-817f-3a4eadd25643" providerId="AD" clId="Web-{B5DB5DA4-5A93-8235-2CB7-FE92BAED39EE}" dt="2026-01-06T09:22:54.212" v="44"/>
          <ac:spMkLst>
            <pc:docMk/>
            <pc:sldMk cId="759748806" sldId="258"/>
            <ac:spMk id="3" creationId="{06CD59AB-6F63-C1CF-64C4-DE0C90F84913}"/>
          </ac:spMkLst>
        </pc:spChg>
        <pc:picChg chg="del">
          <ac:chgData name="Bíró Bálint" userId="S::pmbirbal@perczel.tmszc.hu::f78c7aaf-7a43-4da5-817f-3a4eadd25643" providerId="AD" clId="Web-{B5DB5DA4-5A93-8235-2CB7-FE92BAED39EE}" dt="2026-01-06T09:22:09.897" v="18"/>
          <ac:picMkLst>
            <pc:docMk/>
            <pc:sldMk cId="759748806" sldId="258"/>
            <ac:picMk id="4" creationId="{A9236C3B-E117-9217-89EE-807F497E651A}"/>
          </ac:picMkLst>
        </pc:picChg>
        <pc:picChg chg="add mod">
          <ac:chgData name="Bíró Bálint" userId="S::pmbirbal@perczel.tmszc.hu::f78c7aaf-7a43-4da5-817f-3a4eadd25643" providerId="AD" clId="Web-{B5DB5DA4-5A93-8235-2CB7-FE92BAED39EE}" dt="2026-01-06T09:22:54.212" v="44"/>
          <ac:picMkLst>
            <pc:docMk/>
            <pc:sldMk cId="759748806" sldId="258"/>
            <ac:picMk id="5" creationId="{5A6D1294-DA6D-3FE6-821B-A6D21F0F1CA5}"/>
          </ac:picMkLst>
        </pc:picChg>
      </pc:sldChg>
      <pc:sldChg chg="addSp delSp modSp mod setBg setClrOvrMap">
        <pc:chgData name="Bíró Bálint" userId="S::pmbirbal@perczel.tmszc.hu::f78c7aaf-7a43-4da5-817f-3a4eadd25643" providerId="AD" clId="Web-{B5DB5DA4-5A93-8235-2CB7-FE92BAED39EE}" dt="2026-01-06T09:24:17.527" v="66" actId="1076"/>
        <pc:sldMkLst>
          <pc:docMk/>
          <pc:sldMk cId="292292407" sldId="260"/>
        </pc:sldMkLst>
        <pc:spChg chg="mod">
          <ac:chgData name="Bíró Bálint" userId="S::pmbirbal@perczel.tmszc.hu::f78c7aaf-7a43-4da5-817f-3a4eadd25643" providerId="AD" clId="Web-{B5DB5DA4-5A93-8235-2CB7-FE92BAED39EE}" dt="2026-01-06T09:23:49.323" v="62"/>
          <ac:spMkLst>
            <pc:docMk/>
            <pc:sldMk cId="292292407" sldId="260"/>
            <ac:spMk id="2" creationId="{6DE1AA4F-18C7-6688-E3EB-A18BB8DAA200}"/>
          </ac:spMkLst>
        </pc:spChg>
        <pc:spChg chg="mod ord">
          <ac:chgData name="Bíró Bálint" userId="S::pmbirbal@perczel.tmszc.hu::f78c7aaf-7a43-4da5-817f-3a4eadd25643" providerId="AD" clId="Web-{B5DB5DA4-5A93-8235-2CB7-FE92BAED39EE}" dt="2026-01-06T09:23:49.323" v="62"/>
          <ac:spMkLst>
            <pc:docMk/>
            <pc:sldMk cId="292292407" sldId="260"/>
            <ac:spMk id="3" creationId="{357738CE-763E-CF06-54AD-01CC4FEB2144}"/>
          </ac:spMkLst>
        </pc:spChg>
        <pc:spChg chg="add">
          <ac:chgData name="Bíró Bálint" userId="S::pmbirbal@perczel.tmszc.hu::f78c7aaf-7a43-4da5-817f-3a4eadd25643" providerId="AD" clId="Web-{B5DB5DA4-5A93-8235-2CB7-FE92BAED39EE}" dt="2026-01-06T09:23:49.323" v="62"/>
          <ac:spMkLst>
            <pc:docMk/>
            <pc:sldMk cId="292292407" sldId="260"/>
            <ac:spMk id="10" creationId="{B4AAD3FD-83A5-4B89-9F8F-01B8870865BE}"/>
          </ac:spMkLst>
        </pc:spChg>
        <pc:spChg chg="add">
          <ac:chgData name="Bíró Bálint" userId="S::pmbirbal@perczel.tmszc.hu::f78c7aaf-7a43-4da5-817f-3a4eadd25643" providerId="AD" clId="Web-{B5DB5DA4-5A93-8235-2CB7-FE92BAED39EE}" dt="2026-01-06T09:23:49.323" v="62"/>
          <ac:spMkLst>
            <pc:docMk/>
            <pc:sldMk cId="292292407" sldId="260"/>
            <ac:spMk id="12" creationId="{61752F1D-FC0F-4103-9584-630E643CCDA6}"/>
          </ac:spMkLst>
        </pc:spChg>
        <pc:spChg chg="add">
          <ac:chgData name="Bíró Bálint" userId="S::pmbirbal@perczel.tmszc.hu::f78c7aaf-7a43-4da5-817f-3a4eadd25643" providerId="AD" clId="Web-{B5DB5DA4-5A93-8235-2CB7-FE92BAED39EE}" dt="2026-01-06T09:23:49.323" v="62"/>
          <ac:spMkLst>
            <pc:docMk/>
            <pc:sldMk cId="292292407" sldId="260"/>
            <ac:spMk id="14" creationId="{70151CB7-E7DE-4917-B831-01DF9CE01306}"/>
          </ac:spMkLst>
        </pc:spChg>
        <pc:spChg chg="add">
          <ac:chgData name="Bíró Bálint" userId="S::pmbirbal@perczel.tmszc.hu::f78c7aaf-7a43-4da5-817f-3a4eadd25643" providerId="AD" clId="Web-{B5DB5DA4-5A93-8235-2CB7-FE92BAED39EE}" dt="2026-01-06T09:23:49.323" v="62"/>
          <ac:spMkLst>
            <pc:docMk/>
            <pc:sldMk cId="292292407" sldId="260"/>
            <ac:spMk id="16" creationId="{A92A1116-1C84-41DF-B803-1F7B0883EC82}"/>
          </ac:spMkLst>
        </pc:spChg>
        <pc:picChg chg="del">
          <ac:chgData name="Bíró Bálint" userId="S::pmbirbal@perczel.tmszc.hu::f78c7aaf-7a43-4da5-817f-3a4eadd25643" providerId="AD" clId="Web-{B5DB5DA4-5A93-8235-2CB7-FE92BAED39EE}" dt="2026-01-06T09:23:44.589" v="60"/>
          <ac:picMkLst>
            <pc:docMk/>
            <pc:sldMk cId="292292407" sldId="260"/>
            <ac:picMk id="4" creationId="{6CE693D3-B72A-4EE8-0595-1FE53E414FE8}"/>
          </ac:picMkLst>
        </pc:picChg>
        <pc:picChg chg="add del mod">
          <ac:chgData name="Bíró Bálint" userId="S::pmbirbal@perczel.tmszc.hu::f78c7aaf-7a43-4da5-817f-3a4eadd25643" providerId="AD" clId="Web-{B5DB5DA4-5A93-8235-2CB7-FE92BAED39EE}" dt="2026-01-06T09:23:56.183" v="64"/>
          <ac:picMkLst>
            <pc:docMk/>
            <pc:sldMk cId="292292407" sldId="260"/>
            <ac:picMk id="5" creationId="{444E3333-477A-0CD4-93C6-B6653BDB904E}"/>
          </ac:picMkLst>
        </pc:picChg>
        <pc:picChg chg="add mod">
          <ac:chgData name="Bíró Bálint" userId="S::pmbirbal@perczel.tmszc.hu::f78c7aaf-7a43-4da5-817f-3a4eadd25643" providerId="AD" clId="Web-{B5DB5DA4-5A93-8235-2CB7-FE92BAED39EE}" dt="2026-01-06T09:24:17.527" v="66" actId="1076"/>
          <ac:picMkLst>
            <pc:docMk/>
            <pc:sldMk cId="292292407" sldId="260"/>
            <ac:picMk id="6" creationId="{AFC0B734-4FAB-175F-DB10-4E590C72AFAF}"/>
          </ac:picMkLst>
        </pc:picChg>
      </pc:sldChg>
      <pc:sldChg chg="addSp delSp modSp mod setBg">
        <pc:chgData name="Bíró Bálint" userId="S::pmbirbal@perczel.tmszc.hu::f78c7aaf-7a43-4da5-817f-3a4eadd25643" providerId="AD" clId="Web-{B5DB5DA4-5A93-8235-2CB7-FE92BAED39EE}" dt="2026-01-06T09:20:11.292" v="17"/>
        <pc:sldMkLst>
          <pc:docMk/>
          <pc:sldMk cId="1402858700" sldId="261"/>
        </pc:sldMkLst>
        <pc:spChg chg="mod">
          <ac:chgData name="Bíró Bálint" userId="S::pmbirbal@perczel.tmszc.hu::f78c7aaf-7a43-4da5-817f-3a4eadd25643" providerId="AD" clId="Web-{B5DB5DA4-5A93-8235-2CB7-FE92BAED39EE}" dt="2026-01-06T09:20:11.292" v="17"/>
          <ac:spMkLst>
            <pc:docMk/>
            <pc:sldMk cId="1402858700" sldId="261"/>
            <ac:spMk id="2" creationId="{ECAAB136-F220-5D11-D9E1-D851A348CF13}"/>
          </ac:spMkLst>
        </pc:spChg>
        <pc:spChg chg="mod">
          <ac:chgData name="Bíró Bálint" userId="S::pmbirbal@perczel.tmszc.hu::f78c7aaf-7a43-4da5-817f-3a4eadd25643" providerId="AD" clId="Web-{B5DB5DA4-5A93-8235-2CB7-FE92BAED39EE}" dt="2026-01-06T09:20:11.292" v="17"/>
          <ac:spMkLst>
            <pc:docMk/>
            <pc:sldMk cId="1402858700" sldId="261"/>
            <ac:spMk id="3" creationId="{1144816E-DE1F-33F8-C2A0-AA12AFDCC993}"/>
          </ac:spMkLst>
        </pc:spChg>
        <pc:spChg chg="add">
          <ac:chgData name="Bíró Bálint" userId="S::pmbirbal@perczel.tmszc.hu::f78c7aaf-7a43-4da5-817f-3a4eadd25643" providerId="AD" clId="Web-{B5DB5DA4-5A93-8235-2CB7-FE92BAED39EE}" dt="2026-01-06T09:20:11.292" v="17"/>
          <ac:spMkLst>
            <pc:docMk/>
            <pc:sldMk cId="1402858700" sldId="261"/>
            <ac:spMk id="8" creationId="{923E8915-D2AA-4327-A45A-972C3CA9574B}"/>
          </ac:spMkLst>
        </pc:spChg>
        <pc:spChg chg="add">
          <ac:chgData name="Bíró Bálint" userId="S::pmbirbal@perczel.tmszc.hu::f78c7aaf-7a43-4da5-817f-3a4eadd25643" providerId="AD" clId="Web-{B5DB5DA4-5A93-8235-2CB7-FE92BAED39EE}" dt="2026-01-06T09:20:11.292" v="17"/>
          <ac:spMkLst>
            <pc:docMk/>
            <pc:sldMk cId="1402858700" sldId="261"/>
            <ac:spMk id="10" creationId="{8302FC3C-9804-4950-B721-5FD704BA6065}"/>
          </ac:spMkLst>
        </pc:spChg>
        <pc:spChg chg="add">
          <ac:chgData name="Bíró Bálint" userId="S::pmbirbal@perczel.tmszc.hu::f78c7aaf-7a43-4da5-817f-3a4eadd25643" providerId="AD" clId="Web-{B5DB5DA4-5A93-8235-2CB7-FE92BAED39EE}" dt="2026-01-06T09:20:11.292" v="17"/>
          <ac:spMkLst>
            <pc:docMk/>
            <pc:sldMk cId="1402858700" sldId="261"/>
            <ac:spMk id="16" creationId="{F3798573-F27B-47EB-8EA4-7EE34954C2D6}"/>
          </ac:spMkLst>
        </pc:spChg>
        <pc:picChg chg="del">
          <ac:chgData name="Bíró Bálint" userId="S::pmbirbal@perczel.tmszc.hu::f78c7aaf-7a43-4da5-817f-3a4eadd25643" providerId="AD" clId="Web-{B5DB5DA4-5A93-8235-2CB7-FE92BAED39EE}" dt="2026-01-06T09:20:08.229" v="16"/>
          <ac:picMkLst>
            <pc:docMk/>
            <pc:sldMk cId="1402858700" sldId="261"/>
            <ac:picMk id="5" creationId="{FDFB16B4-DC19-E7BF-D6EB-99431CE45740}"/>
          </ac:picMkLst>
        </pc:picChg>
        <pc:picChg chg="add">
          <ac:chgData name="Bíró Bálint" userId="S::pmbirbal@perczel.tmszc.hu::f78c7aaf-7a43-4da5-817f-3a4eadd25643" providerId="AD" clId="Web-{B5DB5DA4-5A93-8235-2CB7-FE92BAED39EE}" dt="2026-01-06T09:20:11.292" v="17"/>
          <ac:picMkLst>
            <pc:docMk/>
            <pc:sldMk cId="1402858700" sldId="261"/>
            <ac:picMk id="14" creationId="{3BC6EBB2-9BDC-4075-BA6B-43A9FBF9C86C}"/>
          </ac:picMkLst>
        </pc:picChg>
        <pc:cxnChg chg="add">
          <ac:chgData name="Bíró Bálint" userId="S::pmbirbal@perczel.tmszc.hu::f78c7aaf-7a43-4da5-817f-3a4eadd25643" providerId="AD" clId="Web-{B5DB5DA4-5A93-8235-2CB7-FE92BAED39EE}" dt="2026-01-06T09:20:11.292" v="17"/>
          <ac:cxnSpMkLst>
            <pc:docMk/>
            <pc:sldMk cId="1402858700" sldId="261"/>
            <ac:cxnSpMk id="12" creationId="{6B9695BD-ECF6-49CA-8877-8C493193C65D}"/>
          </ac:cxnSpMkLst>
        </pc:cxnChg>
      </pc:sldChg>
      <pc:sldChg chg="addSp delSp modSp new mod setBg setClrOvrMap">
        <pc:chgData name="Bíró Bálint" userId="S::pmbirbal@perczel.tmszc.hu::f78c7aaf-7a43-4da5-817f-3a4eadd25643" providerId="AD" clId="Web-{B5DB5DA4-5A93-8235-2CB7-FE92BAED39EE}" dt="2026-01-06T09:26:55.953" v="136" actId="14100"/>
        <pc:sldMkLst>
          <pc:docMk/>
          <pc:sldMk cId="4283856356" sldId="266"/>
        </pc:sldMkLst>
        <pc:spChg chg="mod">
          <ac:chgData name="Bíró Bálint" userId="S::pmbirbal@perczel.tmszc.hu::f78c7aaf-7a43-4da5-817f-3a4eadd25643" providerId="AD" clId="Web-{B5DB5DA4-5A93-8235-2CB7-FE92BAED39EE}" dt="2026-01-06T09:26:26.655" v="131"/>
          <ac:spMkLst>
            <pc:docMk/>
            <pc:sldMk cId="4283856356" sldId="266"/>
            <ac:spMk id="2" creationId="{5F89E10A-42A5-B321-5715-010BEF21ED58}"/>
          </ac:spMkLst>
        </pc:spChg>
        <pc:spChg chg="del">
          <ac:chgData name="Bíró Bálint" userId="S::pmbirbal@perczel.tmszc.hu::f78c7aaf-7a43-4da5-817f-3a4eadd25643" providerId="AD" clId="Web-{B5DB5DA4-5A93-8235-2CB7-FE92BAED39EE}" dt="2026-01-06T09:25:44.311" v="86"/>
          <ac:spMkLst>
            <pc:docMk/>
            <pc:sldMk cId="4283856356" sldId="266"/>
            <ac:spMk id="3" creationId="{4ABA7C28-3247-F4B1-5199-BDD4DAAE4371}"/>
          </ac:spMkLst>
        </pc:spChg>
        <pc:spChg chg="add del">
          <ac:chgData name="Bíró Bálint" userId="S::pmbirbal@perczel.tmszc.hu::f78c7aaf-7a43-4da5-817f-3a4eadd25643" providerId="AD" clId="Web-{B5DB5DA4-5A93-8235-2CB7-FE92BAED39EE}" dt="2026-01-06T09:26:02.436" v="88"/>
          <ac:spMkLst>
            <pc:docMk/>
            <pc:sldMk cId="4283856356" sldId="266"/>
            <ac:spMk id="8" creationId="{599B9FCC-6563-5D39-F268-82AD2935ABC1}"/>
          </ac:spMkLst>
        </pc:spChg>
        <pc:spChg chg="add del">
          <ac:chgData name="Bíró Bálint" userId="S::pmbirbal@perczel.tmszc.hu::f78c7aaf-7a43-4da5-817f-3a4eadd25643" providerId="AD" clId="Web-{B5DB5DA4-5A93-8235-2CB7-FE92BAED39EE}" dt="2026-01-06T09:26:04.842" v="90"/>
          <ac:spMkLst>
            <pc:docMk/>
            <pc:sldMk cId="4283856356" sldId="266"/>
            <ac:spMk id="10" creationId="{24E9536E-F7F8-E05F-064E-C644F083359A}"/>
          </ac:spMkLst>
        </pc:spChg>
        <pc:spChg chg="add del">
          <ac:chgData name="Bíró Bálint" userId="S::pmbirbal@perczel.tmszc.hu::f78c7aaf-7a43-4da5-817f-3a4eadd25643" providerId="AD" clId="Web-{B5DB5DA4-5A93-8235-2CB7-FE92BAED39EE}" dt="2026-01-06T09:26:04.842" v="90"/>
          <ac:spMkLst>
            <pc:docMk/>
            <pc:sldMk cId="4283856356" sldId="266"/>
            <ac:spMk id="11" creationId="{EE4E366E-272A-409E-840F-9A6A64A9E3FF}"/>
          </ac:spMkLst>
        </pc:spChg>
        <pc:spChg chg="add del">
          <ac:chgData name="Bíró Bálint" userId="S::pmbirbal@perczel.tmszc.hu::f78c7aaf-7a43-4da5-817f-3a4eadd25643" providerId="AD" clId="Web-{B5DB5DA4-5A93-8235-2CB7-FE92BAED39EE}" dt="2026-01-06T09:26:04.842" v="90"/>
          <ac:spMkLst>
            <pc:docMk/>
            <pc:sldMk cId="4283856356" sldId="266"/>
            <ac:spMk id="13" creationId="{A721560C-E4AB-4287-A29C-3F6916794CB9}"/>
          </ac:spMkLst>
        </pc:spChg>
        <pc:spChg chg="add del">
          <ac:chgData name="Bíró Bálint" userId="S::pmbirbal@perczel.tmszc.hu::f78c7aaf-7a43-4da5-817f-3a4eadd25643" providerId="AD" clId="Web-{B5DB5DA4-5A93-8235-2CB7-FE92BAED39EE}" dt="2026-01-06T09:26:04.842" v="90"/>
          <ac:spMkLst>
            <pc:docMk/>
            <pc:sldMk cId="4283856356" sldId="266"/>
            <ac:spMk id="15" creationId="{DF6CFF07-D953-4F9C-9A0E-E0A6AACB6158}"/>
          </ac:spMkLst>
        </pc:spChg>
        <pc:spChg chg="add del">
          <ac:chgData name="Bíró Bálint" userId="S::pmbirbal@perczel.tmszc.hu::f78c7aaf-7a43-4da5-817f-3a4eadd25643" providerId="AD" clId="Web-{B5DB5DA4-5A93-8235-2CB7-FE92BAED39EE}" dt="2026-01-06T09:26:04.842" v="90"/>
          <ac:spMkLst>
            <pc:docMk/>
            <pc:sldMk cId="4283856356" sldId="266"/>
            <ac:spMk id="17" creationId="{DAA4FEEE-0B5F-41BF-825D-60F9FB089568}"/>
          </ac:spMkLst>
        </pc:spChg>
        <pc:spChg chg="add del">
          <ac:chgData name="Bíró Bálint" userId="S::pmbirbal@perczel.tmszc.hu::f78c7aaf-7a43-4da5-817f-3a4eadd25643" providerId="AD" clId="Web-{B5DB5DA4-5A93-8235-2CB7-FE92BAED39EE}" dt="2026-01-06T09:26:08.092" v="92"/>
          <ac:spMkLst>
            <pc:docMk/>
            <pc:sldMk cId="4283856356" sldId="266"/>
            <ac:spMk id="19" creationId="{DE4D62F9-188E-4530-84C2-24BDEE4BEB82}"/>
          </ac:spMkLst>
        </pc:spChg>
        <pc:spChg chg="add del">
          <ac:chgData name="Bíró Bálint" userId="S::pmbirbal@perczel.tmszc.hu::f78c7aaf-7a43-4da5-817f-3a4eadd25643" providerId="AD" clId="Web-{B5DB5DA4-5A93-8235-2CB7-FE92BAED39EE}" dt="2026-01-06T09:26:08.092" v="92"/>
          <ac:spMkLst>
            <pc:docMk/>
            <pc:sldMk cId="4283856356" sldId="266"/>
            <ac:spMk id="21" creationId="{757B325C-3E35-45CF-9D07-3BCB281F3B9C}"/>
          </ac:spMkLst>
        </pc:spChg>
        <pc:spChg chg="add del">
          <ac:chgData name="Bíró Bálint" userId="S::pmbirbal@perczel.tmszc.hu::f78c7aaf-7a43-4da5-817f-3a4eadd25643" providerId="AD" clId="Web-{B5DB5DA4-5A93-8235-2CB7-FE92BAED39EE}" dt="2026-01-06T09:26:08.092" v="92"/>
          <ac:spMkLst>
            <pc:docMk/>
            <pc:sldMk cId="4283856356" sldId="266"/>
            <ac:spMk id="22" creationId="{4AC0CD9D-7610-4620-93B4-798CCD9AB581}"/>
          </ac:spMkLst>
        </pc:spChg>
        <pc:spChg chg="add del">
          <ac:chgData name="Bíró Bálint" userId="S::pmbirbal@perczel.tmszc.hu::f78c7aaf-7a43-4da5-817f-3a4eadd25643" providerId="AD" clId="Web-{B5DB5DA4-5A93-8235-2CB7-FE92BAED39EE}" dt="2026-01-06T09:26:08.092" v="92"/>
          <ac:spMkLst>
            <pc:docMk/>
            <pc:sldMk cId="4283856356" sldId="266"/>
            <ac:spMk id="23" creationId="{C24BEC42-AFF3-40D1-93A2-A27A42E1E23C}"/>
          </ac:spMkLst>
        </pc:spChg>
        <pc:spChg chg="add del">
          <ac:chgData name="Bíró Bálint" userId="S::pmbirbal@perczel.tmszc.hu::f78c7aaf-7a43-4da5-817f-3a4eadd25643" providerId="AD" clId="Web-{B5DB5DA4-5A93-8235-2CB7-FE92BAED39EE}" dt="2026-01-06T09:26:08.092" v="92"/>
          <ac:spMkLst>
            <pc:docMk/>
            <pc:sldMk cId="4283856356" sldId="266"/>
            <ac:spMk id="25" creationId="{608F427C-1EC9-4280-9367-F2B3AA063E82}"/>
          </ac:spMkLst>
        </pc:spChg>
        <pc:spChg chg="add del">
          <ac:chgData name="Bíró Bálint" userId="S::pmbirbal@perczel.tmszc.hu::f78c7aaf-7a43-4da5-817f-3a4eadd25643" providerId="AD" clId="Web-{B5DB5DA4-5A93-8235-2CB7-FE92BAED39EE}" dt="2026-01-06T09:26:08.092" v="92"/>
          <ac:spMkLst>
            <pc:docMk/>
            <pc:sldMk cId="4283856356" sldId="266"/>
            <ac:spMk id="27" creationId="{F98810A7-E114-447A-A7D6-69B27CFB5650}"/>
          </ac:spMkLst>
        </pc:spChg>
        <pc:spChg chg="add mod ord">
          <ac:chgData name="Bíró Bálint" userId="S::pmbirbal@perczel.tmszc.hu::f78c7aaf-7a43-4da5-817f-3a4eadd25643" providerId="AD" clId="Web-{B5DB5DA4-5A93-8235-2CB7-FE92BAED39EE}" dt="2026-01-06T09:26:26.655" v="131"/>
          <ac:spMkLst>
            <pc:docMk/>
            <pc:sldMk cId="4283856356" sldId="266"/>
            <ac:spMk id="29" creationId="{599B9FCC-6563-5D39-F268-82AD2935ABC1}"/>
          </ac:spMkLst>
        </pc:spChg>
        <pc:spChg chg="add">
          <ac:chgData name="Bíró Bálint" userId="S::pmbirbal@perczel.tmszc.hu::f78c7aaf-7a43-4da5-817f-3a4eadd25643" providerId="AD" clId="Web-{B5DB5DA4-5A93-8235-2CB7-FE92BAED39EE}" dt="2026-01-06T09:26:26.655" v="131"/>
          <ac:spMkLst>
            <pc:docMk/>
            <pc:sldMk cId="4283856356" sldId="266"/>
            <ac:spMk id="34" creationId="{B4AAD3FD-83A5-4B89-9F8F-01B8870865BE}"/>
          </ac:spMkLst>
        </pc:spChg>
        <pc:spChg chg="add">
          <ac:chgData name="Bíró Bálint" userId="S::pmbirbal@perczel.tmszc.hu::f78c7aaf-7a43-4da5-817f-3a4eadd25643" providerId="AD" clId="Web-{B5DB5DA4-5A93-8235-2CB7-FE92BAED39EE}" dt="2026-01-06T09:26:26.655" v="131"/>
          <ac:spMkLst>
            <pc:docMk/>
            <pc:sldMk cId="4283856356" sldId="266"/>
            <ac:spMk id="36" creationId="{61752F1D-FC0F-4103-9584-630E643CCDA6}"/>
          </ac:spMkLst>
        </pc:spChg>
        <pc:spChg chg="add">
          <ac:chgData name="Bíró Bálint" userId="S::pmbirbal@perczel.tmszc.hu::f78c7aaf-7a43-4da5-817f-3a4eadd25643" providerId="AD" clId="Web-{B5DB5DA4-5A93-8235-2CB7-FE92BAED39EE}" dt="2026-01-06T09:26:26.655" v="131"/>
          <ac:spMkLst>
            <pc:docMk/>
            <pc:sldMk cId="4283856356" sldId="266"/>
            <ac:spMk id="38" creationId="{70151CB7-E7DE-4917-B831-01DF9CE01306}"/>
          </ac:spMkLst>
        </pc:spChg>
        <pc:spChg chg="add">
          <ac:chgData name="Bíró Bálint" userId="S::pmbirbal@perczel.tmszc.hu::f78c7aaf-7a43-4da5-817f-3a4eadd25643" providerId="AD" clId="Web-{B5DB5DA4-5A93-8235-2CB7-FE92BAED39EE}" dt="2026-01-06T09:26:26.655" v="131"/>
          <ac:spMkLst>
            <pc:docMk/>
            <pc:sldMk cId="4283856356" sldId="266"/>
            <ac:spMk id="40" creationId="{A92A1116-1C84-41DF-B803-1F7B0883EC82}"/>
          </ac:spMkLst>
        </pc:spChg>
        <pc:picChg chg="add mod ord">
          <ac:chgData name="Bíró Bálint" userId="S::pmbirbal@perczel.tmszc.hu::f78c7aaf-7a43-4da5-817f-3a4eadd25643" providerId="AD" clId="Web-{B5DB5DA4-5A93-8235-2CB7-FE92BAED39EE}" dt="2026-01-06T09:26:55.953" v="136" actId="14100"/>
          <ac:picMkLst>
            <pc:docMk/>
            <pc:sldMk cId="4283856356" sldId="266"/>
            <ac:picMk id="4" creationId="{B3348411-2EBD-89C9-B8A3-155E2FB7B75F}"/>
          </ac:picMkLst>
        </pc:picChg>
        <pc:picChg chg="add del">
          <ac:chgData name="Bíró Bálint" userId="S::pmbirbal@perczel.tmszc.hu::f78c7aaf-7a43-4da5-817f-3a4eadd25643" providerId="AD" clId="Web-{B5DB5DA4-5A93-8235-2CB7-FE92BAED39EE}" dt="2026-01-06T09:26:08.092" v="92"/>
          <ac:picMkLst>
            <pc:docMk/>
            <pc:sldMk cId="4283856356" sldId="266"/>
            <ac:picMk id="9" creationId="{41B68C77-138E-4BF7-A276-BD0C78A4219F}"/>
          </ac:picMkLst>
        </pc:picChg>
        <pc:picChg chg="add del">
          <ac:chgData name="Bíró Bálint" userId="S::pmbirbal@perczel.tmszc.hu::f78c7aaf-7a43-4da5-817f-3a4eadd25643" providerId="AD" clId="Web-{B5DB5DA4-5A93-8235-2CB7-FE92BAED39EE}" dt="2026-01-06T09:26:08.092" v="92"/>
          <ac:picMkLst>
            <pc:docMk/>
            <pc:sldMk cId="4283856356" sldId="266"/>
            <ac:picMk id="24" creationId="{B9238B3E-24AA-439A-B527-6C5DF6D72145}"/>
          </ac:picMkLst>
        </pc:picChg>
        <pc:picChg chg="add del">
          <ac:chgData name="Bíró Bálint" userId="S::pmbirbal@perczel.tmszc.hu::f78c7aaf-7a43-4da5-817f-3a4eadd25643" providerId="AD" clId="Web-{B5DB5DA4-5A93-8235-2CB7-FE92BAED39EE}" dt="2026-01-06T09:26:08.092" v="92"/>
          <ac:picMkLst>
            <pc:docMk/>
            <pc:sldMk cId="4283856356" sldId="266"/>
            <ac:picMk id="26" creationId="{69F01145-BEA3-4CBF-AA21-10077B948CA8}"/>
          </ac:picMkLst>
        </pc:picChg>
      </pc:sldChg>
      <pc:sldChg chg="addSp delSp modSp new mod setBg setClrOvrMap">
        <pc:chgData name="Bíró Bálint" userId="S::pmbirbal@perczel.tmszc.hu::f78c7aaf-7a43-4da5-817f-3a4eadd25643" providerId="AD" clId="Web-{B5DB5DA4-5A93-8235-2CB7-FE92BAED39EE}" dt="2026-01-06T09:28:46.799" v="231" actId="1076"/>
        <pc:sldMkLst>
          <pc:docMk/>
          <pc:sldMk cId="2792065796" sldId="267"/>
        </pc:sldMkLst>
        <pc:spChg chg="mod">
          <ac:chgData name="Bíró Bálint" userId="S::pmbirbal@perczel.tmszc.hu::f78c7aaf-7a43-4da5-817f-3a4eadd25643" providerId="AD" clId="Web-{B5DB5DA4-5A93-8235-2CB7-FE92BAED39EE}" dt="2026-01-06T09:28:27.158" v="217"/>
          <ac:spMkLst>
            <pc:docMk/>
            <pc:sldMk cId="2792065796" sldId="267"/>
            <ac:spMk id="2" creationId="{32E49D2A-81F0-FCD0-00FC-CE93E0262C9F}"/>
          </ac:spMkLst>
        </pc:spChg>
        <pc:spChg chg="mod ord">
          <ac:chgData name="Bíró Bálint" userId="S::pmbirbal@perczel.tmszc.hu::f78c7aaf-7a43-4da5-817f-3a4eadd25643" providerId="AD" clId="Web-{B5DB5DA4-5A93-8235-2CB7-FE92BAED39EE}" dt="2026-01-06T09:28:41.392" v="229" actId="20577"/>
          <ac:spMkLst>
            <pc:docMk/>
            <pc:sldMk cId="2792065796" sldId="267"/>
            <ac:spMk id="3" creationId="{A831AF57-EEF1-C714-205E-7BE0CA302CB7}"/>
          </ac:spMkLst>
        </pc:spChg>
        <pc:spChg chg="add del">
          <ac:chgData name="Bíró Bálint" userId="S::pmbirbal@perczel.tmszc.hu::f78c7aaf-7a43-4da5-817f-3a4eadd25643" providerId="AD" clId="Web-{B5DB5DA4-5A93-8235-2CB7-FE92BAED39EE}" dt="2026-01-06T09:28:27.142" v="216"/>
          <ac:spMkLst>
            <pc:docMk/>
            <pc:sldMk cId="2792065796" sldId="267"/>
            <ac:spMk id="9" creationId="{B4AAD3FD-83A5-4B89-9F8F-01B8870865BE}"/>
          </ac:spMkLst>
        </pc:spChg>
        <pc:spChg chg="add del">
          <ac:chgData name="Bíró Bálint" userId="S::pmbirbal@perczel.tmszc.hu::f78c7aaf-7a43-4da5-817f-3a4eadd25643" providerId="AD" clId="Web-{B5DB5DA4-5A93-8235-2CB7-FE92BAED39EE}" dt="2026-01-06T09:28:27.142" v="216"/>
          <ac:spMkLst>
            <pc:docMk/>
            <pc:sldMk cId="2792065796" sldId="267"/>
            <ac:spMk id="11" creationId="{61752F1D-FC0F-4103-9584-630E643CCDA6}"/>
          </ac:spMkLst>
        </pc:spChg>
        <pc:spChg chg="add del">
          <ac:chgData name="Bíró Bálint" userId="S::pmbirbal@perczel.tmszc.hu::f78c7aaf-7a43-4da5-817f-3a4eadd25643" providerId="AD" clId="Web-{B5DB5DA4-5A93-8235-2CB7-FE92BAED39EE}" dt="2026-01-06T09:28:27.142" v="216"/>
          <ac:spMkLst>
            <pc:docMk/>
            <pc:sldMk cId="2792065796" sldId="267"/>
            <ac:spMk id="13" creationId="{70151CB7-E7DE-4917-B831-01DF9CE01306}"/>
          </ac:spMkLst>
        </pc:spChg>
        <pc:spChg chg="add del">
          <ac:chgData name="Bíró Bálint" userId="S::pmbirbal@perczel.tmszc.hu::f78c7aaf-7a43-4da5-817f-3a4eadd25643" providerId="AD" clId="Web-{B5DB5DA4-5A93-8235-2CB7-FE92BAED39EE}" dt="2026-01-06T09:28:27.142" v="216"/>
          <ac:spMkLst>
            <pc:docMk/>
            <pc:sldMk cId="2792065796" sldId="267"/>
            <ac:spMk id="15" creationId="{A92A1116-1C84-41DF-B803-1F7B0883EC82}"/>
          </ac:spMkLst>
        </pc:spChg>
        <pc:spChg chg="add">
          <ac:chgData name="Bíró Bálint" userId="S::pmbirbal@perczel.tmszc.hu::f78c7aaf-7a43-4da5-817f-3a4eadd25643" providerId="AD" clId="Web-{B5DB5DA4-5A93-8235-2CB7-FE92BAED39EE}" dt="2026-01-06T09:28:27.158" v="217"/>
          <ac:spMkLst>
            <pc:docMk/>
            <pc:sldMk cId="2792065796" sldId="267"/>
            <ac:spMk id="17" creationId="{EE4E366E-272A-409E-840F-9A6A64A9E3FF}"/>
          </ac:spMkLst>
        </pc:spChg>
        <pc:spChg chg="add">
          <ac:chgData name="Bíró Bálint" userId="S::pmbirbal@perczel.tmszc.hu::f78c7aaf-7a43-4da5-817f-3a4eadd25643" providerId="AD" clId="Web-{B5DB5DA4-5A93-8235-2CB7-FE92BAED39EE}" dt="2026-01-06T09:28:27.158" v="217"/>
          <ac:spMkLst>
            <pc:docMk/>
            <pc:sldMk cId="2792065796" sldId="267"/>
            <ac:spMk id="18" creationId="{A721560C-E4AB-4287-A29C-3F6916794CB9}"/>
          </ac:spMkLst>
        </pc:spChg>
        <pc:spChg chg="add">
          <ac:chgData name="Bíró Bálint" userId="S::pmbirbal@perczel.tmszc.hu::f78c7aaf-7a43-4da5-817f-3a4eadd25643" providerId="AD" clId="Web-{B5DB5DA4-5A93-8235-2CB7-FE92BAED39EE}" dt="2026-01-06T09:28:27.158" v="217"/>
          <ac:spMkLst>
            <pc:docMk/>
            <pc:sldMk cId="2792065796" sldId="267"/>
            <ac:spMk id="19" creationId="{DF6CFF07-D953-4F9C-9A0E-E0A6AACB6158}"/>
          </ac:spMkLst>
        </pc:spChg>
        <pc:spChg chg="add">
          <ac:chgData name="Bíró Bálint" userId="S::pmbirbal@perczel.tmszc.hu::f78c7aaf-7a43-4da5-817f-3a4eadd25643" providerId="AD" clId="Web-{B5DB5DA4-5A93-8235-2CB7-FE92BAED39EE}" dt="2026-01-06T09:28:27.158" v="217"/>
          <ac:spMkLst>
            <pc:docMk/>
            <pc:sldMk cId="2792065796" sldId="267"/>
            <ac:spMk id="20" creationId="{DAA4FEEE-0B5F-41BF-825D-60F9FB089568}"/>
          </ac:spMkLst>
        </pc:spChg>
        <pc:picChg chg="add mod">
          <ac:chgData name="Bíró Bálint" userId="S::pmbirbal@perczel.tmszc.hu::f78c7aaf-7a43-4da5-817f-3a4eadd25643" providerId="AD" clId="Web-{B5DB5DA4-5A93-8235-2CB7-FE92BAED39EE}" dt="2026-01-06T09:28:46.799" v="231" actId="1076"/>
          <ac:picMkLst>
            <pc:docMk/>
            <pc:sldMk cId="2792065796" sldId="267"/>
            <ac:picMk id="4" creationId="{90ED62BF-D5DF-04D1-EE44-141F3A6DF97E}"/>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224234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hu-HU" sz="1200" kern="1200" dirty="0">
                <a:solidFill>
                  <a:schemeClr val="tx1"/>
                </a:solidFill>
                <a:effectLst/>
                <a:latin typeface="+mn-lt"/>
                <a:ea typeface="+mn-ea"/>
                <a:cs typeface="+mn-cs"/>
              </a:rPr>
              <a:t>Good </a:t>
            </a:r>
            <a:r>
              <a:rPr lang="hu-HU" sz="1200" kern="1200" dirty="0" err="1">
                <a:solidFill>
                  <a:schemeClr val="tx1"/>
                </a:solidFill>
                <a:effectLst/>
                <a:latin typeface="+mn-lt"/>
                <a:ea typeface="+mn-ea"/>
                <a:cs typeface="+mn-cs"/>
              </a:rPr>
              <a:t>day</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everyone</a:t>
            </a:r>
            <a:r>
              <a:rPr lang="hu-HU" sz="1200" kern="1200" dirty="0">
                <a:solidFill>
                  <a:schemeClr val="tx1"/>
                </a:solidFill>
                <a:effectLst/>
                <a:latin typeface="+mn-lt"/>
                <a:ea typeface="+mn-ea"/>
                <a:cs typeface="+mn-cs"/>
              </a:rPr>
              <a:t>! I </a:t>
            </a:r>
            <a:r>
              <a:rPr lang="hu-HU" sz="1200" kern="1200" dirty="0" err="1">
                <a:solidFill>
                  <a:schemeClr val="tx1"/>
                </a:solidFill>
                <a:effectLst/>
                <a:latin typeface="+mn-lt"/>
                <a:ea typeface="+mn-ea"/>
                <a:cs typeface="+mn-cs"/>
              </a:rPr>
              <a:t>would</a:t>
            </a:r>
            <a:r>
              <a:rPr lang="hu-HU" sz="1200" kern="1200" dirty="0">
                <a:solidFill>
                  <a:schemeClr val="tx1"/>
                </a:solidFill>
                <a:effectLst/>
                <a:latin typeface="+mn-lt"/>
                <a:ea typeface="+mn-ea"/>
                <a:cs typeface="+mn-cs"/>
              </a:rPr>
              <a:t> like </a:t>
            </a:r>
            <a:r>
              <a:rPr lang="hu-HU" sz="1200" kern="1200" dirty="0" err="1">
                <a:solidFill>
                  <a:schemeClr val="tx1"/>
                </a:solidFill>
                <a:effectLst/>
                <a:latin typeface="+mn-lt"/>
                <a:ea typeface="+mn-ea"/>
                <a:cs typeface="+mn-cs"/>
              </a:rPr>
              <a:t>to</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welcome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you</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all</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My</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name</a:t>
            </a:r>
            <a:r>
              <a:rPr lang="hu-HU" sz="1200" kern="1200" dirty="0">
                <a:solidFill>
                  <a:schemeClr val="tx1"/>
                </a:solidFill>
                <a:effectLst/>
                <a:latin typeface="+mn-lt"/>
                <a:ea typeface="+mn-ea"/>
                <a:cs typeface="+mn-cs"/>
              </a:rPr>
              <a:t> is Bálint Bánkuti, and </a:t>
            </a:r>
            <a:r>
              <a:rPr lang="hu-HU" sz="1200" kern="1200" dirty="0" err="1">
                <a:solidFill>
                  <a:schemeClr val="tx1"/>
                </a:solidFill>
                <a:effectLst/>
                <a:latin typeface="+mn-lt"/>
                <a:ea typeface="+mn-ea"/>
                <a:cs typeface="+mn-cs"/>
              </a:rPr>
              <a:t>together</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with</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my</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colleague</a:t>
            </a:r>
            <a:r>
              <a:rPr lang="hu-HU" sz="1200" kern="1200" dirty="0">
                <a:solidFill>
                  <a:schemeClr val="tx1"/>
                </a:solidFill>
                <a:effectLst/>
                <a:latin typeface="+mn-lt"/>
                <a:ea typeface="+mn-ea"/>
                <a:cs typeface="+mn-cs"/>
              </a:rPr>
              <a:t> Kristóf Szőke, </a:t>
            </a:r>
            <a:r>
              <a:rPr lang="hu-HU" sz="1200" kern="1200" dirty="0" err="1">
                <a:solidFill>
                  <a:schemeClr val="tx1"/>
                </a:solidFill>
                <a:effectLst/>
                <a:latin typeface="+mn-lt"/>
                <a:ea typeface="+mn-ea"/>
                <a:cs typeface="+mn-cs"/>
              </a:rPr>
              <a:t>we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will</a:t>
            </a:r>
            <a:r>
              <a:rPr lang="hu-HU" sz="1200" kern="1200" dirty="0">
                <a:solidFill>
                  <a:schemeClr val="tx1"/>
                </a:solidFill>
                <a:effectLst/>
                <a:latin typeface="+mn-lt"/>
                <a:ea typeface="+mn-ea"/>
                <a:cs typeface="+mn-cs"/>
              </a:rPr>
              <a:t> be </a:t>
            </a:r>
            <a:r>
              <a:rPr lang="hu-HU" sz="1200" kern="1200" dirty="0" err="1">
                <a:solidFill>
                  <a:schemeClr val="tx1"/>
                </a:solidFill>
                <a:effectLst/>
                <a:latin typeface="+mn-lt"/>
                <a:ea typeface="+mn-ea"/>
                <a:cs typeface="+mn-cs"/>
              </a:rPr>
              <a:t>presenting</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network</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infrastructure</a:t>
            </a:r>
            <a:r>
              <a:rPr lang="hu-HU" sz="1200" kern="1200" dirty="0">
                <a:solidFill>
                  <a:schemeClr val="tx1"/>
                </a:solidFill>
                <a:effectLst/>
                <a:latin typeface="+mn-lt"/>
                <a:ea typeface="+mn-ea"/>
                <a:cs typeface="+mn-cs"/>
              </a:rPr>
              <a:t> of </a:t>
            </a:r>
            <a:r>
              <a:rPr lang="hu-HU" sz="1200" kern="1200" dirty="0" err="1">
                <a:solidFill>
                  <a:schemeClr val="tx1"/>
                </a:solidFill>
                <a:effectLst/>
                <a:latin typeface="+mn-lt"/>
                <a:ea typeface="+mn-ea"/>
                <a:cs typeface="+mn-cs"/>
              </a:rPr>
              <a:t>Kovta</a:t>
            </a:r>
            <a:r>
              <a:rPr lang="hu-HU" sz="1200" kern="1200" dirty="0">
                <a:solidFill>
                  <a:schemeClr val="tx1"/>
                </a:solidFill>
                <a:effectLst/>
                <a:latin typeface="+mn-lt"/>
                <a:ea typeface="+mn-ea"/>
                <a:cs typeface="+mn-cs"/>
              </a:rPr>
              <a:t> Nyrt. – a </a:t>
            </a:r>
            <a:r>
              <a:rPr lang="hu-HU" sz="1200" kern="1200" dirty="0" err="1">
                <a:solidFill>
                  <a:schemeClr val="tx1"/>
                </a:solidFill>
                <a:effectLst/>
                <a:latin typeface="+mn-lt"/>
                <a:ea typeface="+mn-ea"/>
                <a:cs typeface="+mn-cs"/>
              </a:rPr>
              <a:t>system</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we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designed</a:t>
            </a:r>
            <a:r>
              <a:rPr lang="hu-HU" sz="1200" kern="1200" dirty="0">
                <a:solidFill>
                  <a:schemeClr val="tx1"/>
                </a:solidFill>
                <a:effectLst/>
                <a:latin typeface="+mn-lt"/>
                <a:ea typeface="+mn-ea"/>
                <a:cs typeface="+mn-cs"/>
              </a:rPr>
              <a:t> and </a:t>
            </a:r>
            <a:r>
              <a:rPr lang="hu-HU" sz="1200" kern="1200" dirty="0" err="1">
                <a:solidFill>
                  <a:schemeClr val="tx1"/>
                </a:solidFill>
                <a:effectLst/>
                <a:latin typeface="+mn-lt"/>
                <a:ea typeface="+mn-ea"/>
                <a:cs typeface="+mn-cs"/>
              </a:rPr>
              <a:t>implemented</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through</a:t>
            </a:r>
            <a:r>
              <a:rPr lang="hu-HU" sz="1200" kern="1200" dirty="0">
                <a:solidFill>
                  <a:schemeClr val="tx1"/>
                </a:solidFill>
                <a:effectLst/>
                <a:latin typeface="+mn-lt"/>
                <a:ea typeface="+mn-ea"/>
                <a:cs typeface="+mn-cs"/>
              </a:rPr>
              <a:t> out </a:t>
            </a:r>
            <a:r>
              <a:rPr lang="hu-HU" sz="1200" kern="1200" dirty="0" err="1">
                <a:solidFill>
                  <a:schemeClr val="tx1"/>
                </a:solidFill>
                <a:effectLst/>
                <a:latin typeface="+mn-lt"/>
                <a:ea typeface="+mn-ea"/>
                <a:cs typeface="+mn-cs"/>
              </a:rPr>
              <a:t>this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academic</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year</a:t>
            </a:r>
            <a:r>
              <a:rPr lang="hu-HU" sz="1200" kern="1200" dirty="0">
                <a:solidFill>
                  <a:schemeClr val="tx1"/>
                </a:solidFill>
                <a:effectLst/>
                <a:latin typeface="+mn-lt"/>
                <a:ea typeface="+mn-ea"/>
                <a:cs typeface="+mn-cs"/>
              </a:rPr>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hu-HU" sz="1200" kern="1200" dirty="0" err="1">
                <a:solidFill>
                  <a:schemeClr val="tx1"/>
                </a:solidFill>
                <a:effectLst/>
                <a:latin typeface="+mn-lt"/>
                <a:ea typeface="+mn-ea"/>
                <a:cs typeface="+mn-cs"/>
              </a:rPr>
              <a:t>Kovta</a:t>
            </a:r>
            <a:r>
              <a:rPr lang="hu-HU" sz="1200" kern="1200" dirty="0">
                <a:solidFill>
                  <a:schemeClr val="tx1"/>
                </a:solidFill>
                <a:effectLst/>
                <a:latin typeface="+mn-lt"/>
                <a:ea typeface="+mn-ea"/>
                <a:cs typeface="+mn-cs"/>
              </a:rPr>
              <a:t> Nyrt. is a </a:t>
            </a:r>
            <a:r>
              <a:rPr lang="hu-HU" sz="1200" kern="1200" dirty="0" err="1">
                <a:solidFill>
                  <a:schemeClr val="tx1"/>
                </a:solidFill>
                <a:effectLst/>
                <a:latin typeface="+mn-lt"/>
                <a:ea typeface="+mn-ea"/>
                <a:cs typeface="+mn-cs"/>
              </a:rPr>
              <a:t>newly</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launched</a:t>
            </a:r>
            <a:r>
              <a:rPr lang="hu-HU" sz="1200" kern="1200" dirty="0">
                <a:solidFill>
                  <a:schemeClr val="tx1"/>
                </a:solidFill>
                <a:effectLst/>
                <a:latin typeface="+mn-lt"/>
                <a:ea typeface="+mn-ea"/>
                <a:cs typeface="+mn-cs"/>
              </a:rPr>
              <a:t> bank. </a:t>
            </a:r>
            <a:r>
              <a:rPr lang="hu-HU" sz="1200" kern="1200" dirty="0" err="1">
                <a:solidFill>
                  <a:schemeClr val="tx1"/>
                </a:solidFill>
                <a:effectLst/>
                <a:latin typeface="+mn-lt"/>
                <a:ea typeface="+mn-ea"/>
                <a:cs typeface="+mn-cs"/>
              </a:rPr>
              <a:t>Our</a:t>
            </a:r>
            <a:r>
              <a:rPr lang="hu-HU" sz="1200" kern="1200" dirty="0">
                <a:solidFill>
                  <a:schemeClr val="tx1"/>
                </a:solidFill>
                <a:effectLst/>
                <a:latin typeface="+mn-lt"/>
                <a:ea typeface="+mn-ea"/>
                <a:cs typeface="+mn-cs"/>
              </a:rPr>
              <a:t> design </a:t>
            </a:r>
            <a:r>
              <a:rPr lang="hu-HU" sz="1200" kern="1200" dirty="0" err="1">
                <a:solidFill>
                  <a:schemeClr val="tx1"/>
                </a:solidFill>
                <a:effectLst/>
                <a:latin typeface="+mn-lt"/>
                <a:ea typeface="+mn-ea"/>
                <a:cs typeface="+mn-cs"/>
              </a:rPr>
              <a:t>was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based</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on</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assumption</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that</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company</a:t>
            </a:r>
            <a:r>
              <a:rPr lang="hu-HU" sz="1200" kern="1200" dirty="0">
                <a:solidFill>
                  <a:schemeClr val="tx1"/>
                </a:solidFill>
                <a:effectLst/>
                <a:latin typeface="+mn-lt"/>
                <a:ea typeface="+mn-ea"/>
                <a:cs typeface="+mn-cs"/>
              </a:rPr>
              <a:t> is </a:t>
            </a:r>
            <a:r>
              <a:rPr lang="hu-HU" sz="1200" kern="1200" dirty="0" err="1">
                <a:solidFill>
                  <a:schemeClr val="tx1"/>
                </a:solidFill>
                <a:effectLst/>
                <a:latin typeface="+mn-lt"/>
                <a:ea typeface="+mn-ea"/>
                <a:cs typeface="+mn-cs"/>
              </a:rPr>
              <a:t>still</a:t>
            </a:r>
            <a:r>
              <a:rPr lang="hu-HU" sz="1200" kern="1200" dirty="0">
                <a:solidFill>
                  <a:schemeClr val="tx1"/>
                </a:solidFill>
                <a:effectLst/>
                <a:latin typeface="+mn-lt"/>
                <a:ea typeface="+mn-ea"/>
                <a:cs typeface="+mn-cs"/>
              </a:rPr>
              <a:t> in </a:t>
            </a:r>
            <a:r>
              <a:rPr lang="hu-HU" sz="1200" kern="1200" dirty="0" err="1">
                <a:solidFill>
                  <a:schemeClr val="tx1"/>
                </a:solidFill>
                <a:effectLst/>
                <a:latin typeface="+mn-lt"/>
                <a:ea typeface="+mn-ea"/>
                <a:cs typeface="+mn-cs"/>
              </a:rPr>
              <a:t>its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early</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stages</a:t>
            </a:r>
            <a:r>
              <a:rPr lang="hu-HU" sz="1200" kern="1200" dirty="0">
                <a:solidFill>
                  <a:schemeClr val="tx1"/>
                </a:solidFill>
                <a:effectLst/>
                <a:latin typeface="+mn-lt"/>
                <a:ea typeface="+mn-ea"/>
                <a:cs typeface="+mn-cs"/>
              </a:rPr>
              <a:t> and is </a:t>
            </a:r>
            <a:r>
              <a:rPr lang="hu-HU" sz="1200" kern="1200" dirty="0" err="1">
                <a:solidFill>
                  <a:schemeClr val="tx1"/>
                </a:solidFill>
                <a:effectLst/>
                <a:latin typeface="+mn-lt"/>
                <a:ea typeface="+mn-ea"/>
                <a:cs typeface="+mn-cs"/>
              </a:rPr>
              <a:t>not</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yet</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expanding</a:t>
            </a:r>
            <a:r>
              <a:rPr lang="hu-HU" sz="1200" kern="1200" dirty="0">
                <a:solidFill>
                  <a:schemeClr val="tx1"/>
                </a:solidFill>
                <a:effectLst/>
                <a:latin typeface="+mn-lt"/>
                <a:ea typeface="+mn-ea"/>
                <a:cs typeface="+mn-cs"/>
              </a:rPr>
              <a:t> – </a:t>
            </a:r>
            <a:r>
              <a:rPr lang="hu-HU" sz="1200" kern="1200" dirty="0" err="1">
                <a:solidFill>
                  <a:schemeClr val="tx1"/>
                </a:solidFill>
                <a:effectLst/>
                <a:latin typeface="+mn-lt"/>
                <a:ea typeface="+mn-ea"/>
                <a:cs typeface="+mn-cs"/>
              </a:rPr>
              <a:t>This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meaning</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all</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departments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are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located</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within</a:t>
            </a:r>
            <a:r>
              <a:rPr lang="hu-HU" sz="1200" kern="1200" dirty="0">
                <a:solidFill>
                  <a:schemeClr val="tx1"/>
                </a:solidFill>
                <a:effectLst/>
                <a:latin typeface="+mn-lt"/>
                <a:ea typeface="+mn-ea"/>
                <a:cs typeface="+mn-cs"/>
              </a:rPr>
              <a:t> a </a:t>
            </a:r>
            <a:r>
              <a:rPr lang="hu-HU" sz="1200" kern="1200" dirty="0" err="1">
                <a:solidFill>
                  <a:schemeClr val="tx1"/>
                </a:solidFill>
                <a:effectLst/>
                <a:latin typeface="+mn-lt"/>
                <a:ea typeface="+mn-ea"/>
                <a:cs typeface="+mn-cs"/>
              </a:rPr>
              <a:t>single</a:t>
            </a:r>
            <a:r>
              <a:rPr lang="hu-HU" sz="1200" kern="1200" dirty="0">
                <a:solidFill>
                  <a:schemeClr val="tx1"/>
                </a:solidFill>
                <a:effectLst/>
                <a:latin typeface="+mn-lt"/>
                <a:ea typeface="+mn-ea"/>
                <a:cs typeface="+mn-cs"/>
              </a:rPr>
              <a:t> building. </a:t>
            </a:r>
            <a:r>
              <a:rPr lang="hu-HU" sz="1200" kern="1200" dirty="0" err="1">
                <a:solidFill>
                  <a:schemeClr val="tx1"/>
                </a:solidFill>
                <a:effectLst/>
                <a:latin typeface="+mn-lt"/>
                <a:ea typeface="+mn-ea"/>
                <a:cs typeface="+mn-cs"/>
              </a:rPr>
              <a:t>We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built</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entire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network</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to</a:t>
            </a:r>
            <a:r>
              <a:rPr lang="hu-HU" sz="1200" kern="1200" dirty="0">
                <a:solidFill>
                  <a:schemeClr val="tx1"/>
                </a:solidFill>
                <a:effectLst/>
                <a:latin typeface="+mn-lt"/>
                <a:ea typeface="+mn-ea"/>
                <a:cs typeface="+mn-cs"/>
              </a:rPr>
              <a:t> be </a:t>
            </a:r>
            <a:r>
              <a:rPr lang="hu-HU" sz="1200" kern="1200" dirty="0" err="1">
                <a:solidFill>
                  <a:schemeClr val="tx1"/>
                </a:solidFill>
                <a:effectLst/>
                <a:latin typeface="+mn-lt"/>
                <a:ea typeface="+mn-ea"/>
                <a:cs typeface="+mn-cs"/>
              </a:rPr>
              <a:t>secure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transparent</a:t>
            </a:r>
            <a:r>
              <a:rPr lang="hu-HU" sz="1200" kern="1200" dirty="0">
                <a:solidFill>
                  <a:schemeClr val="tx1"/>
                </a:solidFill>
                <a:effectLst/>
                <a:latin typeface="+mn-lt"/>
                <a:ea typeface="+mn-ea"/>
                <a:cs typeface="+mn-cs"/>
              </a:rPr>
              <a:t>, and </a:t>
            </a:r>
            <a:r>
              <a:rPr lang="hu-HU" sz="1200" kern="1200" dirty="0" err="1">
                <a:solidFill>
                  <a:schemeClr val="tx1"/>
                </a:solidFill>
                <a:effectLst/>
                <a:latin typeface="+mn-lt"/>
                <a:ea typeface="+mn-ea"/>
                <a:cs typeface="+mn-cs"/>
              </a:rPr>
              <a:t>to</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include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all</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fundamental</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protocols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required</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for</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proper</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operation</a:t>
            </a:r>
            <a:r>
              <a:rPr lang="hu-HU" sz="1200" kern="1200" dirty="0">
                <a:solidFill>
                  <a:schemeClr val="tx1"/>
                </a:solidFill>
                <a:effectLst/>
                <a:latin typeface="+mn-lt"/>
                <a:ea typeface="+mn-ea"/>
                <a:cs typeface="+mn-cs"/>
              </a:rPr>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Within the building, we defined seven separate network segments. Each segment is independently managed and has its own IP address range.</a:t>
            </a:r>
          </a:p>
          <a:p>
            <a:r>
              <a:rPr lang="en-US" dirty="0"/>
              <a:t>In the top right, you can see the secretaries – they are split across three VLANs. Green marks the manager office, orange marks the system administrator area.</a:t>
            </a:r>
          </a:p>
          <a:p>
            <a:r>
              <a:rPr lang="en-US" dirty="0"/>
              <a:t>At the bottom of the building are the bank employees, also using a VLAN structure.</a:t>
            </a:r>
          </a:p>
          <a:p>
            <a:r>
              <a:rPr lang="en-US" dirty="0"/>
              <a:t>Blue marks the server room – the heart of the network. Pink marks the IT sector, where we use IPv6 addressing. Red marks the common area, which has Wi-Fi access.</a:t>
            </a:r>
          </a:p>
          <a:p>
            <a:r>
              <a:rPr lang="en-US" dirty="0"/>
              <a:t>Each segment has its own router or sub-interface, and traffic between segments is controlled by firewalls and ACL rules.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hu-HU" sz="1200" kern="1200" dirty="0">
                <a:solidFill>
                  <a:schemeClr val="tx1"/>
                </a:solidFill>
                <a:effectLst/>
                <a:latin typeface="+mn-lt"/>
                <a:ea typeface="+mn-ea"/>
                <a:cs typeface="+mn-cs"/>
              </a:rPr>
              <a:t>The </a:t>
            </a:r>
            <a:r>
              <a:rPr lang="hu-HU" sz="1200" kern="1200" dirty="0" err="1">
                <a:solidFill>
                  <a:schemeClr val="tx1"/>
                </a:solidFill>
                <a:effectLst/>
                <a:latin typeface="+mn-lt"/>
                <a:ea typeface="+mn-ea"/>
                <a:cs typeface="+mn-cs"/>
              </a:rPr>
              <a:t>manager’s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office</a:t>
            </a:r>
            <a:r>
              <a:rPr lang="hu-HU" sz="1200" kern="1200" dirty="0">
                <a:solidFill>
                  <a:schemeClr val="tx1"/>
                </a:solidFill>
                <a:effectLst/>
                <a:latin typeface="+mn-lt"/>
                <a:ea typeface="+mn-ea"/>
                <a:cs typeface="+mn-cs"/>
              </a:rPr>
              <a:t> and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admin</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office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are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most </a:t>
            </a:r>
            <a:r>
              <a:rPr lang="hu-HU" sz="1200" kern="1200" dirty="0" err="1">
                <a:solidFill>
                  <a:schemeClr val="tx1"/>
                </a:solidFill>
                <a:effectLst/>
                <a:latin typeface="+mn-lt"/>
                <a:ea typeface="+mn-ea"/>
                <a:cs typeface="+mn-cs"/>
              </a:rPr>
              <a:t>secure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points</a:t>
            </a:r>
            <a:r>
              <a:rPr lang="hu-HU" sz="1200" kern="1200" dirty="0">
                <a:solidFill>
                  <a:schemeClr val="tx1"/>
                </a:solidFill>
                <a:effectLst/>
                <a:latin typeface="+mn-lt"/>
                <a:ea typeface="+mn-ea"/>
                <a:cs typeface="+mn-cs"/>
              </a:rPr>
              <a:t> in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network</a:t>
            </a:r>
            <a:r>
              <a:rPr lang="hu-HU" sz="1200" kern="1200" dirty="0">
                <a:solidFill>
                  <a:schemeClr val="tx1"/>
                </a:solidFill>
                <a:effectLst/>
                <a:latin typeface="+mn-lt"/>
                <a:ea typeface="+mn-ea"/>
                <a:cs typeface="+mn-cs"/>
              </a:rPr>
              <a:t> – </a:t>
            </a:r>
            <a:r>
              <a:rPr lang="hu-HU" sz="1200" kern="1200" dirty="0" err="1">
                <a:solidFill>
                  <a:schemeClr val="tx1"/>
                </a:solidFill>
                <a:effectLst/>
                <a:latin typeface="+mn-lt"/>
                <a:ea typeface="+mn-ea"/>
                <a:cs typeface="+mn-cs"/>
              </a:rPr>
              <a:t>both</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are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protected</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by</a:t>
            </a:r>
            <a:r>
              <a:rPr lang="hu-HU" sz="1200" kern="1200" dirty="0">
                <a:solidFill>
                  <a:schemeClr val="tx1"/>
                </a:solidFill>
                <a:effectLst/>
                <a:latin typeface="+mn-lt"/>
                <a:ea typeface="+mn-ea"/>
                <a:cs typeface="+mn-cs"/>
              </a:rPr>
              <a:t> a </a:t>
            </a:r>
            <a:r>
              <a:rPr lang="hu-HU" sz="1200" kern="1200" dirty="0" err="1">
                <a:solidFill>
                  <a:schemeClr val="tx1"/>
                </a:solidFill>
                <a:effectLst/>
                <a:latin typeface="+mn-lt"/>
                <a:ea typeface="+mn-ea"/>
                <a:cs typeface="+mn-cs"/>
              </a:rPr>
              <a:t>firewall</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We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applied</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static</a:t>
            </a:r>
            <a:r>
              <a:rPr lang="hu-HU" sz="1200" kern="1200" dirty="0">
                <a:solidFill>
                  <a:schemeClr val="tx1"/>
                </a:solidFill>
                <a:effectLst/>
                <a:latin typeface="+mn-lt"/>
                <a:ea typeface="+mn-ea"/>
                <a:cs typeface="+mn-cs"/>
              </a:rPr>
              <a:t> NAT </a:t>
            </a:r>
            <a:r>
              <a:rPr lang="hu-HU" sz="1200" kern="1200" dirty="0" err="1">
                <a:solidFill>
                  <a:schemeClr val="tx1"/>
                </a:solidFill>
                <a:effectLst/>
                <a:latin typeface="+mn-lt"/>
                <a:ea typeface="+mn-ea"/>
                <a:cs typeface="+mn-cs"/>
              </a:rPr>
              <a:t>at</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admin</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office</a:t>
            </a:r>
            <a:r>
              <a:rPr lang="hu-HU" sz="1200" kern="1200" dirty="0">
                <a:solidFill>
                  <a:schemeClr val="tx1"/>
                </a:solidFill>
                <a:effectLst/>
                <a:latin typeface="+mn-lt"/>
                <a:ea typeface="+mn-ea"/>
                <a:cs typeface="+mn-cs"/>
              </a:rPr>
              <a:t> and </a:t>
            </a:r>
            <a:r>
              <a:rPr lang="hu-HU" sz="1200" kern="1200" dirty="0" err="1">
                <a:solidFill>
                  <a:schemeClr val="tx1"/>
                </a:solidFill>
                <a:effectLst/>
                <a:latin typeface="+mn-lt"/>
                <a:ea typeface="+mn-ea"/>
                <a:cs typeface="+mn-cs"/>
              </a:rPr>
              <a:t>dynamic</a:t>
            </a:r>
            <a:r>
              <a:rPr lang="hu-HU" sz="1200" kern="1200" dirty="0">
                <a:solidFill>
                  <a:schemeClr val="tx1"/>
                </a:solidFill>
                <a:effectLst/>
                <a:latin typeface="+mn-lt"/>
                <a:ea typeface="+mn-ea"/>
                <a:cs typeface="+mn-cs"/>
              </a:rPr>
              <a:t> NAT </a:t>
            </a:r>
            <a:r>
              <a:rPr lang="hu-HU" sz="1200" kern="1200" dirty="0" err="1">
                <a:solidFill>
                  <a:schemeClr val="tx1"/>
                </a:solidFill>
                <a:effectLst/>
                <a:latin typeface="+mn-lt"/>
                <a:ea typeface="+mn-ea"/>
                <a:cs typeface="+mn-cs"/>
              </a:rPr>
              <a:t>at</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manager’s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office</a:t>
            </a:r>
            <a:r>
              <a:rPr lang="hu-HU" sz="1200" kern="1200" dirty="0">
                <a:solidFill>
                  <a:schemeClr val="tx1"/>
                </a:solidFill>
                <a:effectLst/>
                <a:latin typeface="+mn-lt"/>
                <a:ea typeface="+mn-ea"/>
                <a:cs typeface="+mn-cs"/>
              </a:rPr>
              <a:t>. The </a:t>
            </a:r>
            <a:r>
              <a:rPr lang="hu-HU" sz="1200" kern="1200" dirty="0" err="1">
                <a:solidFill>
                  <a:schemeClr val="tx1"/>
                </a:solidFill>
                <a:effectLst/>
                <a:latin typeface="+mn-lt"/>
                <a:ea typeface="+mn-ea"/>
                <a:cs typeface="+mn-cs"/>
              </a:rPr>
              <a:t>admin</a:t>
            </a:r>
            <a:r>
              <a:rPr lang="hu-HU" sz="1200" kern="1200" dirty="0">
                <a:solidFill>
                  <a:schemeClr val="tx1"/>
                </a:solidFill>
                <a:effectLst/>
                <a:latin typeface="+mn-lt"/>
                <a:ea typeface="+mn-ea"/>
                <a:cs typeface="+mn-cs"/>
              </a:rPr>
              <a:t> laptop and PC </a:t>
            </a:r>
            <a:r>
              <a:rPr lang="hu-HU" sz="1200" kern="1200" dirty="0" err="1">
                <a:solidFill>
                  <a:schemeClr val="tx1"/>
                </a:solidFill>
                <a:effectLst/>
                <a:latin typeface="+mn-lt"/>
                <a:ea typeface="+mn-ea"/>
                <a:cs typeface="+mn-cs"/>
              </a:rPr>
              <a:t>receive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static</a:t>
            </a:r>
            <a:r>
              <a:rPr lang="hu-HU" sz="1200" kern="1200" dirty="0">
                <a:solidFill>
                  <a:schemeClr val="tx1"/>
                </a:solidFill>
                <a:effectLst/>
                <a:latin typeface="+mn-lt"/>
                <a:ea typeface="+mn-ea"/>
                <a:cs typeface="+mn-cs"/>
              </a:rPr>
              <a:t> IP </a:t>
            </a:r>
            <a:r>
              <a:rPr lang="hu-HU" sz="1200" kern="1200" dirty="0" err="1">
                <a:solidFill>
                  <a:schemeClr val="tx1"/>
                </a:solidFill>
                <a:effectLst/>
                <a:latin typeface="+mn-lt"/>
                <a:ea typeface="+mn-ea"/>
                <a:cs typeface="+mn-cs"/>
              </a:rPr>
              <a:t>addresses</a:t>
            </a:r>
            <a:r>
              <a:rPr lang="hu-HU" sz="1200" kern="1200" dirty="0">
                <a:solidFill>
                  <a:schemeClr val="tx1"/>
                </a:solidFill>
                <a:effectLst/>
                <a:latin typeface="+mn-lt"/>
                <a:ea typeface="+mn-ea"/>
                <a:cs typeface="+mn-cs"/>
              </a:rPr>
              <a:t>. The </a:t>
            </a:r>
            <a:r>
              <a:rPr lang="hu-HU" sz="1200" kern="1200" dirty="0" err="1">
                <a:solidFill>
                  <a:schemeClr val="tx1"/>
                </a:solidFill>
                <a:effectLst/>
                <a:latin typeface="+mn-lt"/>
                <a:ea typeface="+mn-ea"/>
                <a:cs typeface="+mn-cs"/>
              </a:rPr>
              <a:t>manager’s</a:t>
            </a:r>
            <a:r>
              <a:rPr lang="hu-HU" sz="1200" kern="1200" dirty="0">
                <a:solidFill>
                  <a:schemeClr val="tx1"/>
                </a:solidFill>
                <a:effectLst/>
                <a:latin typeface="+mn-lt"/>
                <a:ea typeface="+mn-ea"/>
                <a:cs typeface="+mn-cs"/>
              </a:rPr>
              <a:t> PC </a:t>
            </a:r>
            <a:r>
              <a:rPr lang="hu-HU" sz="1200" kern="1200" dirty="0" err="1">
                <a:solidFill>
                  <a:schemeClr val="tx1"/>
                </a:solidFill>
                <a:effectLst/>
                <a:latin typeface="+mn-lt"/>
                <a:ea typeface="+mn-ea"/>
                <a:cs typeface="+mn-cs"/>
              </a:rPr>
              <a:t>also</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uses</a:t>
            </a:r>
            <a:r>
              <a:rPr lang="hu-HU" sz="1200" kern="1200" dirty="0">
                <a:solidFill>
                  <a:schemeClr val="tx1"/>
                </a:solidFill>
                <a:effectLst/>
                <a:latin typeface="+mn-lt"/>
                <a:ea typeface="+mn-ea"/>
                <a:cs typeface="+mn-cs"/>
              </a:rPr>
              <a:t> a </a:t>
            </a:r>
            <a:r>
              <a:rPr lang="hu-HU" sz="1200" kern="1200" dirty="0" err="1">
                <a:solidFill>
                  <a:schemeClr val="tx1"/>
                </a:solidFill>
                <a:effectLst/>
                <a:latin typeface="+mn-lt"/>
                <a:ea typeface="+mn-ea"/>
                <a:cs typeface="+mn-cs"/>
              </a:rPr>
              <a:t>static</a:t>
            </a:r>
            <a:r>
              <a:rPr lang="hu-HU" sz="1200" kern="1200" dirty="0">
                <a:solidFill>
                  <a:schemeClr val="tx1"/>
                </a:solidFill>
                <a:effectLst/>
                <a:latin typeface="+mn-lt"/>
                <a:ea typeface="+mn-ea"/>
                <a:cs typeface="+mn-cs"/>
              </a:rPr>
              <a:t> IP, </a:t>
            </a:r>
            <a:r>
              <a:rPr lang="hu-HU" sz="1200" kern="1200" dirty="0" err="1">
                <a:solidFill>
                  <a:schemeClr val="tx1"/>
                </a:solidFill>
                <a:effectLst/>
                <a:latin typeface="+mn-lt"/>
                <a:ea typeface="+mn-ea"/>
                <a:cs typeface="+mn-cs"/>
              </a:rPr>
              <a:t>while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laptop and printer </a:t>
            </a:r>
            <a:r>
              <a:rPr lang="hu-HU" sz="1200" kern="1200" dirty="0" err="1">
                <a:solidFill>
                  <a:schemeClr val="tx1"/>
                </a:solidFill>
                <a:effectLst/>
                <a:latin typeface="+mn-lt"/>
                <a:ea typeface="+mn-ea"/>
                <a:cs typeface="+mn-cs"/>
              </a:rPr>
              <a:t>obtain</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their</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addresses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via</a:t>
            </a:r>
            <a:r>
              <a:rPr lang="hu-HU" sz="1200" kern="1200" dirty="0">
                <a:solidFill>
                  <a:schemeClr val="tx1"/>
                </a:solidFill>
                <a:effectLst/>
                <a:latin typeface="+mn-lt"/>
                <a:ea typeface="+mn-ea"/>
                <a:cs typeface="+mn-cs"/>
              </a:rPr>
              <a:t> DHCP. The </a:t>
            </a:r>
            <a:r>
              <a:rPr lang="hu-HU" sz="1200" kern="1200" dirty="0" err="1">
                <a:solidFill>
                  <a:schemeClr val="tx1"/>
                </a:solidFill>
                <a:effectLst/>
                <a:latin typeface="+mn-lt"/>
                <a:ea typeface="+mn-ea"/>
                <a:cs typeface="+mn-cs"/>
              </a:rPr>
              <a:t>manager’s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phone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connects</a:t>
            </a:r>
            <a:r>
              <a:rPr lang="hu-HU" sz="1200" kern="1200" dirty="0">
                <a:solidFill>
                  <a:schemeClr val="tx1"/>
                </a:solidFill>
                <a:effectLst/>
                <a:latin typeface="+mn-lt"/>
                <a:ea typeface="+mn-ea"/>
                <a:cs typeface="+mn-cs"/>
              </a:rPr>
              <a:t> over WiFi and – </a:t>
            </a:r>
            <a:r>
              <a:rPr lang="hu-HU" sz="1200" kern="1200" dirty="0" err="1">
                <a:solidFill>
                  <a:schemeClr val="tx1"/>
                </a:solidFill>
                <a:effectLst/>
                <a:latin typeface="+mn-lt"/>
                <a:ea typeface="+mn-ea"/>
                <a:cs typeface="+mn-cs"/>
              </a:rPr>
              <a:t>importantly</a:t>
            </a:r>
            <a:r>
              <a:rPr lang="hu-HU" sz="1200" kern="1200" dirty="0">
                <a:solidFill>
                  <a:schemeClr val="tx1"/>
                </a:solidFill>
                <a:effectLst/>
                <a:latin typeface="+mn-lt"/>
                <a:ea typeface="+mn-ea"/>
                <a:cs typeface="+mn-cs"/>
              </a:rPr>
              <a:t> – is </a:t>
            </a:r>
            <a:r>
              <a:rPr lang="hu-HU" sz="1200" kern="1200" dirty="0" err="1">
                <a:solidFill>
                  <a:schemeClr val="tx1"/>
                </a:solidFill>
                <a:effectLst/>
                <a:latin typeface="+mn-lt"/>
                <a:ea typeface="+mn-ea"/>
                <a:cs typeface="+mn-cs"/>
              </a:rPr>
              <a:t>on</a:t>
            </a:r>
            <a:r>
              <a:rPr lang="hu-HU" sz="1200" kern="1200" dirty="0">
                <a:solidFill>
                  <a:schemeClr val="tx1"/>
                </a:solidFill>
                <a:effectLst/>
                <a:latin typeface="+mn-lt"/>
                <a:ea typeface="+mn-ea"/>
                <a:cs typeface="+mn-cs"/>
              </a:rPr>
              <a:t> a </a:t>
            </a:r>
            <a:r>
              <a:rPr lang="hu-HU" sz="1200" kern="1200" dirty="0" err="1">
                <a:solidFill>
                  <a:schemeClr val="tx1"/>
                </a:solidFill>
                <a:effectLst/>
                <a:latin typeface="+mn-lt"/>
                <a:ea typeface="+mn-ea"/>
                <a:cs typeface="+mn-cs"/>
              </a:rPr>
              <a:t>different</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subnet</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than</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common</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area</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phones</a:t>
            </a:r>
            <a:r>
              <a:rPr lang="hu-HU" sz="1200" kern="1200" dirty="0">
                <a:solidFill>
                  <a:schemeClr val="tx1"/>
                </a:solidFill>
                <a:effectLst/>
                <a:latin typeface="+mn-lt"/>
                <a:ea typeface="+mn-ea"/>
                <a:cs typeface="+mn-cs"/>
              </a:rPr>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hu-HU" sz="1200" kern="1200" dirty="0">
                <a:solidFill>
                  <a:schemeClr val="tx1"/>
                </a:solidFill>
                <a:effectLst/>
                <a:latin typeface="+mn-lt"/>
                <a:ea typeface="+mn-ea"/>
                <a:cs typeface="+mn-cs"/>
              </a:rPr>
              <a:t>The IT sector is </a:t>
            </a:r>
            <a:r>
              <a:rPr lang="hu-HU" sz="1200" kern="1200" dirty="0" err="1">
                <a:solidFill>
                  <a:schemeClr val="tx1"/>
                </a:solidFill>
                <a:effectLst/>
                <a:latin typeface="+mn-lt"/>
                <a:ea typeface="+mn-ea"/>
                <a:cs typeface="+mn-cs"/>
              </a:rPr>
              <a:t>different</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from</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rest of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network</a:t>
            </a:r>
            <a:r>
              <a:rPr lang="hu-HU" sz="1200" kern="1200" dirty="0">
                <a:solidFill>
                  <a:schemeClr val="tx1"/>
                </a:solidFill>
                <a:effectLst/>
                <a:latin typeface="+mn-lt"/>
                <a:ea typeface="+mn-ea"/>
                <a:cs typeface="+mn-cs"/>
              </a:rPr>
              <a:t>: here </a:t>
            </a:r>
            <a:r>
              <a:rPr lang="hu-HU" sz="1200" kern="1200" dirty="0" err="1">
                <a:solidFill>
                  <a:schemeClr val="tx1"/>
                </a:solidFill>
                <a:effectLst/>
                <a:latin typeface="+mn-lt"/>
                <a:ea typeface="+mn-ea"/>
                <a:cs typeface="+mn-cs"/>
              </a:rPr>
              <a:t>we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use</a:t>
            </a:r>
            <a:r>
              <a:rPr lang="hu-HU" sz="1200" kern="1200" dirty="0">
                <a:solidFill>
                  <a:schemeClr val="tx1"/>
                </a:solidFill>
                <a:effectLst/>
                <a:latin typeface="+mn-lt"/>
                <a:ea typeface="+mn-ea"/>
                <a:cs typeface="+mn-cs"/>
              </a:rPr>
              <a:t> IPv6 </a:t>
            </a:r>
            <a:r>
              <a:rPr lang="hu-HU" sz="1200" kern="1200" dirty="0" err="1">
                <a:solidFill>
                  <a:schemeClr val="tx1"/>
                </a:solidFill>
                <a:effectLst/>
                <a:latin typeface="+mn-lt"/>
                <a:ea typeface="+mn-ea"/>
                <a:cs typeface="+mn-cs"/>
              </a:rPr>
              <a:t>addressing</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while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everywhere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else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we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use</a:t>
            </a:r>
            <a:r>
              <a:rPr lang="hu-HU" sz="1200" kern="1200" dirty="0">
                <a:solidFill>
                  <a:schemeClr val="tx1"/>
                </a:solidFill>
                <a:effectLst/>
                <a:latin typeface="+mn-lt"/>
                <a:ea typeface="+mn-ea"/>
                <a:cs typeface="+mn-cs"/>
              </a:rPr>
              <a:t> IPv4.</a:t>
            </a:r>
          </a:p>
          <a:p>
            <a:r>
              <a:rPr lang="hu-HU" sz="1200" kern="1200" dirty="0" err="1">
                <a:solidFill>
                  <a:schemeClr val="tx1"/>
                </a:solidFill>
                <a:effectLst/>
                <a:latin typeface="+mn-lt"/>
                <a:ea typeface="+mn-ea"/>
                <a:cs typeface="+mn-cs"/>
              </a:rPr>
              <a:t>We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chose</a:t>
            </a:r>
            <a:r>
              <a:rPr lang="hu-HU" sz="1200" kern="1200" dirty="0">
                <a:solidFill>
                  <a:schemeClr val="tx1"/>
                </a:solidFill>
                <a:effectLst/>
                <a:latin typeface="+mn-lt"/>
                <a:ea typeface="+mn-ea"/>
                <a:cs typeface="+mn-cs"/>
              </a:rPr>
              <a:t> IPv6 </a:t>
            </a:r>
            <a:r>
              <a:rPr lang="hu-HU" sz="1200" kern="1200" dirty="0" err="1">
                <a:solidFill>
                  <a:schemeClr val="tx1"/>
                </a:solidFill>
                <a:effectLst/>
                <a:latin typeface="+mn-lt"/>
                <a:ea typeface="+mn-ea"/>
                <a:cs typeface="+mn-cs"/>
              </a:rPr>
              <a:t>because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it</a:t>
            </a:r>
            <a:r>
              <a:rPr lang="hu-HU" sz="1200" kern="1200" dirty="0">
                <a:solidFill>
                  <a:schemeClr val="tx1"/>
                </a:solidFill>
                <a:effectLst/>
                <a:latin typeface="+mn-lt"/>
                <a:ea typeface="+mn-ea"/>
                <a:cs typeface="+mn-cs"/>
              </a:rPr>
              <a:t> is a more modern, </a:t>
            </a:r>
            <a:r>
              <a:rPr lang="hu-HU" sz="1200" kern="1200" dirty="0" err="1">
                <a:solidFill>
                  <a:schemeClr val="tx1"/>
                </a:solidFill>
                <a:effectLst/>
                <a:latin typeface="+mn-lt"/>
                <a:ea typeface="+mn-ea"/>
                <a:cs typeface="+mn-cs"/>
              </a:rPr>
              <a:t>future-proof</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protocol</a:t>
            </a:r>
            <a:r>
              <a:rPr lang="hu-HU" sz="1200" kern="1200" dirty="0">
                <a:solidFill>
                  <a:schemeClr val="tx1"/>
                </a:solidFill>
                <a:effectLst/>
                <a:latin typeface="+mn-lt"/>
                <a:ea typeface="+mn-ea"/>
                <a:cs typeface="+mn-cs"/>
              </a:rPr>
              <a:t>. The </a:t>
            </a:r>
            <a:r>
              <a:rPr lang="hu-HU" sz="1200" kern="1200" dirty="0" err="1">
                <a:solidFill>
                  <a:schemeClr val="tx1"/>
                </a:solidFill>
                <a:effectLst/>
                <a:latin typeface="+mn-lt"/>
                <a:ea typeface="+mn-ea"/>
                <a:cs typeface="+mn-cs"/>
              </a:rPr>
              <a:t>world</a:t>
            </a:r>
            <a:r>
              <a:rPr lang="hu-HU" sz="1200" kern="1200" dirty="0">
                <a:solidFill>
                  <a:schemeClr val="tx1"/>
                </a:solidFill>
                <a:effectLst/>
                <a:latin typeface="+mn-lt"/>
                <a:ea typeface="+mn-ea"/>
                <a:cs typeface="+mn-cs"/>
              </a:rPr>
              <a:t> has </a:t>
            </a:r>
            <a:r>
              <a:rPr lang="hu-HU" sz="1200" kern="1200" dirty="0" err="1">
                <a:solidFill>
                  <a:schemeClr val="tx1"/>
                </a:solidFill>
                <a:effectLst/>
                <a:latin typeface="+mn-lt"/>
                <a:ea typeface="+mn-ea"/>
                <a:cs typeface="+mn-cs"/>
              </a:rPr>
              <a:t>already</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run</a:t>
            </a:r>
            <a:r>
              <a:rPr lang="hu-HU" sz="1200" kern="1200" dirty="0">
                <a:solidFill>
                  <a:schemeClr val="tx1"/>
                </a:solidFill>
                <a:effectLst/>
                <a:latin typeface="+mn-lt"/>
                <a:ea typeface="+mn-ea"/>
                <a:cs typeface="+mn-cs"/>
              </a:rPr>
              <a:t> out of IPv4 </a:t>
            </a:r>
            <a:r>
              <a:rPr lang="hu-HU" sz="1200" kern="1200" dirty="0" err="1">
                <a:solidFill>
                  <a:schemeClr val="tx1"/>
                </a:solidFill>
                <a:effectLst/>
                <a:latin typeface="+mn-lt"/>
                <a:ea typeface="+mn-ea"/>
                <a:cs typeface="+mn-cs"/>
              </a:rPr>
              <a:t>addresses</a:t>
            </a:r>
            <a:r>
              <a:rPr lang="hu-HU" sz="1200" kern="1200" dirty="0">
                <a:solidFill>
                  <a:schemeClr val="tx1"/>
                </a:solidFill>
                <a:effectLst/>
                <a:latin typeface="+mn-lt"/>
                <a:ea typeface="+mn-ea"/>
                <a:cs typeface="+mn-cs"/>
              </a:rPr>
              <a:t> – </a:t>
            </a:r>
            <a:r>
              <a:rPr lang="hu-HU" sz="1200" kern="1200" dirty="0" err="1">
                <a:solidFill>
                  <a:schemeClr val="tx1"/>
                </a:solidFill>
                <a:effectLst/>
                <a:latin typeface="+mn-lt"/>
                <a:ea typeface="+mn-ea"/>
                <a:cs typeface="+mn-cs"/>
              </a:rPr>
              <a:t>there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are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only</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around</a:t>
            </a:r>
            <a:r>
              <a:rPr lang="hu-HU" sz="1200" kern="1200" dirty="0">
                <a:solidFill>
                  <a:schemeClr val="tx1"/>
                </a:solidFill>
                <a:effectLst/>
                <a:latin typeface="+mn-lt"/>
                <a:ea typeface="+mn-ea"/>
                <a:cs typeface="+mn-cs"/>
              </a:rPr>
              <a:t> 4.3 </a:t>
            </a:r>
            <a:r>
              <a:rPr lang="hu-HU" sz="1200" kern="1200" dirty="0" err="1">
                <a:solidFill>
                  <a:schemeClr val="tx1"/>
                </a:solidFill>
                <a:effectLst/>
                <a:latin typeface="+mn-lt"/>
                <a:ea typeface="+mn-ea"/>
                <a:cs typeface="+mn-cs"/>
              </a:rPr>
              <a:t>billion</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possible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ones</a:t>
            </a:r>
            <a:r>
              <a:rPr lang="hu-HU" sz="1200" kern="1200" dirty="0">
                <a:solidFill>
                  <a:schemeClr val="tx1"/>
                </a:solidFill>
                <a:effectLst/>
                <a:latin typeface="+mn-lt"/>
                <a:ea typeface="+mn-ea"/>
                <a:cs typeface="+mn-cs"/>
              </a:rPr>
              <a:t>. IPv6 </a:t>
            </a:r>
            <a:r>
              <a:rPr lang="hu-HU" sz="1200" kern="1200" dirty="0" err="1">
                <a:solidFill>
                  <a:schemeClr val="tx1"/>
                </a:solidFill>
                <a:effectLst/>
                <a:latin typeface="+mn-lt"/>
                <a:ea typeface="+mn-ea"/>
                <a:cs typeface="+mn-cs"/>
              </a:rPr>
              <a:t>supports</a:t>
            </a:r>
            <a:r>
              <a:rPr lang="hu-HU" sz="1200" kern="1200" dirty="0">
                <a:solidFill>
                  <a:schemeClr val="tx1"/>
                </a:solidFill>
                <a:effectLst/>
                <a:latin typeface="+mn-lt"/>
                <a:ea typeface="+mn-ea"/>
                <a:cs typeface="+mn-cs"/>
              </a:rPr>
              <a:t> a </a:t>
            </a:r>
            <a:r>
              <a:rPr lang="hu-HU" sz="1200" kern="1200" dirty="0" err="1">
                <a:solidFill>
                  <a:schemeClr val="tx1"/>
                </a:solidFill>
                <a:effectLst/>
                <a:latin typeface="+mn-lt"/>
                <a:ea typeface="+mn-ea"/>
                <a:cs typeface="+mn-cs"/>
              </a:rPr>
              <a:t>practically</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unlimited</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number</a:t>
            </a:r>
            <a:r>
              <a:rPr lang="hu-HU" sz="1200" kern="1200" dirty="0">
                <a:solidFill>
                  <a:schemeClr val="tx1"/>
                </a:solidFill>
                <a:effectLst/>
                <a:latin typeface="+mn-lt"/>
                <a:ea typeface="+mn-ea"/>
                <a:cs typeface="+mn-cs"/>
              </a:rPr>
              <a:t>.</a:t>
            </a:r>
          </a:p>
          <a:p>
            <a:r>
              <a:rPr lang="hu-HU" sz="1200" kern="1200" dirty="0" err="1">
                <a:solidFill>
                  <a:schemeClr val="tx1"/>
                </a:solidFill>
                <a:effectLst/>
                <a:latin typeface="+mn-lt"/>
                <a:ea typeface="+mn-ea"/>
                <a:cs typeface="+mn-cs"/>
              </a:rPr>
              <a:t>Every</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device</a:t>
            </a:r>
            <a:r>
              <a:rPr lang="hu-HU" sz="1200" kern="1200" dirty="0">
                <a:solidFill>
                  <a:schemeClr val="tx1"/>
                </a:solidFill>
                <a:effectLst/>
                <a:latin typeface="+mn-lt"/>
                <a:ea typeface="+mn-ea"/>
                <a:cs typeface="+mn-cs"/>
              </a:rPr>
              <a:t> in </a:t>
            </a:r>
            <a:r>
              <a:rPr lang="hu-HU" sz="1200" kern="1200" dirty="0" err="1">
                <a:solidFill>
                  <a:schemeClr val="tx1"/>
                </a:solidFill>
                <a:effectLst/>
                <a:latin typeface="+mn-lt"/>
                <a:ea typeface="+mn-ea"/>
                <a:cs typeface="+mn-cs"/>
              </a:rPr>
              <a:t>this</a:t>
            </a:r>
            <a:r>
              <a:rPr lang="hu-HU" sz="1200" kern="1200" dirty="0">
                <a:solidFill>
                  <a:schemeClr val="tx1"/>
                </a:solidFill>
                <a:effectLst/>
                <a:latin typeface="+mn-lt"/>
                <a:ea typeface="+mn-ea"/>
                <a:cs typeface="+mn-cs"/>
              </a:rPr>
              <a:t> sector has a </a:t>
            </a:r>
            <a:r>
              <a:rPr lang="hu-HU" sz="1200" kern="1200" dirty="0" err="1">
                <a:solidFill>
                  <a:schemeClr val="tx1"/>
                </a:solidFill>
                <a:effectLst/>
                <a:latin typeface="+mn-lt"/>
                <a:ea typeface="+mn-ea"/>
                <a:cs typeface="+mn-cs"/>
              </a:rPr>
              <a:t>static</a:t>
            </a:r>
            <a:r>
              <a:rPr lang="hu-HU" sz="1200" kern="1200" dirty="0">
                <a:solidFill>
                  <a:schemeClr val="tx1"/>
                </a:solidFill>
                <a:effectLst/>
                <a:latin typeface="+mn-lt"/>
                <a:ea typeface="+mn-ea"/>
                <a:cs typeface="+mn-cs"/>
              </a:rPr>
              <a:t> IP – </a:t>
            </a:r>
            <a:r>
              <a:rPr lang="hu-HU" sz="1200" kern="1200" dirty="0" err="1">
                <a:solidFill>
                  <a:schemeClr val="tx1"/>
                </a:solidFill>
                <a:effectLst/>
                <a:latin typeface="+mn-lt"/>
                <a:ea typeface="+mn-ea"/>
                <a:cs typeface="+mn-cs"/>
              </a:rPr>
              <a:t>there</a:t>
            </a:r>
            <a:r>
              <a:rPr lang="hu-HU" sz="1200" kern="1200" dirty="0">
                <a:solidFill>
                  <a:schemeClr val="tx1"/>
                </a:solidFill>
                <a:effectLst/>
                <a:latin typeface="+mn-lt"/>
                <a:ea typeface="+mn-ea"/>
                <a:cs typeface="+mn-cs"/>
              </a:rPr>
              <a:t> is no DHCP here. </a:t>
            </a:r>
            <a:r>
              <a:rPr lang="hu-HU" sz="1200" kern="1200" dirty="0" err="1">
                <a:solidFill>
                  <a:schemeClr val="tx1"/>
                </a:solidFill>
                <a:effectLst/>
                <a:latin typeface="+mn-lt"/>
                <a:ea typeface="+mn-ea"/>
                <a:cs typeface="+mn-cs"/>
              </a:rPr>
              <a:t>This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makes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sense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because</a:t>
            </a:r>
            <a:r>
              <a:rPr lang="hu-HU" sz="1200" kern="1200" dirty="0">
                <a:solidFill>
                  <a:schemeClr val="tx1"/>
                </a:solidFill>
                <a:effectLst/>
                <a:latin typeface="+mn-lt"/>
                <a:ea typeface="+mn-ea"/>
                <a:cs typeface="+mn-cs"/>
              </a:rPr>
              <a:t> IT </a:t>
            </a:r>
            <a:r>
              <a:rPr lang="hu-HU" sz="1200" kern="1200" dirty="0" err="1">
                <a:solidFill>
                  <a:schemeClr val="tx1"/>
                </a:solidFill>
                <a:effectLst/>
                <a:latin typeface="+mn-lt"/>
                <a:ea typeface="+mn-ea"/>
                <a:cs typeface="+mn-cs"/>
              </a:rPr>
              <a:t>equipment</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needs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to</a:t>
            </a:r>
            <a:r>
              <a:rPr lang="hu-HU" sz="1200" kern="1200" dirty="0">
                <a:solidFill>
                  <a:schemeClr val="tx1"/>
                </a:solidFill>
                <a:effectLst/>
                <a:latin typeface="+mn-lt"/>
                <a:ea typeface="+mn-ea"/>
                <a:cs typeface="+mn-cs"/>
              </a:rPr>
              <a:t> be </a:t>
            </a:r>
            <a:r>
              <a:rPr lang="hu-HU" sz="1200" kern="1200" dirty="0" err="1">
                <a:solidFill>
                  <a:schemeClr val="tx1"/>
                </a:solidFill>
                <a:effectLst/>
                <a:latin typeface="+mn-lt"/>
                <a:ea typeface="+mn-ea"/>
                <a:cs typeface="+mn-cs"/>
              </a:rPr>
              <a:t>reachable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at</a:t>
            </a:r>
            <a:r>
              <a:rPr lang="hu-HU" sz="1200" kern="1200" dirty="0">
                <a:solidFill>
                  <a:schemeClr val="tx1"/>
                </a:solidFill>
                <a:effectLst/>
                <a:latin typeface="+mn-lt"/>
                <a:ea typeface="+mn-ea"/>
                <a:cs typeface="+mn-cs"/>
              </a:rPr>
              <a:t> a consistent, </a:t>
            </a:r>
            <a:r>
              <a:rPr lang="hu-HU" sz="1200" kern="1200" dirty="0" err="1">
                <a:solidFill>
                  <a:schemeClr val="tx1"/>
                </a:solidFill>
                <a:effectLst/>
                <a:latin typeface="+mn-lt"/>
                <a:ea typeface="+mn-ea"/>
                <a:cs typeface="+mn-cs"/>
              </a:rPr>
              <a:t>known</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address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at</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all</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times</a:t>
            </a:r>
            <a:r>
              <a:rPr lang="hu-HU" sz="1200" kern="1200" dirty="0">
                <a:solidFill>
                  <a:schemeClr val="tx1"/>
                </a:solidFill>
                <a:effectLst/>
                <a:latin typeface="+mn-lt"/>
                <a:ea typeface="+mn-ea"/>
                <a:cs typeface="+mn-cs"/>
              </a:rPr>
              <a:t>.</a:t>
            </a:r>
          </a:p>
          <a:p>
            <a:r>
              <a:rPr lang="hu-HU" sz="1200" kern="1200" dirty="0">
                <a:solidFill>
                  <a:schemeClr val="tx1"/>
                </a:solidFill>
                <a:effectLst/>
                <a:latin typeface="+mn-lt"/>
                <a:ea typeface="+mn-ea"/>
                <a:cs typeface="+mn-cs"/>
              </a:rPr>
              <a:t>The router </a:t>
            </a:r>
            <a:r>
              <a:rPr lang="hu-HU" sz="1200" kern="1200" dirty="0" err="1">
                <a:solidFill>
                  <a:schemeClr val="tx1"/>
                </a:solidFill>
                <a:effectLst/>
                <a:latin typeface="+mn-lt"/>
                <a:ea typeface="+mn-ea"/>
                <a:cs typeface="+mn-cs"/>
              </a:rPr>
              <a:t>named</a:t>
            </a:r>
            <a:r>
              <a:rPr lang="hu-HU" sz="1200" kern="1200" dirty="0">
                <a:solidFill>
                  <a:schemeClr val="tx1"/>
                </a:solidFill>
                <a:effectLst/>
                <a:latin typeface="+mn-lt"/>
                <a:ea typeface="+mn-ea"/>
                <a:cs typeface="+mn-cs"/>
              </a:rPr>
              <a:t> IT </a:t>
            </a:r>
            <a:r>
              <a:rPr lang="hu-HU" sz="1200" kern="1200" dirty="0" err="1">
                <a:solidFill>
                  <a:schemeClr val="tx1"/>
                </a:solidFill>
                <a:effectLst/>
                <a:latin typeface="+mn-lt"/>
                <a:ea typeface="+mn-ea"/>
                <a:cs typeface="+mn-cs"/>
              </a:rPr>
              <a:t>handles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all</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traffic</a:t>
            </a:r>
            <a:r>
              <a:rPr lang="hu-HU" sz="1200" kern="1200" dirty="0">
                <a:solidFill>
                  <a:schemeClr val="tx1"/>
                </a:solidFill>
                <a:effectLst/>
                <a:latin typeface="+mn-lt"/>
                <a:ea typeface="+mn-ea"/>
                <a:cs typeface="+mn-cs"/>
              </a:rPr>
              <a:t> in </a:t>
            </a:r>
            <a:r>
              <a:rPr lang="hu-HU" sz="1200" kern="1200" dirty="0" err="1">
                <a:solidFill>
                  <a:schemeClr val="tx1"/>
                </a:solidFill>
                <a:effectLst/>
                <a:latin typeface="+mn-lt"/>
                <a:ea typeface="+mn-ea"/>
                <a:cs typeface="+mn-cs"/>
              </a:rPr>
              <a:t>this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area</a:t>
            </a:r>
            <a:r>
              <a:rPr lang="hu-HU" sz="1200" kern="1200" dirty="0">
                <a:solidFill>
                  <a:schemeClr val="tx1"/>
                </a:solidFill>
                <a:effectLst/>
                <a:latin typeface="+mn-lt"/>
                <a:ea typeface="+mn-ea"/>
                <a:cs typeface="+mn-cs"/>
              </a:rPr>
              <a:t>. The sector </a:t>
            </a:r>
            <a:r>
              <a:rPr lang="hu-HU" sz="1200" kern="1200" dirty="0" err="1">
                <a:solidFill>
                  <a:schemeClr val="tx1"/>
                </a:solidFill>
                <a:effectLst/>
                <a:latin typeface="+mn-lt"/>
                <a:ea typeface="+mn-ea"/>
                <a:cs typeface="+mn-cs"/>
              </a:rPr>
              <a:t>consists</a:t>
            </a:r>
            <a:r>
              <a:rPr lang="hu-HU" sz="1200" kern="1200" dirty="0">
                <a:solidFill>
                  <a:schemeClr val="tx1"/>
                </a:solidFill>
                <a:effectLst/>
                <a:latin typeface="+mn-lt"/>
                <a:ea typeface="+mn-ea"/>
                <a:cs typeface="+mn-cs"/>
              </a:rPr>
              <a:t> of 5 </a:t>
            </a:r>
            <a:r>
              <a:rPr lang="hu-HU" sz="1200" kern="1200" dirty="0" err="1">
                <a:solidFill>
                  <a:schemeClr val="tx1"/>
                </a:solidFill>
                <a:effectLst/>
                <a:latin typeface="+mn-lt"/>
                <a:ea typeface="+mn-ea"/>
                <a:cs typeface="+mn-cs"/>
              </a:rPr>
              <a:t>computers</a:t>
            </a:r>
            <a:r>
              <a:rPr lang="hu-HU" sz="1200" kern="1200" dirty="0">
                <a:solidFill>
                  <a:schemeClr val="tx1"/>
                </a:solidFill>
                <a:effectLst/>
                <a:latin typeface="+mn-lt"/>
                <a:ea typeface="+mn-ea"/>
                <a:cs typeface="+mn-cs"/>
              </a:rPr>
              <a:t>, 3 </a:t>
            </a:r>
            <a:r>
              <a:rPr lang="hu-HU" sz="1200" kern="1200" dirty="0" err="1">
                <a:solidFill>
                  <a:schemeClr val="tx1"/>
                </a:solidFill>
                <a:effectLst/>
                <a:latin typeface="+mn-lt"/>
                <a:ea typeface="+mn-ea"/>
                <a:cs typeface="+mn-cs"/>
              </a:rPr>
              <a:t>printers</a:t>
            </a:r>
            <a:r>
              <a:rPr lang="hu-HU" sz="1200" kern="1200" dirty="0">
                <a:solidFill>
                  <a:schemeClr val="tx1"/>
                </a:solidFill>
                <a:effectLst/>
                <a:latin typeface="+mn-lt"/>
                <a:ea typeface="+mn-ea"/>
                <a:cs typeface="+mn-cs"/>
              </a:rPr>
              <a:t>, and 1 </a:t>
            </a:r>
            <a:r>
              <a:rPr lang="hu-HU" sz="1200" kern="1200" dirty="0" err="1">
                <a:solidFill>
                  <a:schemeClr val="tx1"/>
                </a:solidFill>
                <a:effectLst/>
                <a:latin typeface="+mn-lt"/>
                <a:ea typeface="+mn-ea"/>
                <a:cs typeface="+mn-cs"/>
              </a:rPr>
              <a:t>switch</a:t>
            </a:r>
            <a:r>
              <a:rPr lang="hu-HU" sz="1200" kern="1200" dirty="0">
                <a:solidFill>
                  <a:schemeClr val="tx1"/>
                </a:solidFill>
                <a:effectLst/>
                <a:latin typeface="+mn-lt"/>
                <a:ea typeface="+mn-ea"/>
                <a:cs typeface="+mn-cs"/>
              </a:rPr>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hu-HU" sz="1200" kern="1200" dirty="0" err="1">
                <a:solidFill>
                  <a:schemeClr val="tx1"/>
                </a:solidFill>
                <a:effectLst/>
                <a:latin typeface="+mn-lt"/>
                <a:ea typeface="+mn-ea"/>
                <a:cs typeface="+mn-cs"/>
              </a:rPr>
              <a:t>This</a:t>
            </a:r>
            <a:r>
              <a:rPr lang="hu-HU" sz="1200" kern="1200" dirty="0">
                <a:solidFill>
                  <a:schemeClr val="tx1"/>
                </a:solidFill>
                <a:effectLst/>
                <a:latin typeface="+mn-lt"/>
                <a:ea typeface="+mn-ea"/>
                <a:cs typeface="+mn-cs"/>
              </a:rPr>
              <a:t> is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heart</a:t>
            </a:r>
            <a:r>
              <a:rPr lang="hu-HU" sz="1200" kern="1200" dirty="0">
                <a:solidFill>
                  <a:schemeClr val="tx1"/>
                </a:solidFill>
                <a:effectLst/>
                <a:latin typeface="+mn-lt"/>
                <a:ea typeface="+mn-ea"/>
                <a:cs typeface="+mn-cs"/>
              </a:rPr>
              <a:t> of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network</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server </a:t>
            </a:r>
            <a:r>
              <a:rPr lang="hu-HU" sz="1200" kern="1200" dirty="0" err="1">
                <a:solidFill>
                  <a:schemeClr val="tx1"/>
                </a:solidFill>
                <a:effectLst/>
                <a:latin typeface="+mn-lt"/>
                <a:ea typeface="+mn-ea"/>
                <a:cs typeface="+mn-cs"/>
              </a:rPr>
              <a:t>room</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hosts</a:t>
            </a:r>
            <a:r>
              <a:rPr lang="hu-HU" sz="1200" kern="1200" dirty="0">
                <a:solidFill>
                  <a:schemeClr val="tx1"/>
                </a:solidFill>
                <a:effectLst/>
                <a:latin typeface="+mn-lt"/>
                <a:ea typeface="+mn-ea"/>
                <a:cs typeface="+mn-cs"/>
              </a:rPr>
              <a:t> 4 servers. The WEB server </a:t>
            </a:r>
            <a:r>
              <a:rPr lang="hu-HU" sz="1200" kern="1200" dirty="0" err="1">
                <a:solidFill>
                  <a:schemeClr val="tx1"/>
                </a:solidFill>
                <a:effectLst/>
                <a:latin typeface="+mn-lt"/>
                <a:ea typeface="+mn-ea"/>
                <a:cs typeface="+mn-cs"/>
              </a:rPr>
              <a:t>hosts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our</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team’s</a:t>
            </a:r>
            <a:r>
              <a:rPr lang="hu-HU" sz="1200" kern="1200" dirty="0">
                <a:solidFill>
                  <a:schemeClr val="tx1"/>
                </a:solidFill>
                <a:effectLst/>
                <a:latin typeface="+mn-lt"/>
                <a:ea typeface="+mn-ea"/>
                <a:cs typeface="+mn-cs"/>
              </a:rPr>
              <a:t> website. The DHCP server </a:t>
            </a:r>
            <a:r>
              <a:rPr lang="hu-HU" sz="1200" kern="1200" dirty="0" err="1">
                <a:solidFill>
                  <a:schemeClr val="tx1"/>
                </a:solidFill>
                <a:effectLst/>
                <a:latin typeface="+mn-lt"/>
                <a:ea typeface="+mn-ea"/>
                <a:cs typeface="+mn-cs"/>
              </a:rPr>
              <a:t>dynamically</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distributes</a:t>
            </a:r>
            <a:r>
              <a:rPr lang="hu-HU" sz="1200" kern="1200" dirty="0">
                <a:solidFill>
                  <a:schemeClr val="tx1"/>
                </a:solidFill>
                <a:effectLst/>
                <a:latin typeface="+mn-lt"/>
                <a:ea typeface="+mn-ea"/>
                <a:cs typeface="+mn-cs"/>
              </a:rPr>
              <a:t> IP </a:t>
            </a:r>
            <a:r>
              <a:rPr lang="hu-HU" sz="1200" kern="1200" dirty="0" err="1">
                <a:solidFill>
                  <a:schemeClr val="tx1"/>
                </a:solidFill>
                <a:effectLst/>
                <a:latin typeface="+mn-lt"/>
                <a:ea typeface="+mn-ea"/>
                <a:cs typeface="+mn-cs"/>
              </a:rPr>
              <a:t>addresses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to</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all</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network</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devices</a:t>
            </a:r>
            <a:r>
              <a:rPr lang="hu-HU" sz="1200" kern="1200" dirty="0">
                <a:solidFill>
                  <a:schemeClr val="tx1"/>
                </a:solidFill>
                <a:effectLst/>
                <a:latin typeface="+mn-lt"/>
                <a:ea typeface="+mn-ea"/>
                <a:cs typeface="+mn-cs"/>
              </a:rPr>
              <a:t>. Network </a:t>
            </a:r>
            <a:r>
              <a:rPr lang="hu-HU" sz="1200" kern="1200" dirty="0" err="1">
                <a:solidFill>
                  <a:schemeClr val="tx1"/>
                </a:solidFill>
                <a:effectLst/>
                <a:latin typeface="+mn-lt"/>
                <a:ea typeface="+mn-ea"/>
                <a:cs typeface="+mn-cs"/>
              </a:rPr>
              <a:t>device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configurations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are</a:t>
            </a:r>
            <a:r>
              <a:rPr lang="hu-HU" sz="1200" kern="1200" dirty="0">
                <a:solidFill>
                  <a:schemeClr val="tx1"/>
                </a:solidFill>
                <a:effectLst/>
                <a:latin typeface="+mn-lt"/>
                <a:ea typeface="+mn-ea"/>
                <a:cs typeface="+mn-cs"/>
              </a:rPr>
              <a:t> backed </a:t>
            </a:r>
            <a:r>
              <a:rPr lang="hu-HU" sz="1200" kern="1200" dirty="0" err="1">
                <a:solidFill>
                  <a:schemeClr val="tx1"/>
                </a:solidFill>
                <a:effectLst/>
                <a:latin typeface="+mn-lt"/>
                <a:ea typeface="+mn-ea"/>
                <a:cs typeface="+mn-cs"/>
              </a:rPr>
              <a:t>up</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on</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FTP server, </a:t>
            </a:r>
            <a:r>
              <a:rPr lang="hu-HU" sz="1200" kern="1200" dirty="0" err="1">
                <a:solidFill>
                  <a:schemeClr val="tx1"/>
                </a:solidFill>
                <a:effectLst/>
                <a:latin typeface="+mn-lt"/>
                <a:ea typeface="+mn-ea"/>
                <a:cs typeface="+mn-cs"/>
              </a:rPr>
              <a:t>ensuring</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they</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can</a:t>
            </a:r>
            <a:r>
              <a:rPr lang="hu-HU" sz="1200" kern="1200" dirty="0">
                <a:solidFill>
                  <a:schemeClr val="tx1"/>
                </a:solidFill>
                <a:effectLst/>
                <a:latin typeface="+mn-lt"/>
                <a:ea typeface="+mn-ea"/>
                <a:cs typeface="+mn-cs"/>
              </a:rPr>
              <a:t> be </a:t>
            </a:r>
            <a:r>
              <a:rPr lang="hu-HU" sz="1200" kern="1200" dirty="0" err="1">
                <a:solidFill>
                  <a:schemeClr val="tx1"/>
                </a:solidFill>
                <a:effectLst/>
                <a:latin typeface="+mn-lt"/>
                <a:ea typeface="+mn-ea"/>
                <a:cs typeface="+mn-cs"/>
              </a:rPr>
              <a:t>restored</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at</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any</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time</a:t>
            </a:r>
            <a:r>
              <a:rPr lang="hu-HU" sz="1200" kern="1200" dirty="0">
                <a:solidFill>
                  <a:schemeClr val="tx1"/>
                </a:solidFill>
                <a:effectLst/>
                <a:latin typeface="+mn-lt"/>
                <a:ea typeface="+mn-ea"/>
                <a:cs typeface="+mn-cs"/>
              </a:rPr>
              <a:t>. The DNS server </a:t>
            </a:r>
            <a:r>
              <a:rPr lang="hu-HU" sz="1200" kern="1200" dirty="0" err="1">
                <a:solidFill>
                  <a:schemeClr val="tx1"/>
                </a:solidFill>
                <a:effectLst/>
                <a:latin typeface="+mn-lt"/>
                <a:ea typeface="+mn-ea"/>
                <a:cs typeface="+mn-cs"/>
              </a:rPr>
              <a:t>translates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domain</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names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to</a:t>
            </a:r>
            <a:r>
              <a:rPr lang="hu-HU" sz="1200" kern="1200" dirty="0">
                <a:solidFill>
                  <a:schemeClr val="tx1"/>
                </a:solidFill>
                <a:effectLst/>
                <a:latin typeface="+mn-lt"/>
                <a:ea typeface="+mn-ea"/>
                <a:cs typeface="+mn-cs"/>
              </a:rPr>
              <a:t> IP </a:t>
            </a:r>
            <a:r>
              <a:rPr lang="hu-HU" sz="1200" kern="1200" dirty="0" err="1">
                <a:solidFill>
                  <a:schemeClr val="tx1"/>
                </a:solidFill>
                <a:effectLst/>
                <a:latin typeface="+mn-lt"/>
                <a:ea typeface="+mn-ea"/>
                <a:cs typeface="+mn-cs"/>
              </a:rPr>
              <a:t>addresses</a:t>
            </a:r>
            <a:r>
              <a:rPr lang="hu-HU" sz="1200" kern="1200" dirty="0">
                <a:solidFill>
                  <a:schemeClr val="tx1"/>
                </a:solidFill>
                <a:effectLst/>
                <a:latin typeface="+mn-lt"/>
                <a:ea typeface="+mn-ea"/>
                <a:cs typeface="+mn-cs"/>
              </a:rPr>
              <a:t> and vice versa – </a:t>
            </a:r>
            <a:r>
              <a:rPr lang="hu-HU" sz="1200" kern="1200" dirty="0" err="1">
                <a:solidFill>
                  <a:schemeClr val="tx1"/>
                </a:solidFill>
                <a:effectLst/>
                <a:latin typeface="+mn-lt"/>
                <a:ea typeface="+mn-ea"/>
                <a:cs typeface="+mn-cs"/>
              </a:rPr>
              <a:t>without</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it</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network</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communication</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would</a:t>
            </a:r>
            <a:r>
              <a:rPr lang="hu-HU" sz="1200" kern="1200" dirty="0">
                <a:solidFill>
                  <a:schemeClr val="tx1"/>
                </a:solidFill>
                <a:effectLst/>
                <a:latin typeface="+mn-lt"/>
                <a:ea typeface="+mn-ea"/>
                <a:cs typeface="+mn-cs"/>
              </a:rPr>
              <a:t> be </a:t>
            </a:r>
            <a:r>
              <a:rPr lang="hu-HU" sz="1200" kern="1200" dirty="0" err="1">
                <a:solidFill>
                  <a:schemeClr val="tx1"/>
                </a:solidFill>
                <a:effectLst/>
                <a:latin typeface="+mn-lt"/>
                <a:ea typeface="+mn-ea"/>
                <a:cs typeface="+mn-cs"/>
              </a:rPr>
              <a:t>significantly</a:t>
            </a:r>
            <a:r>
              <a:rPr lang="hu-HU" sz="1200" kern="1200" dirty="0">
                <a:solidFill>
                  <a:schemeClr val="tx1"/>
                </a:solidFill>
                <a:effectLst/>
                <a:latin typeface="+mn-lt"/>
                <a:ea typeface="+mn-ea"/>
                <a:cs typeface="+mn-cs"/>
              </a:rPr>
              <a:t> more </a:t>
            </a:r>
            <a:r>
              <a:rPr lang="hu-HU" sz="1200" kern="1200" dirty="0" err="1">
                <a:solidFill>
                  <a:schemeClr val="tx1"/>
                </a:solidFill>
                <a:effectLst/>
                <a:latin typeface="+mn-lt"/>
                <a:ea typeface="+mn-ea"/>
                <a:cs typeface="+mn-cs"/>
              </a:rPr>
              <a:t>cumbersome</a:t>
            </a:r>
            <a:r>
              <a:rPr lang="hu-HU" sz="1200" kern="1200" dirty="0">
                <a:solidFill>
                  <a:schemeClr val="tx1"/>
                </a:solidFill>
                <a:effectLst/>
                <a:latin typeface="+mn-lt"/>
                <a:ea typeface="+mn-ea"/>
                <a:cs typeface="+mn-cs"/>
              </a:rPr>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hu-HU" sz="1200" kern="1200" dirty="0">
                <a:solidFill>
                  <a:schemeClr val="tx1"/>
                </a:solidFill>
                <a:effectLst/>
                <a:latin typeface="+mn-lt"/>
                <a:ea typeface="+mn-ea"/>
                <a:cs typeface="+mn-cs"/>
              </a:rPr>
              <a:t>In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secretaries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section</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we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divided</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network</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into</a:t>
            </a:r>
            <a:r>
              <a:rPr lang="hu-HU" sz="1200" kern="1200" dirty="0">
                <a:solidFill>
                  <a:schemeClr val="tx1"/>
                </a:solidFill>
                <a:effectLst/>
                <a:latin typeface="+mn-lt"/>
                <a:ea typeface="+mn-ea"/>
                <a:cs typeface="+mn-cs"/>
              </a:rPr>
              <a:t> 3 </a:t>
            </a:r>
            <a:r>
              <a:rPr lang="hu-HU" sz="1200" kern="1200" dirty="0" err="1">
                <a:solidFill>
                  <a:schemeClr val="tx1"/>
                </a:solidFill>
                <a:effectLst/>
                <a:latin typeface="+mn-lt"/>
                <a:ea typeface="+mn-ea"/>
                <a:cs typeface="+mn-cs"/>
              </a:rPr>
              <a:t>VLANs</a:t>
            </a:r>
            <a:r>
              <a:rPr lang="hu-HU" sz="1200" kern="1200" dirty="0">
                <a:solidFill>
                  <a:schemeClr val="tx1"/>
                </a:solidFill>
                <a:effectLst/>
                <a:latin typeface="+mn-lt"/>
                <a:ea typeface="+mn-ea"/>
                <a:cs typeface="+mn-cs"/>
              </a:rPr>
              <a:t>. A VLAN – </a:t>
            </a:r>
            <a:r>
              <a:rPr lang="hu-HU" sz="1200" kern="1200" dirty="0" err="1">
                <a:solidFill>
                  <a:schemeClr val="tx1"/>
                </a:solidFill>
                <a:effectLst/>
                <a:latin typeface="+mn-lt"/>
                <a:ea typeface="+mn-ea"/>
                <a:cs typeface="+mn-cs"/>
              </a:rPr>
              <a:t>Virtual</a:t>
            </a:r>
            <a:r>
              <a:rPr lang="hu-HU" sz="1200" kern="1200" dirty="0">
                <a:solidFill>
                  <a:schemeClr val="tx1"/>
                </a:solidFill>
                <a:effectLst/>
                <a:latin typeface="+mn-lt"/>
                <a:ea typeface="+mn-ea"/>
                <a:cs typeface="+mn-cs"/>
              </a:rPr>
              <a:t> Local </a:t>
            </a:r>
            <a:r>
              <a:rPr lang="hu-HU" sz="1200" kern="1200" dirty="0" err="1">
                <a:solidFill>
                  <a:schemeClr val="tx1"/>
                </a:solidFill>
                <a:effectLst/>
                <a:latin typeface="+mn-lt"/>
                <a:ea typeface="+mn-ea"/>
                <a:cs typeface="+mn-cs"/>
              </a:rPr>
              <a:t>Area</a:t>
            </a:r>
            <a:r>
              <a:rPr lang="hu-HU" sz="1200" kern="1200" dirty="0">
                <a:solidFill>
                  <a:schemeClr val="tx1"/>
                </a:solidFill>
                <a:effectLst/>
                <a:latin typeface="+mn-lt"/>
                <a:ea typeface="+mn-ea"/>
                <a:cs typeface="+mn-cs"/>
              </a:rPr>
              <a:t> Network – is a </a:t>
            </a:r>
            <a:r>
              <a:rPr lang="hu-HU" sz="1200" kern="1200" dirty="0" err="1">
                <a:solidFill>
                  <a:schemeClr val="tx1"/>
                </a:solidFill>
                <a:effectLst/>
                <a:latin typeface="+mn-lt"/>
                <a:ea typeface="+mn-ea"/>
                <a:cs typeface="+mn-cs"/>
              </a:rPr>
              <a:t>logical</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segment</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devices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can</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share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same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physical</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switch</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but</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their</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traffic</a:t>
            </a:r>
            <a:r>
              <a:rPr lang="hu-HU" sz="1200" kern="1200" dirty="0">
                <a:solidFill>
                  <a:schemeClr val="tx1"/>
                </a:solidFill>
                <a:effectLst/>
                <a:latin typeface="+mn-lt"/>
                <a:ea typeface="+mn-ea"/>
                <a:cs typeface="+mn-cs"/>
              </a:rPr>
              <a:t> is </a:t>
            </a:r>
            <a:r>
              <a:rPr lang="hu-HU" sz="1200" kern="1200" dirty="0" err="1">
                <a:solidFill>
                  <a:schemeClr val="tx1"/>
                </a:solidFill>
                <a:effectLst/>
                <a:latin typeface="+mn-lt"/>
                <a:ea typeface="+mn-ea"/>
                <a:cs typeface="+mn-cs"/>
              </a:rPr>
              <a:t>completely</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separated</a:t>
            </a:r>
            <a:r>
              <a:rPr lang="hu-HU" sz="1200" kern="1200" dirty="0">
                <a:solidFill>
                  <a:schemeClr val="tx1"/>
                </a:solidFill>
                <a:effectLst/>
                <a:latin typeface="+mn-lt"/>
                <a:ea typeface="+mn-ea"/>
                <a:cs typeface="+mn-cs"/>
              </a:rPr>
              <a:t>.</a:t>
            </a:r>
          </a:p>
          <a:p>
            <a:r>
              <a:rPr lang="hu-HU" sz="1200" kern="1200" dirty="0">
                <a:solidFill>
                  <a:schemeClr val="tx1"/>
                </a:solidFill>
                <a:effectLst/>
                <a:latin typeface="+mn-lt"/>
                <a:ea typeface="+mn-ea"/>
                <a:cs typeface="+mn-cs"/>
              </a:rPr>
              <a:t>VLAN 10 </a:t>
            </a:r>
            <a:r>
              <a:rPr lang="hu-HU" sz="1200" kern="1200" dirty="0" err="1">
                <a:solidFill>
                  <a:schemeClr val="tx1"/>
                </a:solidFill>
                <a:effectLst/>
                <a:latin typeface="+mn-lt"/>
                <a:ea typeface="+mn-ea"/>
                <a:cs typeface="+mn-cs"/>
              </a:rPr>
              <a:t>serves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Finance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department</a:t>
            </a:r>
            <a:r>
              <a:rPr lang="hu-HU" sz="1200" kern="1200" dirty="0">
                <a:solidFill>
                  <a:schemeClr val="tx1"/>
                </a:solidFill>
                <a:effectLst/>
                <a:latin typeface="+mn-lt"/>
                <a:ea typeface="+mn-ea"/>
                <a:cs typeface="+mn-cs"/>
              </a:rPr>
              <a:t>, VLAN 20 </a:t>
            </a:r>
            <a:r>
              <a:rPr lang="hu-HU" sz="1200" kern="1200" dirty="0" err="1">
                <a:solidFill>
                  <a:schemeClr val="tx1"/>
                </a:solidFill>
                <a:effectLst/>
                <a:latin typeface="+mn-lt"/>
                <a:ea typeface="+mn-ea"/>
                <a:cs typeface="+mn-cs"/>
              </a:rPr>
              <a:t>serves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Customer</a:t>
            </a:r>
            <a:r>
              <a:rPr lang="hu-HU" sz="1200" kern="1200" dirty="0">
                <a:solidFill>
                  <a:schemeClr val="tx1"/>
                </a:solidFill>
                <a:effectLst/>
                <a:latin typeface="+mn-lt"/>
                <a:ea typeface="+mn-ea"/>
                <a:cs typeface="+mn-cs"/>
              </a:rPr>
              <a:t> Service, and VLAN 30 </a:t>
            </a:r>
            <a:r>
              <a:rPr lang="hu-HU" sz="1200" kern="1200" dirty="0" err="1">
                <a:solidFill>
                  <a:schemeClr val="tx1"/>
                </a:solidFill>
                <a:effectLst/>
                <a:latin typeface="+mn-lt"/>
                <a:ea typeface="+mn-ea"/>
                <a:cs typeface="+mn-cs"/>
              </a:rPr>
              <a:t>serves</a:t>
            </a:r>
            <a:r>
              <a:rPr lang="hu-HU" sz="1200" kern="1200" dirty="0">
                <a:solidFill>
                  <a:schemeClr val="tx1"/>
                </a:solidFill>
                <a:effectLst/>
                <a:latin typeface="+mn-lt"/>
                <a:ea typeface="+mn-ea"/>
                <a:cs typeface="+mn-cs"/>
              </a:rPr>
              <a:t> HR.</a:t>
            </a:r>
          </a:p>
          <a:p>
            <a:r>
              <a:rPr lang="hu-HU" sz="1200" kern="1200" dirty="0" err="1">
                <a:solidFill>
                  <a:schemeClr val="tx1"/>
                </a:solidFill>
                <a:effectLst/>
                <a:latin typeface="+mn-lt"/>
                <a:ea typeface="+mn-ea"/>
                <a:cs typeface="+mn-cs"/>
              </a:rPr>
              <a:t>There</a:t>
            </a:r>
            <a:r>
              <a:rPr lang="hu-HU" sz="1200" kern="1200" dirty="0">
                <a:solidFill>
                  <a:schemeClr val="tx1"/>
                </a:solidFill>
                <a:effectLst/>
                <a:latin typeface="+mn-lt"/>
                <a:ea typeface="+mn-ea"/>
                <a:cs typeface="+mn-cs"/>
              </a:rPr>
              <a:t> is </a:t>
            </a:r>
            <a:r>
              <a:rPr lang="hu-HU" sz="1200" kern="1200" dirty="0" err="1">
                <a:solidFill>
                  <a:schemeClr val="tx1"/>
                </a:solidFill>
                <a:effectLst/>
                <a:latin typeface="+mn-lt"/>
                <a:ea typeface="+mn-ea"/>
                <a:cs typeface="+mn-cs"/>
              </a:rPr>
              <a:t>also</a:t>
            </a:r>
            <a:r>
              <a:rPr lang="hu-HU" sz="1200" kern="1200" dirty="0">
                <a:solidFill>
                  <a:schemeClr val="tx1"/>
                </a:solidFill>
                <a:effectLst/>
                <a:latin typeface="+mn-lt"/>
                <a:ea typeface="+mn-ea"/>
                <a:cs typeface="+mn-cs"/>
              </a:rPr>
              <a:t> a </a:t>
            </a:r>
            <a:r>
              <a:rPr lang="hu-HU" sz="1200" kern="1200" dirty="0" err="1">
                <a:solidFill>
                  <a:schemeClr val="tx1"/>
                </a:solidFill>
                <a:effectLst/>
                <a:latin typeface="+mn-lt"/>
                <a:ea typeface="+mn-ea"/>
                <a:cs typeface="+mn-cs"/>
              </a:rPr>
              <a:t>firewall</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operating</a:t>
            </a:r>
            <a:r>
              <a:rPr lang="hu-HU" sz="1200" kern="1200" dirty="0">
                <a:solidFill>
                  <a:schemeClr val="tx1"/>
                </a:solidFill>
                <a:effectLst/>
                <a:latin typeface="+mn-lt"/>
                <a:ea typeface="+mn-ea"/>
                <a:cs typeface="+mn-cs"/>
              </a:rPr>
              <a:t> in </a:t>
            </a:r>
            <a:r>
              <a:rPr lang="hu-HU" sz="1200" kern="1200" dirty="0" err="1">
                <a:solidFill>
                  <a:schemeClr val="tx1"/>
                </a:solidFill>
                <a:effectLst/>
                <a:latin typeface="+mn-lt"/>
                <a:ea typeface="+mn-ea"/>
                <a:cs typeface="+mn-cs"/>
              </a:rPr>
              <a:t>this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segment</a:t>
            </a:r>
            <a:r>
              <a:rPr lang="hu-HU" sz="1200" kern="1200" dirty="0">
                <a:solidFill>
                  <a:schemeClr val="tx1"/>
                </a:solidFill>
                <a:effectLst/>
                <a:latin typeface="+mn-lt"/>
                <a:ea typeface="+mn-ea"/>
                <a:cs typeface="+mn-cs"/>
              </a:rPr>
              <a:t> – </a:t>
            </a:r>
            <a:r>
              <a:rPr lang="hu-HU" sz="1200" kern="1200" dirty="0" err="1">
                <a:solidFill>
                  <a:schemeClr val="tx1"/>
                </a:solidFill>
                <a:effectLst/>
                <a:latin typeface="+mn-lt"/>
                <a:ea typeface="+mn-ea"/>
                <a:cs typeface="+mn-cs"/>
              </a:rPr>
              <a:t>important</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because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financial</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data</a:t>
            </a:r>
            <a:r>
              <a:rPr lang="hu-HU" sz="1200" kern="1200" dirty="0">
                <a:solidFill>
                  <a:schemeClr val="tx1"/>
                </a:solidFill>
                <a:effectLst/>
                <a:latin typeface="+mn-lt"/>
                <a:ea typeface="+mn-ea"/>
                <a:cs typeface="+mn-cs"/>
              </a:rPr>
              <a:t> and HR </a:t>
            </a:r>
            <a:r>
              <a:rPr lang="hu-HU" sz="1200" kern="1200" dirty="0" err="1">
                <a:solidFill>
                  <a:schemeClr val="tx1"/>
                </a:solidFill>
                <a:effectLst/>
                <a:latin typeface="+mn-lt"/>
                <a:ea typeface="+mn-ea"/>
                <a:cs typeface="+mn-cs"/>
              </a:rPr>
              <a:t>records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are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particularly</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sensitive</a:t>
            </a:r>
            <a:r>
              <a:rPr lang="hu-HU" sz="1200" kern="1200" dirty="0">
                <a:solidFill>
                  <a:schemeClr val="tx1"/>
                </a:solidFill>
                <a:effectLst/>
                <a:latin typeface="+mn-lt"/>
                <a:ea typeface="+mn-ea"/>
                <a:cs typeface="+mn-cs"/>
              </a:rPr>
              <a:t>.</a:t>
            </a:r>
          </a:p>
          <a:p>
            <a:r>
              <a:rPr lang="hu-HU" sz="1200" kern="1200" dirty="0">
                <a:solidFill>
                  <a:schemeClr val="tx1"/>
                </a:solidFill>
                <a:effectLst/>
                <a:latin typeface="+mn-lt"/>
                <a:ea typeface="+mn-ea"/>
                <a:cs typeface="+mn-cs"/>
              </a:rPr>
              <a:t>IP </a:t>
            </a:r>
            <a:r>
              <a:rPr lang="hu-HU" sz="1200" kern="1200" dirty="0" err="1">
                <a:solidFill>
                  <a:schemeClr val="tx1"/>
                </a:solidFill>
                <a:effectLst/>
                <a:latin typeface="+mn-lt"/>
                <a:ea typeface="+mn-ea"/>
                <a:cs typeface="+mn-cs"/>
              </a:rPr>
              <a:t>addresses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are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distributed</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using</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sub-interfaces</a:t>
            </a:r>
            <a:r>
              <a:rPr lang="hu-HU" sz="1200" kern="1200" dirty="0">
                <a:solidFill>
                  <a:schemeClr val="tx1"/>
                </a:solidFill>
                <a:effectLst/>
                <a:latin typeface="+mn-lt"/>
                <a:ea typeface="+mn-ea"/>
                <a:cs typeface="+mn-cs"/>
              </a:rPr>
              <a:t>: a </a:t>
            </a:r>
            <a:r>
              <a:rPr lang="hu-HU" sz="1200" kern="1200" dirty="0" err="1">
                <a:solidFill>
                  <a:schemeClr val="tx1"/>
                </a:solidFill>
                <a:effectLst/>
                <a:latin typeface="+mn-lt"/>
                <a:ea typeface="+mn-ea"/>
                <a:cs typeface="+mn-cs"/>
              </a:rPr>
              <a:t>single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physical</a:t>
            </a:r>
            <a:r>
              <a:rPr lang="hu-HU" sz="1200" kern="1200" dirty="0">
                <a:solidFill>
                  <a:schemeClr val="tx1"/>
                </a:solidFill>
                <a:effectLst/>
                <a:latin typeface="+mn-lt"/>
                <a:ea typeface="+mn-ea"/>
                <a:cs typeface="+mn-cs"/>
              </a:rPr>
              <a:t> router </a:t>
            </a:r>
            <a:r>
              <a:rPr lang="hu-HU" sz="1200" kern="1200" dirty="0" err="1">
                <a:solidFill>
                  <a:schemeClr val="tx1"/>
                </a:solidFill>
                <a:effectLst/>
                <a:latin typeface="+mn-lt"/>
                <a:ea typeface="+mn-ea"/>
                <a:cs typeface="+mn-cs"/>
              </a:rPr>
              <a:t>connection</a:t>
            </a:r>
            <a:r>
              <a:rPr lang="hu-HU" sz="1200" kern="1200" dirty="0">
                <a:solidFill>
                  <a:schemeClr val="tx1"/>
                </a:solidFill>
                <a:effectLst/>
                <a:latin typeface="+mn-lt"/>
                <a:ea typeface="+mn-ea"/>
                <a:cs typeface="+mn-cs"/>
              </a:rPr>
              <a:t> is </a:t>
            </a:r>
            <a:r>
              <a:rPr lang="hu-HU" sz="1200" kern="1200" dirty="0" err="1">
                <a:solidFill>
                  <a:schemeClr val="tx1"/>
                </a:solidFill>
                <a:effectLst/>
                <a:latin typeface="+mn-lt"/>
                <a:ea typeface="+mn-ea"/>
                <a:cs typeface="+mn-cs"/>
              </a:rPr>
              <a:t>divided</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into</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logical</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sub-interfaces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one</a:t>
            </a:r>
            <a:r>
              <a:rPr lang="hu-HU" sz="1200" kern="1200" dirty="0">
                <a:solidFill>
                  <a:schemeClr val="tx1"/>
                </a:solidFill>
                <a:effectLst/>
                <a:latin typeface="+mn-lt"/>
                <a:ea typeface="+mn-ea"/>
                <a:cs typeface="+mn-cs"/>
              </a:rPr>
              <a:t> per VLAN, </a:t>
            </a:r>
            <a:r>
              <a:rPr lang="hu-HU" sz="1200" kern="1200" dirty="0" err="1">
                <a:solidFill>
                  <a:schemeClr val="tx1"/>
                </a:solidFill>
                <a:effectLst/>
                <a:latin typeface="+mn-lt"/>
                <a:ea typeface="+mn-ea"/>
                <a:cs typeface="+mn-cs"/>
              </a:rPr>
              <a:t>each</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acting</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DHCP </a:t>
            </a:r>
            <a:r>
              <a:rPr lang="hu-HU" sz="1200" kern="1200" dirty="0" err="1">
                <a:solidFill>
                  <a:schemeClr val="tx1"/>
                </a:solidFill>
                <a:effectLst/>
                <a:latin typeface="+mn-lt"/>
                <a:ea typeface="+mn-ea"/>
                <a:cs typeface="+mn-cs"/>
              </a:rPr>
              <a:t>source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for</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its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own</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segment</a:t>
            </a:r>
            <a:r>
              <a:rPr lang="hu-HU" sz="1200" kern="1200" dirty="0">
                <a:solidFill>
                  <a:schemeClr val="tx1"/>
                </a:solidFill>
                <a:effectLst/>
                <a:latin typeface="+mn-lt"/>
                <a:ea typeface="+mn-ea"/>
                <a:cs typeface="+mn-cs"/>
              </a:rPr>
              <a:t>.</a:t>
            </a:r>
          </a:p>
          <a:p>
            <a:r>
              <a:rPr lang="hu-HU" sz="1200" kern="1200" dirty="0">
                <a:solidFill>
                  <a:schemeClr val="tx1"/>
                </a:solidFill>
                <a:effectLst/>
                <a:latin typeface="+mn-lt"/>
                <a:ea typeface="+mn-ea"/>
                <a:cs typeface="+mn-cs"/>
              </a:rPr>
              <a:t>The </a:t>
            </a:r>
            <a:r>
              <a:rPr lang="hu-HU" sz="1200" kern="1200" dirty="0" err="1">
                <a:solidFill>
                  <a:schemeClr val="tx1"/>
                </a:solidFill>
                <a:effectLst/>
                <a:latin typeface="+mn-lt"/>
                <a:ea typeface="+mn-ea"/>
                <a:cs typeface="+mn-cs"/>
              </a:rPr>
              <a:t>multilayer</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switch</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ensures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traffic</a:t>
            </a:r>
            <a:r>
              <a:rPr lang="hu-HU" sz="1200" kern="1200" dirty="0">
                <a:solidFill>
                  <a:schemeClr val="tx1"/>
                </a:solidFill>
                <a:effectLst/>
                <a:latin typeface="+mn-lt"/>
                <a:ea typeface="+mn-ea"/>
                <a:cs typeface="+mn-cs"/>
              </a:rPr>
              <a:t> flows </a:t>
            </a:r>
            <a:r>
              <a:rPr lang="hu-HU" sz="1200" kern="1200" dirty="0" err="1">
                <a:solidFill>
                  <a:schemeClr val="tx1"/>
                </a:solidFill>
                <a:effectLst/>
                <a:latin typeface="+mn-lt"/>
                <a:ea typeface="+mn-ea"/>
                <a:cs typeface="+mn-cs"/>
              </a:rPr>
              <a:t>quickly</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within</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each</a:t>
            </a:r>
            <a:r>
              <a:rPr lang="hu-HU" sz="1200" kern="1200" dirty="0">
                <a:solidFill>
                  <a:schemeClr val="tx1"/>
                </a:solidFill>
                <a:effectLst/>
                <a:latin typeface="+mn-lt"/>
                <a:ea typeface="+mn-ea"/>
                <a:cs typeface="+mn-cs"/>
              </a:rPr>
              <a:t> VLAN </a:t>
            </a:r>
            <a:r>
              <a:rPr lang="hu-HU" sz="1200" kern="1200" dirty="0" err="1">
                <a:solidFill>
                  <a:schemeClr val="tx1"/>
                </a:solidFill>
                <a:effectLst/>
                <a:latin typeface="+mn-lt"/>
                <a:ea typeface="+mn-ea"/>
                <a:cs typeface="+mn-cs"/>
              </a:rPr>
              <a:t>while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keeping</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VLANs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separated</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from</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each</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other</a:t>
            </a:r>
            <a:r>
              <a:rPr lang="hu-HU" sz="1200" kern="1200" dirty="0">
                <a:solidFill>
                  <a:schemeClr val="tx1"/>
                </a:solidFill>
                <a:effectLst/>
                <a:latin typeface="+mn-lt"/>
                <a:ea typeface="+mn-ea"/>
                <a:cs typeface="+mn-cs"/>
              </a:rPr>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hu-HU" sz="1200" kern="1200" dirty="0">
                <a:solidFill>
                  <a:schemeClr val="tx1"/>
                </a:solidFill>
                <a:effectLst/>
                <a:latin typeface="+mn-lt"/>
                <a:ea typeface="+mn-ea"/>
                <a:cs typeface="+mn-cs"/>
              </a:rPr>
              <a:t>The bank </a:t>
            </a:r>
            <a:r>
              <a:rPr lang="hu-HU" sz="1200" kern="1200" dirty="0" err="1">
                <a:solidFill>
                  <a:schemeClr val="tx1"/>
                </a:solidFill>
                <a:effectLst/>
                <a:latin typeface="+mn-lt"/>
                <a:ea typeface="+mn-ea"/>
                <a:cs typeface="+mn-cs"/>
              </a:rPr>
              <a:t>employees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office</a:t>
            </a:r>
            <a:r>
              <a:rPr lang="hu-HU" sz="1200" kern="1200" dirty="0">
                <a:solidFill>
                  <a:schemeClr val="tx1"/>
                </a:solidFill>
                <a:effectLst/>
                <a:latin typeface="+mn-lt"/>
                <a:ea typeface="+mn-ea"/>
                <a:cs typeface="+mn-cs"/>
              </a:rPr>
              <a:t> and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common</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area</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use</a:t>
            </a:r>
            <a:r>
              <a:rPr lang="hu-HU" sz="1200" kern="1200" dirty="0">
                <a:solidFill>
                  <a:schemeClr val="tx1"/>
                </a:solidFill>
                <a:effectLst/>
                <a:latin typeface="+mn-lt"/>
                <a:ea typeface="+mn-ea"/>
                <a:cs typeface="+mn-cs"/>
              </a:rPr>
              <a:t> a </a:t>
            </a:r>
            <a:r>
              <a:rPr lang="hu-HU" sz="1200" kern="1200" dirty="0" err="1">
                <a:solidFill>
                  <a:schemeClr val="tx1"/>
                </a:solidFill>
                <a:effectLst/>
                <a:latin typeface="+mn-lt"/>
                <a:ea typeface="+mn-ea"/>
                <a:cs typeface="+mn-cs"/>
              </a:rPr>
              <a:t>structure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similar</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to</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secretaries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section</a:t>
            </a:r>
            <a:r>
              <a:rPr lang="hu-HU" sz="1200" kern="1200" dirty="0">
                <a:solidFill>
                  <a:schemeClr val="tx1"/>
                </a:solidFill>
                <a:effectLst/>
                <a:latin typeface="+mn-lt"/>
                <a:ea typeface="+mn-ea"/>
                <a:cs typeface="+mn-cs"/>
              </a:rPr>
              <a:t>: 3 </a:t>
            </a:r>
            <a:r>
              <a:rPr lang="hu-HU" sz="1200" kern="1200" dirty="0" err="1">
                <a:solidFill>
                  <a:schemeClr val="tx1"/>
                </a:solidFill>
                <a:effectLst/>
                <a:latin typeface="+mn-lt"/>
                <a:ea typeface="+mn-ea"/>
                <a:cs typeface="+mn-cs"/>
              </a:rPr>
              <a:t>VLANs</a:t>
            </a:r>
            <a:r>
              <a:rPr lang="hu-HU" sz="1200" kern="1200" dirty="0">
                <a:solidFill>
                  <a:schemeClr val="tx1"/>
                </a:solidFill>
                <a:effectLst/>
                <a:latin typeface="+mn-lt"/>
                <a:ea typeface="+mn-ea"/>
                <a:cs typeface="+mn-cs"/>
              </a:rPr>
              <a:t> – HR, </a:t>
            </a:r>
            <a:r>
              <a:rPr lang="hu-HU" sz="1200" kern="1200" dirty="0" err="1">
                <a:solidFill>
                  <a:schemeClr val="tx1"/>
                </a:solidFill>
                <a:effectLst/>
                <a:latin typeface="+mn-lt"/>
                <a:ea typeface="+mn-ea"/>
                <a:cs typeface="+mn-cs"/>
              </a:rPr>
              <a:t>Finance</a:t>
            </a:r>
            <a:r>
              <a:rPr lang="hu-HU" sz="1200" kern="1200" dirty="0">
                <a:solidFill>
                  <a:schemeClr val="tx1"/>
                </a:solidFill>
                <a:effectLst/>
                <a:latin typeface="+mn-lt"/>
                <a:ea typeface="+mn-ea"/>
                <a:cs typeface="+mn-cs"/>
              </a:rPr>
              <a:t>, and </a:t>
            </a:r>
            <a:r>
              <a:rPr lang="hu-HU" sz="1200" kern="1200" dirty="0" err="1">
                <a:solidFill>
                  <a:schemeClr val="tx1"/>
                </a:solidFill>
                <a:effectLst/>
                <a:latin typeface="+mn-lt"/>
                <a:ea typeface="+mn-ea"/>
                <a:cs typeface="+mn-cs"/>
              </a:rPr>
              <a:t>Customer</a:t>
            </a:r>
            <a:r>
              <a:rPr lang="hu-HU" sz="1200" kern="1200" dirty="0">
                <a:solidFill>
                  <a:schemeClr val="tx1"/>
                </a:solidFill>
                <a:effectLst/>
                <a:latin typeface="+mn-lt"/>
                <a:ea typeface="+mn-ea"/>
                <a:cs typeface="+mn-cs"/>
              </a:rPr>
              <a:t> Service – </a:t>
            </a:r>
            <a:r>
              <a:rPr lang="hu-HU" sz="1200" kern="1200" dirty="0" err="1">
                <a:solidFill>
                  <a:schemeClr val="tx1"/>
                </a:solidFill>
                <a:effectLst/>
                <a:latin typeface="+mn-lt"/>
                <a:ea typeface="+mn-ea"/>
                <a:cs typeface="+mn-cs"/>
              </a:rPr>
              <a:t>with</a:t>
            </a:r>
            <a:r>
              <a:rPr lang="hu-HU" sz="1200" kern="1200" dirty="0">
                <a:solidFill>
                  <a:schemeClr val="tx1"/>
                </a:solidFill>
                <a:effectLst/>
                <a:latin typeface="+mn-lt"/>
                <a:ea typeface="+mn-ea"/>
                <a:cs typeface="+mn-cs"/>
              </a:rPr>
              <a:t> DHCP </a:t>
            </a:r>
            <a:r>
              <a:rPr lang="hu-HU" sz="1200" kern="1200" dirty="0" err="1">
                <a:solidFill>
                  <a:schemeClr val="tx1"/>
                </a:solidFill>
                <a:effectLst/>
                <a:latin typeface="+mn-lt"/>
                <a:ea typeface="+mn-ea"/>
                <a:cs typeface="+mn-cs"/>
              </a:rPr>
              <a:t>operating</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through</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sub-interfaces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We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also</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configured</a:t>
            </a:r>
            <a:r>
              <a:rPr lang="hu-HU" sz="1200" kern="1200" dirty="0">
                <a:solidFill>
                  <a:schemeClr val="tx1"/>
                </a:solidFill>
                <a:effectLst/>
                <a:latin typeface="+mn-lt"/>
                <a:ea typeface="+mn-ea"/>
                <a:cs typeface="+mn-cs"/>
              </a:rPr>
              <a:t> an ACL </a:t>
            </a:r>
            <a:r>
              <a:rPr lang="hu-HU" sz="1200" kern="1200" dirty="0" err="1">
                <a:solidFill>
                  <a:schemeClr val="tx1"/>
                </a:solidFill>
                <a:effectLst/>
                <a:latin typeface="+mn-lt"/>
                <a:ea typeface="+mn-ea"/>
                <a:cs typeface="+mn-cs"/>
              </a:rPr>
              <a:t>rule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for</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security</a:t>
            </a:r>
            <a:r>
              <a:rPr lang="hu-HU" sz="1200" kern="1200" dirty="0">
                <a:solidFill>
                  <a:schemeClr val="tx1"/>
                </a:solidFill>
                <a:effectLst/>
                <a:latin typeface="+mn-lt"/>
                <a:ea typeface="+mn-ea"/>
                <a:cs typeface="+mn-cs"/>
              </a:rPr>
              <a:t>: VLAN 20 (</a:t>
            </a:r>
            <a:r>
              <a:rPr lang="hu-HU" sz="1200" kern="1200" dirty="0" err="1">
                <a:solidFill>
                  <a:schemeClr val="tx1"/>
                </a:solidFill>
                <a:effectLst/>
                <a:latin typeface="+mn-lt"/>
                <a:ea typeface="+mn-ea"/>
                <a:cs typeface="+mn-cs"/>
              </a:rPr>
              <a:t>Customer</a:t>
            </a:r>
            <a:r>
              <a:rPr lang="hu-HU" sz="1200" kern="1200" dirty="0">
                <a:solidFill>
                  <a:schemeClr val="tx1"/>
                </a:solidFill>
                <a:effectLst/>
                <a:latin typeface="+mn-lt"/>
                <a:ea typeface="+mn-ea"/>
                <a:cs typeface="+mn-cs"/>
              </a:rPr>
              <a:t> Service) </a:t>
            </a:r>
            <a:r>
              <a:rPr lang="hu-HU" sz="1200" kern="1200" dirty="0" err="1">
                <a:solidFill>
                  <a:schemeClr val="tx1"/>
                </a:solidFill>
                <a:effectLst/>
                <a:latin typeface="+mn-lt"/>
                <a:ea typeface="+mn-ea"/>
                <a:cs typeface="+mn-cs"/>
              </a:rPr>
              <a:t>can</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see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traffic</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from</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other</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VLANs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but</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this</a:t>
            </a:r>
            <a:r>
              <a:rPr lang="hu-HU" sz="1200" kern="1200" dirty="0">
                <a:solidFill>
                  <a:schemeClr val="tx1"/>
                </a:solidFill>
                <a:effectLst/>
                <a:latin typeface="+mn-lt"/>
                <a:ea typeface="+mn-ea"/>
                <a:cs typeface="+mn-cs"/>
              </a:rPr>
              <a:t> is </a:t>
            </a:r>
            <a:r>
              <a:rPr lang="hu-HU" sz="1200" kern="1200" dirty="0" err="1">
                <a:solidFill>
                  <a:schemeClr val="tx1"/>
                </a:solidFill>
                <a:effectLst/>
                <a:latin typeface="+mn-lt"/>
                <a:ea typeface="+mn-ea"/>
                <a:cs typeface="+mn-cs"/>
              </a:rPr>
              <a:t>not</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reciprocal</a:t>
            </a:r>
            <a:r>
              <a:rPr lang="hu-HU" sz="1200" kern="1200" dirty="0">
                <a:solidFill>
                  <a:schemeClr val="tx1"/>
                </a:solidFill>
                <a:effectLst/>
                <a:latin typeface="+mn-lt"/>
                <a:ea typeface="+mn-ea"/>
                <a:cs typeface="+mn-cs"/>
              </a:rPr>
              <a:t>. In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common</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area</a:t>
            </a:r>
            <a:r>
              <a:rPr lang="hu-HU" sz="1200" kern="1200" dirty="0">
                <a:solidFill>
                  <a:schemeClr val="tx1"/>
                </a:solidFill>
                <a:effectLst/>
                <a:latin typeface="+mn-lt"/>
                <a:ea typeface="+mn-ea"/>
                <a:cs typeface="+mn-cs"/>
              </a:rPr>
              <a:t>, a WiFi router and an </a:t>
            </a:r>
            <a:r>
              <a:rPr lang="hu-HU" sz="1200" kern="1200" dirty="0" err="1">
                <a:solidFill>
                  <a:schemeClr val="tx1"/>
                </a:solidFill>
                <a:effectLst/>
                <a:latin typeface="+mn-lt"/>
                <a:ea typeface="+mn-ea"/>
                <a:cs typeface="+mn-cs"/>
              </a:rPr>
              <a:t>access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point</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provide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convenient</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wireless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connectivity</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for</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employees</a:t>
            </a:r>
            <a:r>
              <a:rPr lang="hu-HU" sz="1200" kern="1200" dirty="0">
                <a:solidFill>
                  <a:schemeClr val="tx1"/>
                </a:solidFill>
                <a:effectLst/>
                <a:latin typeface="+mn-lt"/>
                <a:ea typeface="+mn-ea"/>
                <a:cs typeface="+mn-cs"/>
              </a:rPr>
              <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hu-HU" sz="1200" kern="1200" dirty="0">
                <a:solidFill>
                  <a:schemeClr val="tx1"/>
                </a:solidFill>
                <a:effectLst/>
                <a:latin typeface="+mn-lt"/>
                <a:ea typeface="+mn-ea"/>
                <a:cs typeface="+mn-cs"/>
              </a:rPr>
              <a:t>In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center of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network</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we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created</a:t>
            </a:r>
            <a:r>
              <a:rPr lang="hu-HU" sz="1200" kern="1200" dirty="0">
                <a:solidFill>
                  <a:schemeClr val="tx1"/>
                </a:solidFill>
                <a:effectLst/>
                <a:latin typeface="+mn-lt"/>
                <a:ea typeface="+mn-ea"/>
                <a:cs typeface="+mn-cs"/>
              </a:rPr>
              <a:t> a router ring: </a:t>
            </a:r>
            <a:r>
              <a:rPr lang="hu-HU" sz="1200" kern="1200" dirty="0" err="1">
                <a:solidFill>
                  <a:schemeClr val="tx1"/>
                </a:solidFill>
                <a:effectLst/>
                <a:latin typeface="+mn-lt"/>
                <a:ea typeface="+mn-ea"/>
                <a:cs typeface="+mn-cs"/>
              </a:rPr>
              <a:t>all</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routers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are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interconnected</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with</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each</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other</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This</a:t>
            </a:r>
            <a:r>
              <a:rPr lang="hu-HU" sz="1200" kern="1200" dirty="0">
                <a:solidFill>
                  <a:schemeClr val="tx1"/>
                </a:solidFill>
                <a:effectLst/>
                <a:latin typeface="+mn-lt"/>
                <a:ea typeface="+mn-ea"/>
                <a:cs typeface="+mn-cs"/>
              </a:rPr>
              <a:t> is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essence</a:t>
            </a:r>
            <a:r>
              <a:rPr lang="hu-HU" sz="1200" kern="1200" dirty="0">
                <a:solidFill>
                  <a:schemeClr val="tx1"/>
                </a:solidFill>
                <a:effectLst/>
                <a:latin typeface="+mn-lt"/>
                <a:ea typeface="+mn-ea"/>
                <a:cs typeface="+mn-cs"/>
              </a:rPr>
              <a:t> of </a:t>
            </a:r>
            <a:r>
              <a:rPr lang="hu-HU" sz="1200" kern="1200" dirty="0" err="1">
                <a:solidFill>
                  <a:schemeClr val="tx1"/>
                </a:solidFill>
                <a:effectLst/>
                <a:latin typeface="+mn-lt"/>
                <a:ea typeface="+mn-ea"/>
                <a:cs typeface="+mn-cs"/>
              </a:rPr>
              <a:t>redundancy</a:t>
            </a:r>
            <a:r>
              <a:rPr lang="hu-HU" sz="1200" kern="1200" dirty="0">
                <a:solidFill>
                  <a:schemeClr val="tx1"/>
                </a:solidFill>
                <a:effectLst/>
                <a:latin typeface="+mn-lt"/>
                <a:ea typeface="+mn-ea"/>
                <a:cs typeface="+mn-cs"/>
              </a:rPr>
              <a:t> – </a:t>
            </a:r>
            <a:r>
              <a:rPr lang="hu-HU" sz="1200" kern="1200" dirty="0" err="1">
                <a:solidFill>
                  <a:schemeClr val="tx1"/>
                </a:solidFill>
                <a:effectLst/>
                <a:latin typeface="+mn-lt"/>
                <a:ea typeface="+mn-ea"/>
                <a:cs typeface="+mn-cs"/>
              </a:rPr>
              <a:t>if</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any</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device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fails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data</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packets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will</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reach</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their</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destination</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via</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fastest</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available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alternative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route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This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setup</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also</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acts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as</a:t>
            </a:r>
            <a:r>
              <a:rPr lang="hu-HU" sz="1200" kern="1200" dirty="0">
                <a:solidFill>
                  <a:schemeClr val="tx1"/>
                </a:solidFill>
                <a:effectLst/>
                <a:latin typeface="+mn-lt"/>
                <a:ea typeface="+mn-ea"/>
                <a:cs typeface="+mn-cs"/>
              </a:rPr>
              <a:t> a </a:t>
            </a:r>
            <a:r>
              <a:rPr lang="hu-HU" sz="1200" kern="1200" dirty="0" err="1">
                <a:solidFill>
                  <a:schemeClr val="tx1"/>
                </a:solidFill>
                <a:effectLst/>
                <a:latin typeface="+mn-lt"/>
                <a:ea typeface="+mn-ea"/>
                <a:cs typeface="+mn-cs"/>
              </a:rPr>
              <a:t>failover</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mechanism</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ensuring</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network</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remains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operational</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even</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if</a:t>
            </a:r>
            <a:r>
              <a:rPr lang="hu-HU" sz="1200" kern="1200" dirty="0">
                <a:solidFill>
                  <a:schemeClr val="tx1"/>
                </a:solidFill>
                <a:effectLst/>
                <a:latin typeface="+mn-lt"/>
                <a:ea typeface="+mn-ea"/>
                <a:cs typeface="+mn-cs"/>
              </a:rPr>
              <a:t> a </a:t>
            </a:r>
            <a:r>
              <a:rPr lang="hu-HU" sz="1200" kern="1200" dirty="0" err="1">
                <a:solidFill>
                  <a:schemeClr val="tx1"/>
                </a:solidFill>
                <a:effectLst/>
                <a:latin typeface="+mn-lt"/>
                <a:ea typeface="+mn-ea"/>
                <a:cs typeface="+mn-cs"/>
              </a:rPr>
              <a:t>single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point</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fails</a:t>
            </a:r>
            <a:r>
              <a:rPr lang="hu-HU" sz="1200" kern="1200" dirty="0">
                <a:solidFill>
                  <a:schemeClr val="tx1"/>
                </a:solidFill>
                <a:effectLst/>
                <a:latin typeface="+mn-lt"/>
                <a:ea typeface="+mn-ea"/>
                <a:cs typeface="+mn-cs"/>
              </a:rPr>
              <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hu-HU" sz="1200" kern="1200" dirty="0">
                <a:solidFill>
                  <a:schemeClr val="tx1"/>
                </a:solidFill>
                <a:effectLst/>
                <a:latin typeface="+mn-lt"/>
                <a:ea typeface="+mn-ea"/>
                <a:cs typeface="+mn-cs"/>
              </a:rPr>
              <a:t>NAT – Network </a:t>
            </a:r>
            <a:r>
              <a:rPr lang="hu-HU" sz="1200" kern="1200" dirty="0" err="1">
                <a:solidFill>
                  <a:schemeClr val="tx1"/>
                </a:solidFill>
                <a:effectLst/>
                <a:latin typeface="+mn-lt"/>
                <a:ea typeface="+mn-ea"/>
                <a:cs typeface="+mn-cs"/>
              </a:rPr>
              <a:t>Address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Translation</a:t>
            </a:r>
            <a:r>
              <a:rPr lang="hu-HU" sz="1200" kern="1200" dirty="0">
                <a:solidFill>
                  <a:schemeClr val="tx1"/>
                </a:solidFill>
                <a:effectLst/>
                <a:latin typeface="+mn-lt"/>
                <a:ea typeface="+mn-ea"/>
                <a:cs typeface="+mn-cs"/>
              </a:rPr>
              <a:t> – </a:t>
            </a:r>
            <a:r>
              <a:rPr lang="hu-HU" sz="1200" kern="1200" dirty="0" err="1">
                <a:solidFill>
                  <a:schemeClr val="tx1"/>
                </a:solidFill>
                <a:effectLst/>
                <a:latin typeface="+mn-lt"/>
                <a:ea typeface="+mn-ea"/>
                <a:cs typeface="+mn-cs"/>
              </a:rPr>
              <a:t>translates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private</a:t>
            </a:r>
            <a:r>
              <a:rPr lang="hu-HU" sz="1200" kern="1200" dirty="0">
                <a:solidFill>
                  <a:schemeClr val="tx1"/>
                </a:solidFill>
                <a:effectLst/>
                <a:latin typeface="+mn-lt"/>
                <a:ea typeface="+mn-ea"/>
                <a:cs typeface="+mn-cs"/>
              </a:rPr>
              <a:t> IP </a:t>
            </a:r>
            <a:r>
              <a:rPr lang="hu-HU" sz="1200" kern="1200" dirty="0" err="1">
                <a:solidFill>
                  <a:schemeClr val="tx1"/>
                </a:solidFill>
                <a:effectLst/>
                <a:latin typeface="+mn-lt"/>
                <a:ea typeface="+mn-ea"/>
                <a:cs typeface="+mn-cs"/>
              </a:rPr>
              <a:t>addresses</a:t>
            </a:r>
            <a:r>
              <a:rPr lang="hu-HU" sz="1200" kern="1200" dirty="0">
                <a:solidFill>
                  <a:schemeClr val="tx1"/>
                </a:solidFill>
                <a:effectLst/>
                <a:latin typeface="+mn-lt"/>
                <a:ea typeface="+mn-ea"/>
                <a:cs typeface="+mn-cs"/>
              </a:rPr>
              <a:t> of </a:t>
            </a:r>
            <a:r>
              <a:rPr lang="hu-HU" sz="1200" kern="1200" dirty="0" err="1">
                <a:solidFill>
                  <a:schemeClr val="tx1"/>
                </a:solidFill>
                <a:effectLst/>
                <a:latin typeface="+mn-lt"/>
                <a:ea typeface="+mn-ea"/>
                <a:cs typeface="+mn-cs"/>
              </a:rPr>
              <a:t>internal</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devices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into</a:t>
            </a:r>
            <a:r>
              <a:rPr lang="hu-HU" sz="1200" kern="1200" dirty="0">
                <a:solidFill>
                  <a:schemeClr val="tx1"/>
                </a:solidFill>
                <a:effectLst/>
                <a:latin typeface="+mn-lt"/>
                <a:ea typeface="+mn-ea"/>
                <a:cs typeface="+mn-cs"/>
              </a:rPr>
              <a:t> a </a:t>
            </a:r>
            <a:r>
              <a:rPr lang="hu-HU" sz="1200" kern="1200" dirty="0" err="1">
                <a:solidFill>
                  <a:schemeClr val="tx1"/>
                </a:solidFill>
                <a:effectLst/>
                <a:latin typeface="+mn-lt"/>
                <a:ea typeface="+mn-ea"/>
                <a:cs typeface="+mn-cs"/>
              </a:rPr>
              <a:t>public</a:t>
            </a:r>
            <a:r>
              <a:rPr lang="hu-HU" sz="1200" kern="1200" dirty="0">
                <a:solidFill>
                  <a:schemeClr val="tx1"/>
                </a:solidFill>
                <a:effectLst/>
                <a:latin typeface="+mn-lt"/>
                <a:ea typeface="+mn-ea"/>
                <a:cs typeface="+mn-cs"/>
              </a:rPr>
              <a:t> IP. </a:t>
            </a:r>
            <a:r>
              <a:rPr lang="hu-HU" sz="1200" kern="1200" dirty="0" err="1">
                <a:solidFill>
                  <a:schemeClr val="tx1"/>
                </a:solidFill>
                <a:effectLst/>
                <a:latin typeface="+mn-lt"/>
                <a:ea typeface="+mn-ea"/>
                <a:cs typeface="+mn-cs"/>
              </a:rPr>
              <a:t>This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translation</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happens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at</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router, </a:t>
            </a:r>
            <a:r>
              <a:rPr lang="hu-HU" sz="1200" kern="1200" dirty="0" err="1">
                <a:solidFill>
                  <a:schemeClr val="tx1"/>
                </a:solidFill>
                <a:effectLst/>
                <a:latin typeface="+mn-lt"/>
                <a:ea typeface="+mn-ea"/>
                <a:cs typeface="+mn-cs"/>
              </a:rPr>
              <a:t>at</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border</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between</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internal</a:t>
            </a:r>
            <a:r>
              <a:rPr lang="hu-HU" sz="1200" kern="1200" dirty="0">
                <a:solidFill>
                  <a:schemeClr val="tx1"/>
                </a:solidFill>
                <a:effectLst/>
                <a:latin typeface="+mn-lt"/>
                <a:ea typeface="+mn-ea"/>
                <a:cs typeface="+mn-cs"/>
              </a:rPr>
              <a:t> and </a:t>
            </a:r>
            <a:r>
              <a:rPr lang="hu-HU" sz="1200" kern="1200" dirty="0" err="1">
                <a:solidFill>
                  <a:schemeClr val="tx1"/>
                </a:solidFill>
                <a:effectLst/>
                <a:latin typeface="+mn-lt"/>
                <a:ea typeface="+mn-ea"/>
                <a:cs typeface="+mn-cs"/>
              </a:rPr>
              <a:t>external</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network</a:t>
            </a:r>
            <a:r>
              <a:rPr lang="hu-HU" sz="1200" kern="1200" dirty="0">
                <a:solidFill>
                  <a:schemeClr val="tx1"/>
                </a:solidFill>
                <a:effectLst/>
                <a:latin typeface="+mn-lt"/>
                <a:ea typeface="+mn-ea"/>
                <a:cs typeface="+mn-cs"/>
              </a:rPr>
              <a:t>.</a:t>
            </a:r>
          </a:p>
          <a:p>
            <a:r>
              <a:rPr lang="hu-HU" sz="1200" kern="1200" dirty="0">
                <a:solidFill>
                  <a:schemeClr val="tx1"/>
                </a:solidFill>
                <a:effectLst/>
                <a:latin typeface="+mn-lt"/>
                <a:ea typeface="+mn-ea"/>
                <a:cs typeface="+mn-cs"/>
              </a:rPr>
              <a:t>PAT – Port </a:t>
            </a:r>
            <a:r>
              <a:rPr lang="hu-HU" sz="1200" kern="1200" dirty="0" err="1">
                <a:solidFill>
                  <a:schemeClr val="tx1"/>
                </a:solidFill>
                <a:effectLst/>
                <a:latin typeface="+mn-lt"/>
                <a:ea typeface="+mn-ea"/>
                <a:cs typeface="+mn-cs"/>
              </a:rPr>
              <a:t>Address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Translation</a:t>
            </a:r>
            <a:r>
              <a:rPr lang="hu-HU" sz="1200" kern="1200" dirty="0">
                <a:solidFill>
                  <a:schemeClr val="tx1"/>
                </a:solidFill>
                <a:effectLst/>
                <a:latin typeface="+mn-lt"/>
                <a:ea typeface="+mn-ea"/>
                <a:cs typeface="+mn-cs"/>
              </a:rPr>
              <a:t> – </a:t>
            </a:r>
            <a:r>
              <a:rPr lang="hu-HU" sz="1200" kern="1200" dirty="0" err="1">
                <a:solidFill>
                  <a:schemeClr val="tx1"/>
                </a:solidFill>
                <a:effectLst/>
                <a:latin typeface="+mn-lt"/>
                <a:ea typeface="+mn-ea"/>
                <a:cs typeface="+mn-cs"/>
              </a:rPr>
              <a:t>goes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one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step</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further</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it</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allows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multiple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devices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to</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communicate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simultaneously</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through</a:t>
            </a:r>
            <a:r>
              <a:rPr lang="hu-HU" sz="1200" kern="1200" dirty="0">
                <a:solidFill>
                  <a:schemeClr val="tx1"/>
                </a:solidFill>
                <a:effectLst/>
                <a:latin typeface="+mn-lt"/>
                <a:ea typeface="+mn-ea"/>
                <a:cs typeface="+mn-cs"/>
              </a:rPr>
              <a:t> a </a:t>
            </a:r>
            <a:r>
              <a:rPr lang="hu-HU" sz="1200" kern="1200" dirty="0" err="1">
                <a:solidFill>
                  <a:schemeClr val="tx1"/>
                </a:solidFill>
                <a:effectLst/>
                <a:latin typeface="+mn-lt"/>
                <a:ea typeface="+mn-ea"/>
                <a:cs typeface="+mn-cs"/>
              </a:rPr>
              <a:t>single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public</a:t>
            </a:r>
            <a:r>
              <a:rPr lang="hu-HU" sz="1200" kern="1200" dirty="0">
                <a:solidFill>
                  <a:schemeClr val="tx1"/>
                </a:solidFill>
                <a:effectLst/>
                <a:latin typeface="+mn-lt"/>
                <a:ea typeface="+mn-ea"/>
                <a:cs typeface="+mn-cs"/>
              </a:rPr>
              <a:t> IP, </a:t>
            </a:r>
            <a:r>
              <a:rPr lang="hu-HU" sz="1200" kern="1200" dirty="0" err="1">
                <a:solidFill>
                  <a:schemeClr val="tx1"/>
                </a:solidFill>
                <a:effectLst/>
                <a:latin typeface="+mn-lt"/>
                <a:ea typeface="+mn-ea"/>
                <a:cs typeface="+mn-cs"/>
              </a:rPr>
              <a:t>using</a:t>
            </a:r>
            <a:r>
              <a:rPr lang="hu-HU" sz="1200" kern="1200" dirty="0">
                <a:solidFill>
                  <a:schemeClr val="tx1"/>
                </a:solidFill>
                <a:effectLst/>
                <a:latin typeface="+mn-lt"/>
                <a:ea typeface="+mn-ea"/>
                <a:cs typeface="+mn-cs"/>
              </a:rPr>
              <a:t> port </a:t>
            </a:r>
            <a:r>
              <a:rPr lang="hu-HU" sz="1200" kern="1200" dirty="0" err="1">
                <a:solidFill>
                  <a:schemeClr val="tx1"/>
                </a:solidFill>
                <a:effectLst/>
                <a:latin typeface="+mn-lt"/>
                <a:ea typeface="+mn-ea"/>
                <a:cs typeface="+mn-cs"/>
              </a:rPr>
              <a:t>numbers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to</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tell</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apart</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different</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connections</a:t>
            </a:r>
            <a:r>
              <a:rPr lang="hu-HU" sz="1200" kern="1200" dirty="0">
                <a:solidFill>
                  <a:schemeClr val="tx1"/>
                </a:solidFill>
                <a:effectLst/>
                <a:latin typeface="+mn-lt"/>
                <a:ea typeface="+mn-ea"/>
                <a:cs typeface="+mn-cs"/>
              </a:rPr>
              <a:t>.</a:t>
            </a:r>
          </a:p>
          <a:p>
            <a:r>
              <a:rPr lang="hu-HU" sz="1200" kern="1200" dirty="0">
                <a:solidFill>
                  <a:schemeClr val="tx1"/>
                </a:solidFill>
                <a:effectLst/>
                <a:latin typeface="+mn-lt"/>
                <a:ea typeface="+mn-ea"/>
                <a:cs typeface="+mn-cs"/>
              </a:rPr>
              <a:t>RIP – </a:t>
            </a:r>
            <a:r>
              <a:rPr lang="hu-HU" sz="1200" kern="1200" dirty="0" err="1">
                <a:solidFill>
                  <a:schemeClr val="tx1"/>
                </a:solidFill>
                <a:effectLst/>
                <a:latin typeface="+mn-lt"/>
                <a:ea typeface="+mn-ea"/>
                <a:cs typeface="+mn-cs"/>
              </a:rPr>
              <a:t>Routing</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Information</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Protocol</a:t>
            </a:r>
            <a:r>
              <a:rPr lang="hu-HU" sz="1200" kern="1200" dirty="0">
                <a:solidFill>
                  <a:schemeClr val="tx1"/>
                </a:solidFill>
                <a:effectLst/>
                <a:latin typeface="+mn-lt"/>
                <a:ea typeface="+mn-ea"/>
                <a:cs typeface="+mn-cs"/>
              </a:rPr>
              <a:t> – is a </a:t>
            </a:r>
            <a:r>
              <a:rPr lang="hu-HU" sz="1200" kern="1200" dirty="0" err="1">
                <a:solidFill>
                  <a:schemeClr val="tx1"/>
                </a:solidFill>
                <a:effectLst/>
                <a:latin typeface="+mn-lt"/>
                <a:ea typeface="+mn-ea"/>
                <a:cs typeface="+mn-cs"/>
              </a:rPr>
              <a:t>distance-vector</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routing</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protocol</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Its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job</a:t>
            </a:r>
            <a:r>
              <a:rPr lang="hu-HU" sz="1200" kern="1200" dirty="0">
                <a:solidFill>
                  <a:schemeClr val="tx1"/>
                </a:solidFill>
                <a:effectLst/>
                <a:latin typeface="+mn-lt"/>
                <a:ea typeface="+mn-ea"/>
                <a:cs typeface="+mn-cs"/>
              </a:rPr>
              <a:t> is </a:t>
            </a:r>
            <a:r>
              <a:rPr lang="hu-HU" sz="1200" kern="1200" dirty="0" err="1">
                <a:solidFill>
                  <a:schemeClr val="tx1"/>
                </a:solidFill>
                <a:effectLst/>
                <a:latin typeface="+mn-lt"/>
                <a:ea typeface="+mn-ea"/>
                <a:cs typeface="+mn-cs"/>
              </a:rPr>
              <a:t>to</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help</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routers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discover</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each</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other</a:t>
            </a:r>
            <a:r>
              <a:rPr lang="hu-HU" sz="1200" kern="1200" dirty="0">
                <a:solidFill>
                  <a:schemeClr val="tx1"/>
                </a:solidFill>
                <a:effectLst/>
                <a:latin typeface="+mn-lt"/>
                <a:ea typeface="+mn-ea"/>
                <a:cs typeface="+mn-cs"/>
              </a:rPr>
              <a:t> and </a:t>
            </a:r>
            <a:r>
              <a:rPr lang="hu-HU" sz="1200" kern="1200" dirty="0" err="1">
                <a:solidFill>
                  <a:schemeClr val="tx1"/>
                </a:solidFill>
                <a:effectLst/>
                <a:latin typeface="+mn-lt"/>
                <a:ea typeface="+mn-ea"/>
                <a:cs typeface="+mn-cs"/>
              </a:rPr>
              <a:t>learn</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best</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path</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to</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reach</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different</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parts</a:t>
            </a:r>
            <a:r>
              <a:rPr lang="hu-HU" sz="1200" kern="1200" dirty="0">
                <a:solidFill>
                  <a:schemeClr val="tx1"/>
                </a:solidFill>
                <a:effectLst/>
                <a:latin typeface="+mn-lt"/>
                <a:ea typeface="+mn-ea"/>
                <a:cs typeface="+mn-cs"/>
              </a:rPr>
              <a:t> of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network</a:t>
            </a:r>
            <a:r>
              <a:rPr lang="hu-HU" sz="1200" kern="1200" dirty="0">
                <a:solidFill>
                  <a:schemeClr val="tx1"/>
                </a:solidFill>
                <a:effectLst/>
                <a:latin typeface="+mn-lt"/>
                <a:ea typeface="+mn-ea"/>
                <a:cs typeface="+mn-cs"/>
              </a:rPr>
              <a:t>.</a:t>
            </a:r>
          </a:p>
          <a:p>
            <a:r>
              <a:rPr lang="hu-HU" sz="1200" kern="1200" dirty="0" err="1">
                <a:solidFill>
                  <a:schemeClr val="tx1"/>
                </a:solidFill>
                <a:effectLst/>
                <a:latin typeface="+mn-lt"/>
                <a:ea typeface="+mn-ea"/>
                <a:cs typeface="+mn-cs"/>
              </a:rPr>
              <a:t>Each</a:t>
            </a:r>
            <a:r>
              <a:rPr lang="hu-HU" sz="1200" kern="1200" dirty="0">
                <a:solidFill>
                  <a:schemeClr val="tx1"/>
                </a:solidFill>
                <a:effectLst/>
                <a:latin typeface="+mn-lt"/>
                <a:ea typeface="+mn-ea"/>
                <a:cs typeface="+mn-cs"/>
              </a:rPr>
              <a:t> RIP router </a:t>
            </a:r>
            <a:r>
              <a:rPr lang="hu-HU" sz="1200" kern="1200" dirty="0" err="1">
                <a:solidFill>
                  <a:schemeClr val="tx1"/>
                </a:solidFill>
                <a:effectLst/>
                <a:latin typeface="+mn-lt"/>
                <a:ea typeface="+mn-ea"/>
                <a:cs typeface="+mn-cs"/>
              </a:rPr>
              <a:t>shares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its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routing</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table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with</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its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neighbours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every</a:t>
            </a:r>
            <a:r>
              <a:rPr lang="hu-HU" sz="1200" kern="1200" dirty="0">
                <a:solidFill>
                  <a:schemeClr val="tx1"/>
                </a:solidFill>
                <a:effectLst/>
                <a:latin typeface="+mn-lt"/>
                <a:ea typeface="+mn-ea"/>
                <a:cs typeface="+mn-cs"/>
              </a:rPr>
              <a:t> 30 </a:t>
            </a:r>
            <a:r>
              <a:rPr lang="hu-HU" sz="1200" kern="1200" dirty="0" err="1">
                <a:solidFill>
                  <a:schemeClr val="tx1"/>
                </a:solidFill>
                <a:effectLst/>
                <a:latin typeface="+mn-lt"/>
                <a:ea typeface="+mn-ea"/>
                <a:cs typeface="+mn-cs"/>
              </a:rPr>
              <a:t>seconds</a:t>
            </a:r>
            <a:r>
              <a:rPr lang="hu-HU" sz="1200" kern="1200" dirty="0">
                <a:solidFill>
                  <a:schemeClr val="tx1"/>
                </a:solidFill>
                <a:effectLst/>
                <a:latin typeface="+mn-lt"/>
                <a:ea typeface="+mn-ea"/>
                <a:cs typeface="+mn-cs"/>
              </a:rPr>
              <a:t> and </a:t>
            </a:r>
            <a:r>
              <a:rPr lang="hu-HU" sz="1200" kern="1200" dirty="0" err="1">
                <a:solidFill>
                  <a:schemeClr val="tx1"/>
                </a:solidFill>
                <a:effectLst/>
                <a:latin typeface="+mn-lt"/>
                <a:ea typeface="+mn-ea"/>
                <a:cs typeface="+mn-cs"/>
              </a:rPr>
              <a:t>always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chooses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route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with</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fewest</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hops</a:t>
            </a:r>
            <a:r>
              <a:rPr lang="hu-HU" sz="1200" kern="1200" dirty="0">
                <a:solidFill>
                  <a:schemeClr val="tx1"/>
                </a:solidFill>
                <a:effectLst/>
                <a:latin typeface="+mn-lt"/>
                <a:ea typeface="+mn-ea"/>
                <a:cs typeface="+mn-cs"/>
              </a:rPr>
              <a:t>.</a:t>
            </a:r>
          </a:p>
          <a:p>
            <a:r>
              <a:rPr lang="hu-HU" sz="1200" kern="1200" dirty="0" err="1">
                <a:solidFill>
                  <a:schemeClr val="tx1"/>
                </a:solidFill>
                <a:effectLst/>
                <a:latin typeface="+mn-lt"/>
                <a:ea typeface="+mn-ea"/>
                <a:cs typeface="+mn-cs"/>
              </a:rPr>
              <a:t>For</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size</a:t>
            </a:r>
            <a:r>
              <a:rPr lang="hu-HU" sz="1200" kern="1200" dirty="0">
                <a:solidFill>
                  <a:schemeClr val="tx1"/>
                </a:solidFill>
                <a:effectLst/>
                <a:latin typeface="+mn-lt"/>
                <a:ea typeface="+mn-ea"/>
                <a:cs typeface="+mn-cs"/>
              </a:rPr>
              <a:t> of </a:t>
            </a:r>
            <a:r>
              <a:rPr lang="hu-HU" sz="1200" kern="1200" dirty="0" err="1">
                <a:solidFill>
                  <a:schemeClr val="tx1"/>
                </a:solidFill>
                <a:effectLst/>
                <a:latin typeface="+mn-lt"/>
                <a:ea typeface="+mn-ea"/>
                <a:cs typeface="+mn-cs"/>
              </a:rPr>
              <a:t>this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network</a:t>
            </a:r>
            <a:r>
              <a:rPr lang="hu-HU" sz="1200" kern="1200" dirty="0">
                <a:solidFill>
                  <a:schemeClr val="tx1"/>
                </a:solidFill>
                <a:effectLst/>
                <a:latin typeface="+mn-lt"/>
                <a:ea typeface="+mn-ea"/>
                <a:cs typeface="+mn-cs"/>
              </a:rPr>
              <a:t>, RIP is a </a:t>
            </a:r>
            <a:r>
              <a:rPr lang="hu-HU" sz="1200" kern="1200" dirty="0" err="1">
                <a:solidFill>
                  <a:schemeClr val="tx1"/>
                </a:solidFill>
                <a:effectLst/>
                <a:latin typeface="+mn-lt"/>
                <a:ea typeface="+mn-ea"/>
                <a:cs typeface="+mn-cs"/>
              </a:rPr>
              <a:t>perfectly</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appropriate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solution</a:t>
            </a:r>
            <a:r>
              <a:rPr lang="hu-HU" sz="1200" kern="1200" dirty="0">
                <a:solidFill>
                  <a:schemeClr val="tx1"/>
                </a:solidFill>
                <a:effectLst/>
                <a:latin typeface="+mn-lt"/>
                <a:ea typeface="+mn-ea"/>
                <a:cs typeface="+mn-cs"/>
              </a:rPr>
              <a:t> – </a:t>
            </a:r>
            <a:r>
              <a:rPr lang="hu-HU" sz="1200" kern="1200" dirty="0" err="1">
                <a:solidFill>
                  <a:schemeClr val="tx1"/>
                </a:solidFill>
                <a:effectLst/>
                <a:latin typeface="+mn-lt"/>
                <a:ea typeface="+mn-ea"/>
                <a:cs typeface="+mn-cs"/>
              </a:rPr>
              <a:t>simple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to</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configure</a:t>
            </a:r>
            <a:r>
              <a:rPr lang="hu-HU" sz="1200" kern="1200" dirty="0">
                <a:solidFill>
                  <a:schemeClr val="tx1"/>
                </a:solidFill>
                <a:effectLst/>
                <a:latin typeface="+mn-lt"/>
                <a:ea typeface="+mn-ea"/>
                <a:cs typeface="+mn-cs"/>
              </a:rPr>
              <a:t> and </a:t>
            </a:r>
            <a:r>
              <a:rPr lang="hu-HU" sz="1200" kern="1200" dirty="0" err="1">
                <a:solidFill>
                  <a:schemeClr val="tx1"/>
                </a:solidFill>
                <a:effectLst/>
                <a:latin typeface="+mn-lt"/>
                <a:ea typeface="+mn-ea"/>
                <a:cs typeface="+mn-cs"/>
              </a:rPr>
              <a:t>reliable</a:t>
            </a:r>
            <a:r>
              <a:rPr lang="hu-HU" sz="1200" kern="1200" dirty="0">
                <a:solidFill>
                  <a:schemeClr val="tx1"/>
                </a:solidFill>
                <a:effectLst/>
                <a:latin typeface="+mn-lt"/>
                <a:ea typeface="+mn-ea"/>
                <a:cs typeface="+mn-cs"/>
              </a:rPr>
              <a:t> in </a:t>
            </a:r>
            <a:r>
              <a:rPr lang="hu-HU" sz="1200" kern="1200" dirty="0" err="1">
                <a:solidFill>
                  <a:schemeClr val="tx1"/>
                </a:solidFill>
                <a:effectLst/>
                <a:latin typeface="+mn-lt"/>
                <a:ea typeface="+mn-ea"/>
                <a:cs typeface="+mn-cs"/>
              </a:rPr>
              <a:t>operation</a:t>
            </a:r>
            <a:r>
              <a:rPr lang="hu-HU" sz="1200" kern="1200" dirty="0">
                <a:solidFill>
                  <a:schemeClr val="tx1"/>
                </a:solidFill>
                <a:effectLst/>
                <a:latin typeface="+mn-lt"/>
                <a:ea typeface="+mn-ea"/>
                <a:cs typeface="+mn-cs"/>
              </a:rPr>
              <a: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Jegyzetek helye 2"/>
          <p:cNvSpPr>
            <a:spLocks noGrp="1"/>
          </p:cNvSpPr>
          <p:nvPr>
            <p:ph type="body" idx="1"/>
          </p:nvPr>
        </p:nvSpPr>
        <p:spPr>
          <a:xfrm>
            <a:off x="685800" y="4400550"/>
            <a:ext cx="5486400" cy="3600450"/>
          </a:xfrm>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hu-HU" sz="1200" kern="1200" dirty="0" err="1">
                <a:solidFill>
                  <a:schemeClr val="tx1"/>
                </a:solidFill>
                <a:effectLst/>
                <a:latin typeface="+mn-lt"/>
                <a:ea typeface="+mn-ea"/>
                <a:cs typeface="+mn-cs"/>
              </a:rPr>
              <a:t>For</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server </a:t>
            </a:r>
            <a:r>
              <a:rPr lang="hu-HU" sz="1200" kern="1200" dirty="0" err="1">
                <a:solidFill>
                  <a:schemeClr val="tx1"/>
                </a:solidFill>
                <a:effectLst/>
                <a:latin typeface="+mn-lt"/>
                <a:ea typeface="+mn-ea"/>
                <a:cs typeface="+mn-cs"/>
              </a:rPr>
              <a:t>side</a:t>
            </a:r>
            <a:r>
              <a:rPr lang="hu-HU" sz="1200" kern="1200" dirty="0">
                <a:solidFill>
                  <a:schemeClr val="tx1"/>
                </a:solidFill>
                <a:effectLst/>
                <a:latin typeface="+mn-lt"/>
                <a:ea typeface="+mn-ea"/>
                <a:cs typeface="+mn-cs"/>
              </a:rPr>
              <a:t> of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project, </a:t>
            </a:r>
            <a:r>
              <a:rPr lang="hu-HU" sz="1200" kern="1200" dirty="0" err="1">
                <a:solidFill>
                  <a:schemeClr val="tx1"/>
                </a:solidFill>
                <a:effectLst/>
                <a:latin typeface="+mn-lt"/>
                <a:ea typeface="+mn-ea"/>
                <a:cs typeface="+mn-cs"/>
              </a:rPr>
              <a:t>we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used</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VirtualBox</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our</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virtualisation</a:t>
            </a:r>
            <a:r>
              <a:rPr lang="hu-HU" sz="1200" kern="1200" dirty="0">
                <a:solidFill>
                  <a:schemeClr val="tx1"/>
                </a:solidFill>
                <a:effectLst/>
                <a:latin typeface="+mn-lt"/>
                <a:ea typeface="+mn-ea"/>
                <a:cs typeface="+mn-cs"/>
              </a:rPr>
              <a:t> platform –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servers </a:t>
            </a:r>
            <a:r>
              <a:rPr lang="hu-HU" sz="1200" kern="1200" dirty="0" err="1">
                <a:solidFill>
                  <a:schemeClr val="tx1"/>
                </a:solidFill>
                <a:effectLst/>
                <a:latin typeface="+mn-lt"/>
                <a:ea typeface="+mn-ea"/>
                <a:cs typeface="+mn-cs"/>
              </a:rPr>
              <a:t>run</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virtual</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machines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rather</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than</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on</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physical</a:t>
            </a:r>
            <a:r>
              <a:rPr lang="hu-HU" sz="1200" kern="1200" dirty="0">
                <a:solidFill>
                  <a:schemeClr val="tx1"/>
                </a:solidFill>
                <a:effectLst/>
                <a:latin typeface="+mn-lt"/>
                <a:ea typeface="+mn-ea"/>
                <a:cs typeface="+mn-cs"/>
              </a:rPr>
              <a:t> hardware. </a:t>
            </a:r>
            <a:r>
              <a:rPr lang="hu-HU" sz="1200" kern="1200" dirty="0" err="1">
                <a:solidFill>
                  <a:schemeClr val="tx1"/>
                </a:solidFill>
                <a:effectLst/>
                <a:latin typeface="+mn-lt"/>
                <a:ea typeface="+mn-ea"/>
                <a:cs typeface="+mn-cs"/>
              </a:rPr>
              <a:t>On</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Windows Server 2019 </a:t>
            </a:r>
            <a:r>
              <a:rPr lang="hu-HU" sz="1200" kern="1200" dirty="0" err="1">
                <a:solidFill>
                  <a:schemeClr val="tx1"/>
                </a:solidFill>
                <a:effectLst/>
                <a:latin typeface="+mn-lt"/>
                <a:ea typeface="+mn-ea"/>
                <a:cs typeface="+mn-cs"/>
              </a:rPr>
              <a:t>virtual</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machine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we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configured</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Active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Directory</a:t>
            </a:r>
            <a:r>
              <a:rPr lang="hu-HU" sz="1200" kern="1200" dirty="0">
                <a:solidFill>
                  <a:schemeClr val="tx1"/>
                </a:solidFill>
                <a:effectLst/>
                <a:latin typeface="+mn-lt"/>
                <a:ea typeface="+mn-ea"/>
                <a:cs typeface="+mn-cs"/>
              </a:rPr>
              <a:t>, DNS, DHCP, HTTP and HTTPS web </a:t>
            </a:r>
            <a:r>
              <a:rPr lang="hu-HU" sz="1200" kern="1200" dirty="0" err="1">
                <a:solidFill>
                  <a:schemeClr val="tx1"/>
                </a:solidFill>
                <a:effectLst/>
                <a:latin typeface="+mn-lt"/>
                <a:ea typeface="+mn-ea"/>
                <a:cs typeface="+mn-cs"/>
              </a:rPr>
              <a:t>services</a:t>
            </a:r>
            <a:r>
              <a:rPr lang="hu-HU" sz="1200" kern="1200" dirty="0">
                <a:solidFill>
                  <a:schemeClr val="tx1"/>
                </a:solidFill>
                <a:effectLst/>
                <a:latin typeface="+mn-lt"/>
                <a:ea typeface="+mn-ea"/>
                <a:cs typeface="+mn-cs"/>
              </a:rPr>
              <a:t>, file and printer </a:t>
            </a:r>
            <a:r>
              <a:rPr lang="hu-HU" sz="1200" kern="1200" dirty="0" err="1">
                <a:solidFill>
                  <a:schemeClr val="tx1"/>
                </a:solidFill>
                <a:effectLst/>
                <a:latin typeface="+mn-lt"/>
                <a:ea typeface="+mn-ea"/>
                <a:cs typeface="+mn-cs"/>
              </a:rPr>
              <a:t>sharing</a:t>
            </a:r>
            <a:r>
              <a:rPr lang="hu-HU" sz="1200" kern="1200" dirty="0">
                <a:solidFill>
                  <a:schemeClr val="tx1"/>
                </a:solidFill>
                <a:effectLst/>
                <a:latin typeface="+mn-lt"/>
                <a:ea typeface="+mn-ea"/>
                <a:cs typeface="+mn-cs"/>
              </a:rPr>
              <a:t>, and </a:t>
            </a:r>
            <a:r>
              <a:rPr lang="hu-HU" sz="1200" kern="1200" dirty="0" err="1">
                <a:solidFill>
                  <a:schemeClr val="tx1"/>
                </a:solidFill>
                <a:effectLst/>
                <a:latin typeface="+mn-lt"/>
                <a:ea typeface="+mn-ea"/>
                <a:cs typeface="+mn-cs"/>
              </a:rPr>
              <a:t>automated</a:t>
            </a:r>
            <a:r>
              <a:rPr lang="hu-HU" sz="1200" kern="1200" dirty="0">
                <a:solidFill>
                  <a:schemeClr val="tx1"/>
                </a:solidFill>
                <a:effectLst/>
                <a:latin typeface="+mn-lt"/>
                <a:ea typeface="+mn-ea"/>
                <a:cs typeface="+mn-cs"/>
              </a:rPr>
              <a:t> software </a:t>
            </a:r>
            <a:r>
              <a:rPr lang="hu-HU" sz="1200" kern="1200" dirty="0" err="1">
                <a:solidFill>
                  <a:schemeClr val="tx1"/>
                </a:solidFill>
                <a:effectLst/>
                <a:latin typeface="+mn-lt"/>
                <a:ea typeface="+mn-ea"/>
                <a:cs typeface="+mn-cs"/>
              </a:rPr>
              <a:t>deployment</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to</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client</a:t>
            </a:r>
            <a:r>
              <a:rPr lang="hu-HU" sz="1200" kern="1200" dirty="0">
                <a:solidFill>
                  <a:schemeClr val="tx1"/>
                </a:solidFill>
                <a:effectLst/>
                <a:latin typeface="+mn-lt"/>
                <a:ea typeface="+mn-ea"/>
                <a:cs typeface="+mn-cs"/>
              </a:rPr>
              <a:t> computers. </a:t>
            </a:r>
            <a:r>
              <a:rPr lang="hu-HU" sz="1200" kern="1200" dirty="0" err="1">
                <a:solidFill>
                  <a:schemeClr val="tx1"/>
                </a:solidFill>
                <a:effectLst/>
                <a:latin typeface="+mn-lt"/>
                <a:ea typeface="+mn-ea"/>
                <a:cs typeface="+mn-cs"/>
              </a:rPr>
              <a:t>On</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Linux Debian </a:t>
            </a:r>
            <a:r>
              <a:rPr lang="hu-HU" sz="1200" kern="1200" dirty="0" err="1">
                <a:solidFill>
                  <a:schemeClr val="tx1"/>
                </a:solidFill>
                <a:effectLst/>
                <a:latin typeface="+mn-lt"/>
                <a:ea typeface="+mn-ea"/>
                <a:cs typeface="+mn-cs"/>
              </a:rPr>
              <a:t>virtual</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machine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we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set</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up</a:t>
            </a:r>
            <a:r>
              <a:rPr lang="hu-HU" sz="1200" kern="1200" dirty="0">
                <a:solidFill>
                  <a:schemeClr val="tx1"/>
                </a:solidFill>
                <a:effectLst/>
                <a:latin typeface="+mn-lt"/>
                <a:ea typeface="+mn-ea"/>
                <a:cs typeface="+mn-cs"/>
              </a:rPr>
              <a:t> an </a:t>
            </a:r>
            <a:r>
              <a:rPr lang="hu-HU" sz="1200" kern="1200" dirty="0" err="1">
                <a:solidFill>
                  <a:schemeClr val="tx1"/>
                </a:solidFill>
                <a:effectLst/>
                <a:latin typeface="+mn-lt"/>
                <a:ea typeface="+mn-ea"/>
                <a:cs typeface="+mn-cs"/>
              </a:rPr>
              <a:t>automated</a:t>
            </a:r>
            <a:r>
              <a:rPr lang="hu-HU" sz="1200" kern="1200" dirty="0">
                <a:solidFill>
                  <a:schemeClr val="tx1"/>
                </a:solidFill>
                <a:effectLst/>
                <a:latin typeface="+mn-lt"/>
                <a:ea typeface="+mn-ea"/>
                <a:cs typeface="+mn-cs"/>
              </a:rPr>
              <a:t> backup </a:t>
            </a:r>
            <a:r>
              <a:rPr lang="hu-HU" sz="1200" kern="1200" dirty="0" err="1">
                <a:solidFill>
                  <a:schemeClr val="tx1"/>
                </a:solidFill>
                <a:effectLst/>
                <a:latin typeface="+mn-lt"/>
                <a:ea typeface="+mn-ea"/>
                <a:cs typeface="+mn-cs"/>
              </a:rPr>
              <a:t>system</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that</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regularly</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saves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all</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network</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device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configurations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to</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FTP server.</a:t>
            </a:r>
          </a:p>
        </p:txBody>
      </p:sp>
    </p:spTree>
    <p:extLst>
      <p:ext uri="{BB962C8B-B14F-4D97-AF65-F5344CB8AC3E}">
        <p14:creationId xmlns:p14="http://schemas.microsoft.com/office/powerpoint/2010/main" val="52565222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hu-HU" sz="1200" kern="1200" dirty="0" err="1">
                <a:solidFill>
                  <a:schemeClr val="tx1"/>
                </a:solidFill>
                <a:effectLst/>
                <a:latin typeface="+mn-lt"/>
                <a:ea typeface="+mn-ea"/>
                <a:cs typeface="+mn-cs"/>
              </a:rPr>
              <a:t>After</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completing</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network</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we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ran</a:t>
            </a:r>
            <a:r>
              <a:rPr lang="hu-HU" sz="1200" kern="1200" dirty="0">
                <a:solidFill>
                  <a:schemeClr val="tx1"/>
                </a:solidFill>
                <a:effectLst/>
                <a:latin typeface="+mn-lt"/>
                <a:ea typeface="+mn-ea"/>
                <a:cs typeface="+mn-cs"/>
              </a:rPr>
              <a:t> a </a:t>
            </a:r>
            <a:r>
              <a:rPr lang="hu-HU" sz="1200" kern="1200" dirty="0" err="1">
                <a:solidFill>
                  <a:schemeClr val="tx1"/>
                </a:solidFill>
                <a:effectLst/>
                <a:latin typeface="+mn-lt"/>
                <a:ea typeface="+mn-ea"/>
                <a:cs typeface="+mn-cs"/>
              </a:rPr>
              <a:t>thorough</a:t>
            </a:r>
            <a:r>
              <a:rPr lang="hu-HU" sz="1200" kern="1200" dirty="0">
                <a:solidFill>
                  <a:schemeClr val="tx1"/>
                </a:solidFill>
                <a:effectLst/>
                <a:latin typeface="+mn-lt"/>
                <a:ea typeface="+mn-ea"/>
                <a:cs typeface="+mn-cs"/>
              </a:rPr>
              <a:t> testing </a:t>
            </a:r>
            <a:r>
              <a:rPr lang="hu-HU" sz="1200" kern="1200" dirty="0" err="1">
                <a:solidFill>
                  <a:schemeClr val="tx1"/>
                </a:solidFill>
                <a:effectLst/>
                <a:latin typeface="+mn-lt"/>
                <a:ea typeface="+mn-ea"/>
                <a:cs typeface="+mn-cs"/>
              </a:rPr>
              <a:t>phase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It</a:t>
            </a:r>
            <a:r>
              <a:rPr lang="hu-HU" sz="1200" kern="1200" dirty="0">
                <a:solidFill>
                  <a:schemeClr val="tx1"/>
                </a:solidFill>
                <a:effectLst/>
                <a:latin typeface="+mn-lt"/>
                <a:ea typeface="+mn-ea"/>
                <a:cs typeface="+mn-cs"/>
              </a:rPr>
              <a:t> is </a:t>
            </a:r>
            <a:r>
              <a:rPr lang="hu-HU" sz="1200" kern="1200" dirty="0" err="1">
                <a:solidFill>
                  <a:schemeClr val="tx1"/>
                </a:solidFill>
                <a:effectLst/>
                <a:latin typeface="+mn-lt"/>
                <a:ea typeface="+mn-ea"/>
                <a:cs typeface="+mn-cs"/>
              </a:rPr>
              <a:t>not</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enough</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for</a:t>
            </a:r>
            <a:r>
              <a:rPr lang="hu-HU" sz="1200" kern="1200" dirty="0">
                <a:solidFill>
                  <a:schemeClr val="tx1"/>
                </a:solidFill>
                <a:effectLst/>
                <a:latin typeface="+mn-lt"/>
                <a:ea typeface="+mn-ea"/>
                <a:cs typeface="+mn-cs"/>
              </a:rPr>
              <a:t> a </a:t>
            </a:r>
            <a:r>
              <a:rPr lang="hu-HU" sz="1200" kern="1200" dirty="0" err="1">
                <a:solidFill>
                  <a:schemeClr val="tx1"/>
                </a:solidFill>
                <a:effectLst/>
                <a:latin typeface="+mn-lt"/>
                <a:ea typeface="+mn-ea"/>
                <a:cs typeface="+mn-cs"/>
              </a:rPr>
              <a:t>network</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to</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look</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correct</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on</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paper</a:t>
            </a:r>
            <a:r>
              <a:rPr lang="hu-HU" sz="1200" kern="1200" dirty="0">
                <a:solidFill>
                  <a:schemeClr val="tx1"/>
                </a:solidFill>
                <a:effectLst/>
                <a:latin typeface="+mn-lt"/>
                <a:ea typeface="+mn-ea"/>
                <a:cs typeface="+mn-cs"/>
              </a:rPr>
              <a:t> – </a:t>
            </a:r>
            <a:r>
              <a:rPr lang="hu-HU" sz="1200" kern="1200" dirty="0" err="1">
                <a:solidFill>
                  <a:schemeClr val="tx1"/>
                </a:solidFill>
                <a:effectLst/>
                <a:latin typeface="+mn-lt"/>
                <a:ea typeface="+mn-ea"/>
                <a:cs typeface="+mn-cs"/>
              </a:rPr>
              <a:t>it</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needs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to</a:t>
            </a:r>
            <a:r>
              <a:rPr lang="hu-HU" sz="1200" kern="1200" dirty="0">
                <a:solidFill>
                  <a:schemeClr val="tx1"/>
                </a:solidFill>
                <a:effectLst/>
                <a:latin typeface="+mn-lt"/>
                <a:ea typeface="+mn-ea"/>
                <a:cs typeface="+mn-cs"/>
              </a:rPr>
              <a:t> be </a:t>
            </a:r>
            <a:r>
              <a:rPr lang="hu-HU" sz="1200" kern="1200" dirty="0" err="1">
                <a:solidFill>
                  <a:schemeClr val="tx1"/>
                </a:solidFill>
                <a:effectLst/>
                <a:latin typeface="+mn-lt"/>
                <a:ea typeface="+mn-ea"/>
                <a:cs typeface="+mn-cs"/>
              </a:rPr>
              <a:t>verified</a:t>
            </a:r>
            <a:r>
              <a:rPr lang="hu-HU" sz="1200" kern="1200" dirty="0">
                <a:solidFill>
                  <a:schemeClr val="tx1"/>
                </a:solidFill>
                <a:effectLst/>
                <a:latin typeface="+mn-lt"/>
                <a:ea typeface="+mn-ea"/>
                <a:cs typeface="+mn-cs"/>
              </a:rPr>
              <a:t> in </a:t>
            </a:r>
            <a:r>
              <a:rPr lang="hu-HU" sz="1200" kern="1200" dirty="0" err="1">
                <a:solidFill>
                  <a:schemeClr val="tx1"/>
                </a:solidFill>
                <a:effectLst/>
                <a:latin typeface="+mn-lt"/>
                <a:ea typeface="+mn-ea"/>
                <a:cs typeface="+mn-cs"/>
              </a:rPr>
              <a:t>operation</a:t>
            </a:r>
            <a:r>
              <a:rPr lang="hu-HU" sz="1200" kern="1200" dirty="0">
                <a:solidFill>
                  <a:schemeClr val="tx1"/>
                </a:solidFill>
                <a:effectLst/>
                <a:latin typeface="+mn-lt"/>
                <a:ea typeface="+mn-ea"/>
                <a:cs typeface="+mn-cs"/>
              </a:rPr>
              <a:t>.</a:t>
            </a:r>
          </a:p>
          <a:p>
            <a:r>
              <a:rPr lang="hu-HU" sz="1200" kern="1200" dirty="0" err="1">
                <a:solidFill>
                  <a:schemeClr val="tx1"/>
                </a:solidFill>
                <a:effectLst/>
                <a:latin typeface="+mn-lt"/>
                <a:ea typeface="+mn-ea"/>
                <a:cs typeface="+mn-cs"/>
              </a:rPr>
              <a:t>We</a:t>
            </a:r>
            <a:r>
              <a:rPr lang="hu-HU" sz="1200" kern="1200" dirty="0">
                <a:solidFill>
                  <a:schemeClr val="tx1"/>
                </a:solidFill>
                <a:effectLst/>
                <a:latin typeface="+mn-lt"/>
                <a:ea typeface="+mn-ea"/>
                <a:cs typeface="+mn-cs"/>
              </a:rPr>
              <a:t> tested </a:t>
            </a:r>
            <a:r>
              <a:rPr lang="hu-HU" sz="1200" kern="1200" dirty="0" err="1">
                <a:solidFill>
                  <a:schemeClr val="tx1"/>
                </a:solidFill>
                <a:effectLst/>
                <a:latin typeface="+mn-lt"/>
                <a:ea typeface="+mn-ea"/>
                <a:cs typeface="+mn-cs"/>
              </a:rPr>
              <a:t>connectivity</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between</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all</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different</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segments</a:t>
            </a:r>
            <a:r>
              <a:rPr lang="hu-HU" sz="1200" kern="1200" dirty="0">
                <a:solidFill>
                  <a:schemeClr val="tx1"/>
                </a:solidFill>
                <a:effectLst/>
                <a:latin typeface="+mn-lt"/>
                <a:ea typeface="+mn-ea"/>
                <a:cs typeface="+mn-cs"/>
              </a:rPr>
              <a:t> and </a:t>
            </a:r>
            <a:r>
              <a:rPr lang="hu-HU" sz="1200" kern="1200" dirty="0" err="1">
                <a:solidFill>
                  <a:schemeClr val="tx1"/>
                </a:solidFill>
                <a:effectLst/>
                <a:latin typeface="+mn-lt"/>
                <a:ea typeface="+mn-ea"/>
                <a:cs typeface="+mn-cs"/>
              </a:rPr>
              <a:t>VLANs</a:t>
            </a:r>
            <a:r>
              <a:rPr lang="hu-HU" sz="1200" kern="1200" dirty="0">
                <a:solidFill>
                  <a:schemeClr val="tx1"/>
                </a:solidFill>
                <a:effectLst/>
                <a:latin typeface="+mn-lt"/>
                <a:ea typeface="+mn-ea"/>
                <a:cs typeface="+mn-cs"/>
              </a:rPr>
              <a:t>, and </a:t>
            </a:r>
            <a:r>
              <a:rPr lang="hu-HU" sz="1200" kern="1200" dirty="0" err="1">
                <a:solidFill>
                  <a:schemeClr val="tx1"/>
                </a:solidFill>
                <a:effectLst/>
                <a:latin typeface="+mn-lt"/>
                <a:ea typeface="+mn-ea"/>
                <a:cs typeface="+mn-cs"/>
              </a:rPr>
              <a:t>confirmed</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that</a:t>
            </a:r>
            <a:r>
              <a:rPr lang="hu-HU" sz="1200" kern="1200" dirty="0">
                <a:solidFill>
                  <a:schemeClr val="tx1"/>
                </a:solidFill>
                <a:effectLst/>
                <a:latin typeface="+mn-lt"/>
                <a:ea typeface="+mn-ea"/>
                <a:cs typeface="+mn-cs"/>
              </a:rPr>
              <a:t> VLAN </a:t>
            </a:r>
            <a:r>
              <a:rPr lang="hu-HU" sz="1200" kern="1200" dirty="0" err="1">
                <a:solidFill>
                  <a:schemeClr val="tx1"/>
                </a:solidFill>
                <a:effectLst/>
                <a:latin typeface="+mn-lt"/>
                <a:ea typeface="+mn-ea"/>
                <a:cs typeface="+mn-cs"/>
              </a:rPr>
              <a:t>separation</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was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working</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correctly</a:t>
            </a:r>
            <a:r>
              <a:rPr lang="hu-HU" sz="1200" kern="1200" dirty="0">
                <a:solidFill>
                  <a:schemeClr val="tx1"/>
                </a:solidFill>
                <a:effectLst/>
                <a:latin typeface="+mn-lt"/>
                <a:ea typeface="+mn-ea"/>
                <a:cs typeface="+mn-cs"/>
              </a:rPr>
              <a:t>.</a:t>
            </a:r>
          </a:p>
          <a:p>
            <a:r>
              <a:rPr lang="hu-HU" sz="1200" kern="1200" dirty="0" err="1">
                <a:solidFill>
                  <a:schemeClr val="tx1"/>
                </a:solidFill>
                <a:effectLst/>
                <a:latin typeface="+mn-lt"/>
                <a:ea typeface="+mn-ea"/>
                <a:cs typeface="+mn-cs"/>
              </a:rPr>
              <a:t>We</a:t>
            </a:r>
            <a:r>
              <a:rPr lang="hu-HU" sz="1200" kern="1200" dirty="0">
                <a:solidFill>
                  <a:schemeClr val="tx1"/>
                </a:solidFill>
                <a:effectLst/>
                <a:latin typeface="+mn-lt"/>
                <a:ea typeface="+mn-ea"/>
                <a:cs typeface="+mn-cs"/>
              </a:rPr>
              <a:t> tested </a:t>
            </a:r>
            <a:r>
              <a:rPr lang="hu-HU" sz="1200" kern="1200" dirty="0" err="1">
                <a:solidFill>
                  <a:schemeClr val="tx1"/>
                </a:solidFill>
                <a:effectLst/>
                <a:latin typeface="+mn-lt"/>
                <a:ea typeface="+mn-ea"/>
                <a:cs typeface="+mn-cs"/>
              </a:rPr>
              <a:t>redundancy</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by</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deliberately</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disconnecting</a:t>
            </a:r>
            <a:r>
              <a:rPr lang="hu-HU" sz="1200" kern="1200" dirty="0">
                <a:solidFill>
                  <a:schemeClr val="tx1"/>
                </a:solidFill>
                <a:effectLst/>
                <a:latin typeface="+mn-lt"/>
                <a:ea typeface="+mn-ea"/>
                <a:cs typeface="+mn-cs"/>
              </a:rPr>
              <a:t> a router and </a:t>
            </a:r>
            <a:r>
              <a:rPr lang="hu-HU" sz="1200" kern="1200" dirty="0" err="1">
                <a:solidFill>
                  <a:schemeClr val="tx1"/>
                </a:solidFill>
                <a:effectLst/>
                <a:latin typeface="+mn-lt"/>
                <a:ea typeface="+mn-ea"/>
                <a:cs typeface="+mn-cs"/>
              </a:rPr>
              <a:t>confirming</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that</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traffic</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automatically</a:t>
            </a:r>
            <a:r>
              <a:rPr lang="hu-HU" sz="1200" kern="1200" dirty="0">
                <a:solidFill>
                  <a:schemeClr val="tx1"/>
                </a:solidFill>
                <a:effectLst/>
                <a:latin typeface="+mn-lt"/>
                <a:ea typeface="+mn-ea"/>
                <a:cs typeface="+mn-cs"/>
              </a:rPr>
              <a:t> re-</a:t>
            </a:r>
            <a:r>
              <a:rPr lang="hu-HU" sz="1200" kern="1200" dirty="0" err="1">
                <a:solidFill>
                  <a:schemeClr val="tx1"/>
                </a:solidFill>
                <a:effectLst/>
                <a:latin typeface="+mn-lt"/>
                <a:ea typeface="+mn-ea"/>
                <a:cs typeface="+mn-cs"/>
              </a:rPr>
              <a:t>routed</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through</a:t>
            </a:r>
            <a:r>
              <a:rPr lang="hu-HU" sz="1200" kern="1200" dirty="0">
                <a:solidFill>
                  <a:schemeClr val="tx1"/>
                </a:solidFill>
                <a:effectLst/>
                <a:latin typeface="+mn-lt"/>
                <a:ea typeface="+mn-ea"/>
                <a:cs typeface="+mn-cs"/>
              </a:rPr>
              <a:t> an </a:t>
            </a:r>
            <a:r>
              <a:rPr lang="hu-HU" sz="1200" kern="1200" dirty="0" err="1">
                <a:solidFill>
                  <a:schemeClr val="tx1"/>
                </a:solidFill>
                <a:effectLst/>
                <a:latin typeface="+mn-lt"/>
                <a:ea typeface="+mn-ea"/>
                <a:cs typeface="+mn-cs"/>
              </a:rPr>
              <a:t>alternative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path</a:t>
            </a:r>
            <a:r>
              <a:rPr lang="hu-HU" sz="1200" kern="1200" dirty="0">
                <a:solidFill>
                  <a:schemeClr val="tx1"/>
                </a:solidFill>
                <a:effectLst/>
                <a:latin typeface="+mn-lt"/>
                <a:ea typeface="+mn-ea"/>
                <a:cs typeface="+mn-cs"/>
              </a:rPr>
              <a:t>.</a:t>
            </a:r>
          </a:p>
          <a:p>
            <a:r>
              <a:rPr lang="hu-HU" sz="1200" kern="1200" dirty="0" err="1">
                <a:solidFill>
                  <a:schemeClr val="tx1"/>
                </a:solidFill>
                <a:effectLst/>
                <a:latin typeface="+mn-lt"/>
                <a:ea typeface="+mn-ea"/>
                <a:cs typeface="+mn-cs"/>
              </a:rPr>
              <a:t>We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verified</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all</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firewall</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rules</a:t>
            </a:r>
            <a:r>
              <a:rPr lang="hu-HU" sz="1200" kern="1200" dirty="0">
                <a:solidFill>
                  <a:schemeClr val="tx1"/>
                </a:solidFill>
                <a:effectLst/>
                <a:latin typeface="+mn-lt"/>
                <a:ea typeface="+mn-ea"/>
                <a:cs typeface="+mn-cs"/>
              </a:rPr>
              <a:t> and </a:t>
            </a:r>
            <a:r>
              <a:rPr lang="hu-HU" sz="1200" kern="1200" dirty="0" err="1">
                <a:solidFill>
                  <a:schemeClr val="tx1"/>
                </a:solidFill>
                <a:effectLst/>
                <a:latin typeface="+mn-lt"/>
                <a:ea typeface="+mn-ea"/>
                <a:cs typeface="+mn-cs"/>
              </a:rPr>
              <a:t>checked</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that</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all</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four</a:t>
            </a:r>
            <a:r>
              <a:rPr lang="hu-HU" sz="1200" kern="1200" dirty="0">
                <a:solidFill>
                  <a:schemeClr val="tx1"/>
                </a:solidFill>
                <a:effectLst/>
                <a:latin typeface="+mn-lt"/>
                <a:ea typeface="+mn-ea"/>
                <a:cs typeface="+mn-cs"/>
              </a:rPr>
              <a:t> servers </a:t>
            </a:r>
            <a:r>
              <a:rPr lang="hu-HU" sz="1200" kern="1200" dirty="0" err="1">
                <a:solidFill>
                  <a:schemeClr val="tx1"/>
                </a:solidFill>
                <a:effectLst/>
                <a:latin typeface="+mn-lt"/>
                <a:ea typeface="+mn-ea"/>
                <a:cs typeface="+mn-cs"/>
              </a:rPr>
              <a:t>were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reachable</a:t>
            </a:r>
            <a:r>
              <a:rPr lang="hu-HU" sz="1200" kern="1200" dirty="0">
                <a:solidFill>
                  <a:schemeClr val="tx1"/>
                </a:solidFill>
                <a:effectLst/>
                <a:latin typeface="+mn-lt"/>
                <a:ea typeface="+mn-ea"/>
                <a:cs typeface="+mn-cs"/>
              </a:rPr>
              <a:t>: WEB, DHCP, FTP, and DNS.</a:t>
            </a:r>
          </a:p>
          <a:p>
            <a:r>
              <a:rPr lang="hu-HU" sz="1200" kern="1200" dirty="0">
                <a:solidFill>
                  <a:schemeClr val="tx1"/>
                </a:solidFill>
                <a:effectLst/>
                <a:latin typeface="+mn-lt"/>
                <a:ea typeface="+mn-ea"/>
                <a:cs typeface="+mn-cs"/>
              </a:rPr>
              <a:t>The </a:t>
            </a:r>
            <a:r>
              <a:rPr lang="hu-HU" sz="1200" kern="1200" dirty="0" err="1">
                <a:solidFill>
                  <a:schemeClr val="tx1"/>
                </a:solidFill>
                <a:effectLst/>
                <a:latin typeface="+mn-lt"/>
                <a:ea typeface="+mn-ea"/>
                <a:cs typeface="+mn-cs"/>
              </a:rPr>
              <a:t>screenshots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you</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can</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see</a:t>
            </a:r>
            <a:r>
              <a:rPr lang="hu-HU" sz="1200" kern="1200" dirty="0">
                <a:solidFill>
                  <a:schemeClr val="tx1"/>
                </a:solidFill>
                <a:effectLst/>
                <a:latin typeface="+mn-lt"/>
                <a:ea typeface="+mn-ea"/>
                <a:cs typeface="+mn-cs"/>
              </a:rPr>
              <a:t> here </a:t>
            </a:r>
            <a:r>
              <a:rPr lang="hu-HU" sz="1200" kern="1200" dirty="0" err="1">
                <a:solidFill>
                  <a:schemeClr val="tx1"/>
                </a:solidFill>
                <a:effectLst/>
                <a:latin typeface="+mn-lt"/>
                <a:ea typeface="+mn-ea"/>
                <a:cs typeface="+mn-cs"/>
              </a:rPr>
              <a:t>document</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results</a:t>
            </a:r>
            <a:r>
              <a:rPr lang="hu-HU" sz="1200" kern="1200" dirty="0">
                <a:solidFill>
                  <a:schemeClr val="tx1"/>
                </a:solidFill>
                <a:effectLst/>
                <a:latin typeface="+mn-lt"/>
                <a:ea typeface="+mn-ea"/>
                <a:cs typeface="+mn-cs"/>
              </a:rPr>
              <a:t> of </a:t>
            </a:r>
            <a:r>
              <a:rPr lang="hu-HU" sz="1200" kern="1200" dirty="0" err="1">
                <a:solidFill>
                  <a:schemeClr val="tx1"/>
                </a:solidFill>
                <a:effectLst/>
                <a:latin typeface="+mn-lt"/>
                <a:ea typeface="+mn-ea"/>
                <a:cs typeface="+mn-cs"/>
              </a:rPr>
              <a:t>these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successful</a:t>
            </a:r>
            <a:r>
              <a:rPr lang="hu-HU" sz="1200" kern="1200" dirty="0">
                <a:solidFill>
                  <a:schemeClr val="tx1"/>
                </a:solidFill>
                <a:effectLst/>
                <a:latin typeface="+mn-lt"/>
                <a:ea typeface="+mn-ea"/>
                <a:cs typeface="+mn-cs"/>
              </a:rPr>
              <a:t> tests.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hu-HU" sz="1200" kern="1200" dirty="0" err="1">
                <a:solidFill>
                  <a:schemeClr val="tx1"/>
                </a:solidFill>
                <a:effectLst/>
                <a:latin typeface="+mn-lt"/>
                <a:ea typeface="+mn-ea"/>
                <a:cs typeface="+mn-cs"/>
              </a:rPr>
              <a:t>Throughout</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project, </a:t>
            </a:r>
            <a:r>
              <a:rPr lang="hu-HU" sz="1200" kern="1200" dirty="0" err="1">
                <a:solidFill>
                  <a:schemeClr val="tx1"/>
                </a:solidFill>
                <a:effectLst/>
                <a:latin typeface="+mn-lt"/>
                <a:ea typeface="+mn-ea"/>
                <a:cs typeface="+mn-cs"/>
              </a:rPr>
              <a:t>we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used</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Git</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for</a:t>
            </a:r>
            <a:r>
              <a:rPr lang="hu-HU" sz="1200" kern="1200" dirty="0">
                <a:solidFill>
                  <a:schemeClr val="tx1"/>
                </a:solidFill>
                <a:effectLst/>
                <a:latin typeface="+mn-lt"/>
                <a:ea typeface="+mn-ea"/>
                <a:cs typeface="+mn-cs"/>
              </a:rPr>
              <a:t> version </a:t>
            </a:r>
            <a:r>
              <a:rPr lang="hu-HU" sz="1200" kern="1200" dirty="0" err="1">
                <a:solidFill>
                  <a:schemeClr val="tx1"/>
                </a:solidFill>
                <a:effectLst/>
                <a:latin typeface="+mn-lt"/>
                <a:ea typeface="+mn-ea"/>
                <a:cs typeface="+mn-cs"/>
              </a:rPr>
              <a:t>control</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This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allowed</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us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to</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track</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every</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change</a:t>
            </a:r>
            <a:r>
              <a:rPr lang="hu-HU" sz="1200" kern="1200" dirty="0">
                <a:solidFill>
                  <a:schemeClr val="tx1"/>
                </a:solidFill>
                <a:effectLst/>
                <a:latin typeface="+mn-lt"/>
                <a:ea typeface="+mn-ea"/>
                <a:cs typeface="+mn-cs"/>
              </a:rPr>
              <a:t>, roll back </a:t>
            </a:r>
            <a:r>
              <a:rPr lang="hu-HU" sz="1200" kern="1200" dirty="0" err="1">
                <a:solidFill>
                  <a:schemeClr val="tx1"/>
                </a:solidFill>
                <a:effectLst/>
                <a:latin typeface="+mn-lt"/>
                <a:ea typeface="+mn-ea"/>
                <a:cs typeface="+mn-cs"/>
              </a:rPr>
              <a:t>to</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previous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states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when</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needed</a:t>
            </a:r>
            <a:r>
              <a:rPr lang="hu-HU" sz="1200" kern="1200" dirty="0">
                <a:solidFill>
                  <a:schemeClr val="tx1"/>
                </a:solidFill>
                <a:effectLst/>
                <a:latin typeface="+mn-lt"/>
                <a:ea typeface="+mn-ea"/>
                <a:cs typeface="+mn-cs"/>
              </a:rPr>
              <a:t>, and </a:t>
            </a:r>
            <a:r>
              <a:rPr lang="hu-HU" sz="1200" kern="1200" dirty="0" err="1">
                <a:solidFill>
                  <a:schemeClr val="tx1"/>
                </a:solidFill>
                <a:effectLst/>
                <a:latin typeface="+mn-lt"/>
                <a:ea typeface="+mn-ea"/>
                <a:cs typeface="+mn-cs"/>
              </a:rPr>
              <a:t>work</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on</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different</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tasks</a:t>
            </a:r>
            <a:r>
              <a:rPr lang="hu-HU" sz="1200" kern="1200" dirty="0">
                <a:solidFill>
                  <a:schemeClr val="tx1"/>
                </a:solidFill>
                <a:effectLst/>
                <a:latin typeface="+mn-lt"/>
                <a:ea typeface="+mn-ea"/>
                <a:cs typeface="+mn-cs"/>
              </a:rPr>
              <a:t> in parallel. </a:t>
            </a:r>
            <a:r>
              <a:rPr lang="hu-HU" sz="1200" kern="1200" dirty="0" err="1">
                <a:solidFill>
                  <a:schemeClr val="tx1"/>
                </a:solidFill>
                <a:effectLst/>
                <a:latin typeface="+mn-lt"/>
                <a:ea typeface="+mn-ea"/>
                <a:cs typeface="+mn-cs"/>
              </a:rPr>
              <a:t>We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committed</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at</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every</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significant</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milestone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so</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entire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development</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process</a:t>
            </a:r>
            <a:r>
              <a:rPr lang="hu-HU" sz="1200" kern="1200" dirty="0">
                <a:solidFill>
                  <a:schemeClr val="tx1"/>
                </a:solidFill>
                <a:effectLst/>
                <a:latin typeface="+mn-lt"/>
                <a:ea typeface="+mn-ea"/>
                <a:cs typeface="+mn-cs"/>
              </a:rPr>
              <a:t> is </a:t>
            </a:r>
            <a:r>
              <a:rPr lang="hu-HU" sz="1200" kern="1200" dirty="0" err="1">
                <a:solidFill>
                  <a:schemeClr val="tx1"/>
                </a:solidFill>
                <a:effectLst/>
                <a:latin typeface="+mn-lt"/>
                <a:ea typeface="+mn-ea"/>
                <a:cs typeface="+mn-cs"/>
              </a:rPr>
              <a:t>documented</a:t>
            </a:r>
            <a:r>
              <a:rPr lang="hu-HU" sz="1200" kern="1200" dirty="0">
                <a:solidFill>
                  <a:schemeClr val="tx1"/>
                </a:solidFill>
                <a:effectLst/>
                <a:latin typeface="+mn-lt"/>
                <a:ea typeface="+mn-ea"/>
                <a:cs typeface="+mn-cs"/>
              </a:rPr>
              <a:t> and </a:t>
            </a:r>
            <a:r>
              <a:rPr lang="hu-HU" sz="1200" kern="1200" dirty="0" err="1">
                <a:solidFill>
                  <a:schemeClr val="tx1"/>
                </a:solidFill>
                <a:effectLst/>
                <a:latin typeface="+mn-lt"/>
                <a:ea typeface="+mn-ea"/>
                <a:cs typeface="+mn-cs"/>
              </a:rPr>
              <a:t>fully</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traceable</a:t>
            </a:r>
            <a:r>
              <a:rPr lang="hu-HU" sz="1200" kern="1200" dirty="0">
                <a:solidFill>
                  <a:schemeClr val="tx1"/>
                </a:solidFill>
                <a:effectLst/>
                <a:latin typeface="+mn-lt"/>
                <a:ea typeface="+mn-ea"/>
                <a:cs typeface="+mn-cs"/>
              </a:rPr>
              <a: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hu-HU" sz="1200" kern="1200" dirty="0" err="1">
                <a:solidFill>
                  <a:schemeClr val="tx1"/>
                </a:solidFill>
                <a:effectLst/>
                <a:latin typeface="+mn-lt"/>
                <a:ea typeface="+mn-ea"/>
                <a:cs typeface="+mn-cs"/>
              </a:rPr>
              <a:t>For</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time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tracking</a:t>
            </a:r>
            <a:r>
              <a:rPr lang="hu-HU" sz="1200" kern="1200" dirty="0">
                <a:solidFill>
                  <a:schemeClr val="tx1"/>
                </a:solidFill>
                <a:effectLst/>
                <a:latin typeface="+mn-lt"/>
                <a:ea typeface="+mn-ea"/>
                <a:cs typeface="+mn-cs"/>
              </a:rPr>
              <a:t> and </a:t>
            </a:r>
            <a:r>
              <a:rPr lang="hu-HU" sz="1200" kern="1200" dirty="0" err="1">
                <a:solidFill>
                  <a:schemeClr val="tx1"/>
                </a:solidFill>
                <a:effectLst/>
                <a:latin typeface="+mn-lt"/>
                <a:ea typeface="+mn-ea"/>
                <a:cs typeface="+mn-cs"/>
              </a:rPr>
              <a:t>task</a:t>
            </a:r>
            <a:r>
              <a:rPr lang="hu-HU" sz="1200" kern="1200" dirty="0">
                <a:solidFill>
                  <a:schemeClr val="tx1"/>
                </a:solidFill>
                <a:effectLst/>
                <a:latin typeface="+mn-lt"/>
                <a:ea typeface="+mn-ea"/>
                <a:cs typeface="+mn-cs"/>
              </a:rPr>
              <a:t> management, </a:t>
            </a:r>
            <a:r>
              <a:rPr lang="hu-HU" sz="1200" kern="1200" dirty="0" err="1">
                <a:solidFill>
                  <a:schemeClr val="tx1"/>
                </a:solidFill>
                <a:effectLst/>
                <a:latin typeface="+mn-lt"/>
                <a:ea typeface="+mn-ea"/>
                <a:cs typeface="+mn-cs"/>
              </a:rPr>
              <a:t>we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used</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Jira</a:t>
            </a:r>
            <a:r>
              <a:rPr lang="hu-HU" sz="1200" kern="1200" dirty="0">
                <a:solidFill>
                  <a:schemeClr val="tx1"/>
                </a:solidFill>
                <a:effectLst/>
                <a:latin typeface="+mn-lt"/>
                <a:ea typeface="+mn-ea"/>
                <a:cs typeface="+mn-cs"/>
              </a:rPr>
              <a:t>.</a:t>
            </a:r>
          </a:p>
          <a:p>
            <a:r>
              <a:rPr lang="hu-HU" sz="1200" kern="1200" dirty="0" err="1">
                <a:solidFill>
                  <a:schemeClr val="tx1"/>
                </a:solidFill>
                <a:effectLst/>
                <a:latin typeface="+mn-lt"/>
                <a:ea typeface="+mn-ea"/>
                <a:cs typeface="+mn-cs"/>
              </a:rPr>
              <a:t>Every</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completed</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task</a:t>
            </a:r>
            <a:r>
              <a:rPr lang="hu-HU" sz="1200" kern="1200" dirty="0">
                <a:solidFill>
                  <a:schemeClr val="tx1"/>
                </a:solidFill>
                <a:effectLst/>
                <a:latin typeface="+mn-lt"/>
                <a:ea typeface="+mn-ea"/>
                <a:cs typeface="+mn-cs"/>
              </a:rPr>
              <a:t> and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time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spent</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on</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it</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was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recorded</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precisely</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This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makes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our</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work</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transparent</a:t>
            </a:r>
            <a:r>
              <a:rPr lang="hu-HU" sz="1200" kern="1200" dirty="0">
                <a:solidFill>
                  <a:schemeClr val="tx1"/>
                </a:solidFill>
                <a:effectLst/>
                <a:latin typeface="+mn-lt"/>
                <a:ea typeface="+mn-ea"/>
                <a:cs typeface="+mn-cs"/>
              </a:rPr>
              <a:t> and </a:t>
            </a:r>
            <a:r>
              <a:rPr lang="hu-HU" sz="1200" kern="1200" dirty="0" err="1">
                <a:solidFill>
                  <a:schemeClr val="tx1"/>
                </a:solidFill>
                <a:effectLst/>
                <a:latin typeface="+mn-lt"/>
                <a:ea typeface="+mn-ea"/>
                <a:cs typeface="+mn-cs"/>
              </a:rPr>
              <a:t>accountable</a:t>
            </a:r>
            <a:r>
              <a:rPr lang="hu-HU" sz="1200" kern="1200" dirty="0">
                <a:solidFill>
                  <a:schemeClr val="tx1"/>
                </a:solidFill>
                <a:effectLst/>
                <a:latin typeface="+mn-lt"/>
                <a:ea typeface="+mn-ea"/>
                <a:cs typeface="+mn-cs"/>
              </a:rPr>
              <a:t>, and </a:t>
            </a:r>
            <a:r>
              <a:rPr lang="hu-HU" sz="1200" kern="1200" dirty="0" err="1">
                <a:solidFill>
                  <a:schemeClr val="tx1"/>
                </a:solidFill>
                <a:effectLst/>
                <a:latin typeface="+mn-lt"/>
                <a:ea typeface="+mn-ea"/>
                <a:cs typeface="+mn-cs"/>
              </a:rPr>
              <a:t>demonstrates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that</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we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worked</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consistently</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throughout</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year</a:t>
            </a:r>
            <a:r>
              <a:rPr lang="hu-HU" sz="1200" kern="1200" dirty="0">
                <a:solidFill>
                  <a:schemeClr val="tx1"/>
                </a:solidFill>
                <a:effectLst/>
                <a:latin typeface="+mn-lt"/>
                <a:ea typeface="+mn-ea"/>
                <a:cs typeface="+mn-cs"/>
              </a:rPr>
              <a:t> – </a:t>
            </a:r>
            <a:r>
              <a:rPr lang="hu-HU" sz="1200" kern="1200" dirty="0" err="1">
                <a:solidFill>
                  <a:schemeClr val="tx1"/>
                </a:solidFill>
                <a:effectLst/>
                <a:latin typeface="+mn-lt"/>
                <a:ea typeface="+mn-ea"/>
                <a:cs typeface="+mn-cs"/>
              </a:rPr>
              <a:t>not</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just</a:t>
            </a:r>
            <a:r>
              <a:rPr lang="hu-HU" sz="1200" kern="1200" dirty="0">
                <a:solidFill>
                  <a:schemeClr val="tx1"/>
                </a:solidFill>
                <a:effectLst/>
                <a:latin typeface="+mn-lt"/>
                <a:ea typeface="+mn-ea"/>
                <a:cs typeface="+mn-cs"/>
              </a:rPr>
              <a:t> in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final</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week</a:t>
            </a:r>
            <a:r>
              <a:rPr lang="hu-HU" sz="1200" kern="1200" dirty="0">
                <a:solidFill>
                  <a:schemeClr val="tx1"/>
                </a:solidFill>
                <a:effectLst/>
                <a:latin typeface="+mn-lt"/>
                <a:ea typeface="+mn-ea"/>
                <a:cs typeface="+mn-cs"/>
              </a:rPr>
              <a:t>.</a:t>
            </a:r>
          </a:p>
          <a:p>
            <a:r>
              <a:rPr lang="hu-HU" sz="1200" kern="1200" dirty="0">
                <a:solidFill>
                  <a:schemeClr val="tx1"/>
                </a:solidFill>
                <a:effectLst/>
                <a:latin typeface="+mn-lt"/>
                <a:ea typeface="+mn-ea"/>
                <a:cs typeface="+mn-cs"/>
              </a:rPr>
              <a:t>The </a:t>
            </a:r>
            <a:r>
              <a:rPr lang="hu-HU" sz="1200" kern="1200" dirty="0" err="1">
                <a:solidFill>
                  <a:schemeClr val="tx1"/>
                </a:solidFill>
                <a:effectLst/>
                <a:latin typeface="+mn-lt"/>
                <a:ea typeface="+mn-ea"/>
                <a:cs typeface="+mn-cs"/>
              </a:rPr>
              <a:t>Jira</a:t>
            </a:r>
            <a:r>
              <a:rPr lang="hu-HU" sz="1200" kern="1200" dirty="0">
                <a:solidFill>
                  <a:schemeClr val="tx1"/>
                </a:solidFill>
                <a:effectLst/>
                <a:latin typeface="+mn-lt"/>
                <a:ea typeface="+mn-ea"/>
                <a:cs typeface="+mn-cs"/>
              </a:rPr>
              <a:t> logs </a:t>
            </a:r>
            <a:r>
              <a:rPr lang="hu-HU" sz="1200" kern="1200" dirty="0" err="1">
                <a:solidFill>
                  <a:schemeClr val="tx1"/>
                </a:solidFill>
                <a:effectLst/>
                <a:latin typeface="+mn-lt"/>
                <a:ea typeface="+mn-ea"/>
                <a:cs typeface="+mn-cs"/>
              </a:rPr>
              <a:t>are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searchable</a:t>
            </a:r>
            <a:r>
              <a:rPr lang="hu-HU" sz="1200" kern="1200" dirty="0">
                <a:solidFill>
                  <a:schemeClr val="tx1"/>
                </a:solidFill>
                <a:effectLst/>
                <a:latin typeface="+mn-lt"/>
                <a:ea typeface="+mn-ea"/>
                <a:cs typeface="+mn-cs"/>
              </a:rPr>
              <a:t> and show </a:t>
            </a:r>
            <a:r>
              <a:rPr lang="hu-HU" sz="1200" kern="1200" dirty="0" err="1">
                <a:solidFill>
                  <a:schemeClr val="tx1"/>
                </a:solidFill>
                <a:effectLst/>
                <a:latin typeface="+mn-lt"/>
                <a:ea typeface="+mn-ea"/>
                <a:cs typeface="+mn-cs"/>
              </a:rPr>
              <a:t>exactly</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who</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did</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what</a:t>
            </a:r>
            <a:r>
              <a:rPr lang="hu-HU" sz="1200" kern="1200" dirty="0">
                <a:solidFill>
                  <a:schemeClr val="tx1"/>
                </a:solidFill>
                <a:effectLst/>
                <a:latin typeface="+mn-lt"/>
                <a:ea typeface="+mn-ea"/>
                <a:cs typeface="+mn-cs"/>
              </a:rPr>
              <a:t> and </a:t>
            </a:r>
            <a:r>
              <a:rPr lang="hu-HU" sz="1200" kern="1200" dirty="0" err="1">
                <a:solidFill>
                  <a:schemeClr val="tx1"/>
                </a:solidFill>
                <a:effectLst/>
                <a:latin typeface="+mn-lt"/>
                <a:ea typeface="+mn-ea"/>
                <a:cs typeface="+mn-cs"/>
              </a:rPr>
              <a:t>when</a:t>
            </a:r>
            <a:r>
              <a:rPr lang="hu-HU" sz="1200" kern="1200" dirty="0">
                <a:solidFill>
                  <a:schemeClr val="tx1"/>
                </a:solidFill>
                <a:effectLst/>
                <a:latin typeface="+mn-lt"/>
                <a:ea typeface="+mn-ea"/>
                <a:cs typeface="+mn-cs"/>
              </a:rPr>
              <a: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Jegyzetek helye 2"/>
          <p:cNvSpPr>
            <a:spLocks noGrp="1"/>
          </p:cNvSpPr>
          <p:nvPr>
            <p:ph type="body" idx="1"/>
          </p:nvPr>
        </p:nvSpPr>
        <p:spPr>
          <a:xfrm>
            <a:off x="685800" y="4400550"/>
            <a:ext cx="5486400" cy="3600450"/>
          </a:xfrm>
          <a:prstGeom prst="rect">
            <a:avLst/>
          </a:prstGeom>
        </p:spPr>
        <p:txBody>
          <a:bodyPr/>
          <a:lstStyle/>
          <a:p>
            <a:r>
              <a:rPr lang="hu-HU" sz="1200" kern="1200" dirty="0" err="1">
                <a:solidFill>
                  <a:schemeClr val="tx1"/>
                </a:solidFill>
                <a:effectLst/>
                <a:latin typeface="+mn-lt"/>
                <a:ea typeface="+mn-ea"/>
                <a:cs typeface="+mn-cs"/>
              </a:rPr>
              <a:t>This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chart</a:t>
            </a:r>
            <a:r>
              <a:rPr lang="hu-HU" sz="1200" kern="1200" dirty="0">
                <a:solidFill>
                  <a:schemeClr val="tx1"/>
                </a:solidFill>
                <a:effectLst/>
                <a:latin typeface="+mn-lt"/>
                <a:ea typeface="+mn-ea"/>
                <a:cs typeface="+mn-cs"/>
              </a:rPr>
              <a:t> shows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distribution</a:t>
            </a:r>
            <a:r>
              <a:rPr lang="hu-HU" sz="1200" kern="1200" dirty="0">
                <a:solidFill>
                  <a:schemeClr val="tx1"/>
                </a:solidFill>
                <a:effectLst/>
                <a:latin typeface="+mn-lt"/>
                <a:ea typeface="+mn-ea"/>
                <a:cs typeface="+mn-cs"/>
              </a:rPr>
              <a:t> of </a:t>
            </a:r>
            <a:r>
              <a:rPr lang="hu-HU" sz="1200" kern="1200" dirty="0" err="1">
                <a:solidFill>
                  <a:schemeClr val="tx1"/>
                </a:solidFill>
                <a:effectLst/>
                <a:latin typeface="+mn-lt"/>
                <a:ea typeface="+mn-ea"/>
                <a:cs typeface="+mn-cs"/>
              </a:rPr>
              <a:t>work</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between</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two</a:t>
            </a:r>
            <a:r>
              <a:rPr lang="hu-HU" sz="1200" kern="1200" dirty="0">
                <a:solidFill>
                  <a:schemeClr val="tx1"/>
                </a:solidFill>
                <a:effectLst/>
                <a:latin typeface="+mn-lt"/>
                <a:ea typeface="+mn-ea"/>
                <a:cs typeface="+mn-cs"/>
              </a:rPr>
              <a:t> team </a:t>
            </a:r>
            <a:r>
              <a:rPr lang="hu-HU" sz="1200" kern="1200" dirty="0" err="1">
                <a:solidFill>
                  <a:schemeClr val="tx1"/>
                </a:solidFill>
                <a:effectLst/>
                <a:latin typeface="+mn-lt"/>
                <a:ea typeface="+mn-ea"/>
                <a:cs typeface="+mn-cs"/>
              </a:rPr>
              <a:t>members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We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aimed</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for</a:t>
            </a:r>
            <a:r>
              <a:rPr lang="hu-HU" sz="1200" kern="1200" dirty="0">
                <a:solidFill>
                  <a:schemeClr val="tx1"/>
                </a:solidFill>
                <a:effectLst/>
                <a:latin typeface="+mn-lt"/>
                <a:ea typeface="+mn-ea"/>
                <a:cs typeface="+mn-cs"/>
              </a:rPr>
              <a:t> a </a:t>
            </a:r>
            <a:r>
              <a:rPr lang="hu-HU" sz="1200" kern="1200" dirty="0" err="1">
                <a:solidFill>
                  <a:schemeClr val="tx1"/>
                </a:solidFill>
                <a:effectLst/>
                <a:latin typeface="+mn-lt"/>
                <a:ea typeface="+mn-ea"/>
                <a:cs typeface="+mn-cs"/>
              </a:rPr>
              <a:t>balanced</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division</a:t>
            </a:r>
            <a:r>
              <a:rPr lang="hu-HU" sz="1200" kern="1200" dirty="0">
                <a:solidFill>
                  <a:schemeClr val="tx1"/>
                </a:solidFill>
                <a:effectLst/>
                <a:latin typeface="+mn-lt"/>
                <a:ea typeface="+mn-ea"/>
                <a:cs typeface="+mn-cs"/>
              </a:rPr>
              <a:t> of </a:t>
            </a:r>
            <a:r>
              <a:rPr lang="hu-HU" sz="1200" kern="1200" dirty="0" err="1">
                <a:solidFill>
                  <a:schemeClr val="tx1"/>
                </a:solidFill>
                <a:effectLst/>
                <a:latin typeface="+mn-lt"/>
                <a:ea typeface="+mn-ea"/>
                <a:cs typeface="+mn-cs"/>
              </a:rPr>
              <a:t>responsibilities</a:t>
            </a:r>
            <a:r>
              <a:rPr lang="hu-HU" sz="1200" kern="1200" dirty="0">
                <a:solidFill>
                  <a:schemeClr val="tx1"/>
                </a:solidFill>
                <a:effectLst/>
                <a:latin typeface="+mn-lt"/>
                <a:ea typeface="+mn-ea"/>
                <a:cs typeface="+mn-cs"/>
              </a:rPr>
              <a:t> – </a:t>
            </a:r>
            <a:r>
              <a:rPr lang="hu-HU" sz="1200" kern="1200" dirty="0" err="1">
                <a:solidFill>
                  <a:schemeClr val="tx1"/>
                </a:solidFill>
                <a:effectLst/>
                <a:latin typeface="+mn-lt"/>
                <a:ea typeface="+mn-ea"/>
                <a:cs typeface="+mn-cs"/>
              </a:rPr>
              <a:t>network</a:t>
            </a:r>
            <a:r>
              <a:rPr lang="hu-HU" sz="1200" kern="1200" dirty="0">
                <a:solidFill>
                  <a:schemeClr val="tx1"/>
                </a:solidFill>
                <a:effectLst/>
                <a:latin typeface="+mn-lt"/>
                <a:ea typeface="+mn-ea"/>
                <a:cs typeface="+mn-cs"/>
              </a:rPr>
              <a:t> design, </a:t>
            </a:r>
            <a:r>
              <a:rPr lang="hu-HU" sz="1200" kern="1200" dirty="0" err="1">
                <a:solidFill>
                  <a:schemeClr val="tx1"/>
                </a:solidFill>
                <a:effectLst/>
                <a:latin typeface="+mn-lt"/>
                <a:ea typeface="+mn-ea"/>
                <a:cs typeface="+mn-cs"/>
              </a:rPr>
              <a:t>configuration</a:t>
            </a:r>
            <a:r>
              <a:rPr lang="hu-HU" sz="1200" kern="1200" dirty="0">
                <a:solidFill>
                  <a:schemeClr val="tx1"/>
                </a:solidFill>
                <a:effectLst/>
                <a:latin typeface="+mn-lt"/>
                <a:ea typeface="+mn-ea"/>
                <a:cs typeface="+mn-cs"/>
              </a:rPr>
              <a:t>, testing, and </a:t>
            </a:r>
            <a:r>
              <a:rPr lang="hu-HU" sz="1200" kern="1200" dirty="0" err="1">
                <a:solidFill>
                  <a:schemeClr val="tx1"/>
                </a:solidFill>
                <a:effectLst/>
                <a:latin typeface="+mn-lt"/>
                <a:ea typeface="+mn-ea"/>
                <a:cs typeface="+mn-cs"/>
              </a:rPr>
              <a:t>documentation</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were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all</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carried</a:t>
            </a:r>
            <a:r>
              <a:rPr lang="hu-HU" sz="1200" kern="1200" dirty="0">
                <a:solidFill>
                  <a:schemeClr val="tx1"/>
                </a:solidFill>
                <a:effectLst/>
                <a:latin typeface="+mn-lt"/>
                <a:ea typeface="+mn-ea"/>
                <a:cs typeface="+mn-cs"/>
              </a:rPr>
              <a:t> out </a:t>
            </a:r>
            <a:r>
              <a:rPr lang="hu-HU" sz="1200" kern="1200" dirty="0" err="1">
                <a:solidFill>
                  <a:schemeClr val="tx1"/>
                </a:solidFill>
                <a:effectLst/>
                <a:latin typeface="+mn-lt"/>
                <a:ea typeface="+mn-ea"/>
                <a:cs typeface="+mn-cs"/>
              </a:rPr>
              <a:t>with</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active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participation</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from</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both</a:t>
            </a:r>
            <a:r>
              <a:rPr lang="hu-HU" sz="1200" kern="1200" dirty="0">
                <a:solidFill>
                  <a:schemeClr val="tx1"/>
                </a:solidFill>
                <a:effectLst/>
                <a:latin typeface="+mn-lt"/>
                <a:ea typeface="+mn-ea"/>
                <a:cs typeface="+mn-cs"/>
              </a:rPr>
              <a:t> of </a:t>
            </a:r>
            <a:r>
              <a:rPr lang="hu-HU" sz="1200" kern="1200" dirty="0" err="1">
                <a:solidFill>
                  <a:schemeClr val="tx1"/>
                </a:solidFill>
                <a:effectLst/>
                <a:latin typeface="+mn-lt"/>
                <a:ea typeface="+mn-ea"/>
                <a:cs typeface="+mn-cs"/>
              </a:rPr>
              <a:t>us</a:t>
            </a:r>
            <a:r>
              <a:rPr lang="hu-HU" sz="1200" kern="1200" dirty="0">
                <a:solidFill>
                  <a:schemeClr val="tx1"/>
                </a:solidFill>
                <a:effectLst/>
                <a:latin typeface="+mn-lt"/>
                <a:ea typeface="+mn-ea"/>
                <a:cs typeface="+mn-cs"/>
              </a:rPr>
              <a:t>.</a:t>
            </a:r>
          </a:p>
        </p:txBody>
      </p:sp>
    </p:spTree>
    <p:extLst>
      <p:ext uri="{BB962C8B-B14F-4D97-AF65-F5344CB8AC3E}">
        <p14:creationId xmlns:p14="http://schemas.microsoft.com/office/powerpoint/2010/main" val="227954599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hu-HU" sz="1200" kern="1200" dirty="0">
                <a:solidFill>
                  <a:schemeClr val="tx1"/>
                </a:solidFill>
                <a:effectLst/>
                <a:latin typeface="+mn-lt"/>
                <a:ea typeface="+mn-ea"/>
                <a:cs typeface="+mn-cs"/>
              </a:rPr>
              <a:t>The </a:t>
            </a:r>
            <a:r>
              <a:rPr lang="hu-HU" sz="1200" kern="1200" dirty="0" err="1">
                <a:solidFill>
                  <a:schemeClr val="tx1"/>
                </a:solidFill>
                <a:effectLst/>
                <a:latin typeface="+mn-lt"/>
                <a:ea typeface="+mn-ea"/>
                <a:cs typeface="+mn-cs"/>
              </a:rPr>
              <a:t>current</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network</a:t>
            </a:r>
            <a:r>
              <a:rPr lang="hu-HU" sz="1200" kern="1200" dirty="0">
                <a:solidFill>
                  <a:schemeClr val="tx1"/>
                </a:solidFill>
                <a:effectLst/>
                <a:latin typeface="+mn-lt"/>
                <a:ea typeface="+mn-ea"/>
                <a:cs typeface="+mn-cs"/>
              </a:rPr>
              <a:t> is </a:t>
            </a:r>
            <a:r>
              <a:rPr lang="hu-HU" sz="1200" kern="1200" dirty="0" err="1">
                <a:solidFill>
                  <a:schemeClr val="tx1"/>
                </a:solidFill>
                <a:effectLst/>
                <a:latin typeface="+mn-lt"/>
                <a:ea typeface="+mn-ea"/>
                <a:cs typeface="+mn-cs"/>
              </a:rPr>
              <a:t>stable</a:t>
            </a:r>
            <a:r>
              <a:rPr lang="hu-HU" sz="1200" kern="1200" dirty="0">
                <a:solidFill>
                  <a:schemeClr val="tx1"/>
                </a:solidFill>
                <a:effectLst/>
                <a:latin typeface="+mn-lt"/>
                <a:ea typeface="+mn-ea"/>
                <a:cs typeface="+mn-cs"/>
              </a:rPr>
              <a:t> and </a:t>
            </a:r>
            <a:r>
              <a:rPr lang="hu-HU" sz="1200" kern="1200" dirty="0" err="1">
                <a:solidFill>
                  <a:schemeClr val="tx1"/>
                </a:solidFill>
                <a:effectLst/>
                <a:latin typeface="+mn-lt"/>
                <a:ea typeface="+mn-ea"/>
                <a:cs typeface="+mn-cs"/>
              </a:rPr>
              <a:t>functional</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but</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we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have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identified</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several</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directions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for</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future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development</a:t>
            </a:r>
            <a:r>
              <a:rPr lang="hu-HU" sz="1200" kern="1200" dirty="0">
                <a:solidFill>
                  <a:schemeClr val="tx1"/>
                </a:solidFill>
                <a:effectLst/>
                <a:latin typeface="+mn-lt"/>
                <a:ea typeface="+mn-ea"/>
                <a:cs typeface="+mn-cs"/>
              </a:rPr>
              <a:t>.</a:t>
            </a:r>
          </a:p>
          <a:p>
            <a:r>
              <a:rPr lang="hu-HU" sz="1200" kern="1200" dirty="0">
                <a:solidFill>
                  <a:schemeClr val="tx1"/>
                </a:solidFill>
                <a:effectLst/>
                <a:latin typeface="+mn-lt"/>
                <a:ea typeface="+mn-ea"/>
                <a:cs typeface="+mn-cs"/>
              </a:rPr>
              <a:t>The </a:t>
            </a:r>
            <a:r>
              <a:rPr lang="hu-HU" sz="1200" kern="1200" dirty="0" err="1">
                <a:solidFill>
                  <a:schemeClr val="tx1"/>
                </a:solidFill>
                <a:effectLst/>
                <a:latin typeface="+mn-lt"/>
                <a:ea typeface="+mn-ea"/>
                <a:cs typeface="+mn-cs"/>
              </a:rPr>
              <a:t>first</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future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plan</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would</a:t>
            </a:r>
            <a:r>
              <a:rPr lang="hu-HU" sz="1200" kern="1200" dirty="0">
                <a:solidFill>
                  <a:schemeClr val="tx1"/>
                </a:solidFill>
                <a:effectLst/>
                <a:latin typeface="+mn-lt"/>
                <a:ea typeface="+mn-ea"/>
                <a:cs typeface="+mn-cs"/>
              </a:rPr>
              <a:t> be </a:t>
            </a:r>
            <a:r>
              <a:rPr lang="hu-HU" sz="1200" kern="1200" dirty="0" err="1">
                <a:solidFill>
                  <a:schemeClr val="tx1"/>
                </a:solidFill>
                <a:effectLst/>
                <a:latin typeface="+mn-lt"/>
                <a:ea typeface="+mn-ea"/>
                <a:cs typeface="+mn-cs"/>
              </a:rPr>
              <a:t>to</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build</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layer</a:t>
            </a:r>
            <a:r>
              <a:rPr lang="hu-HU" sz="1200" kern="1200" dirty="0">
                <a:solidFill>
                  <a:schemeClr val="tx1"/>
                </a:solidFill>
                <a:effectLst/>
                <a:latin typeface="+mn-lt"/>
                <a:ea typeface="+mn-ea"/>
                <a:cs typeface="+mn-cs"/>
              </a:rPr>
              <a:t> 2 </a:t>
            </a:r>
            <a:r>
              <a:rPr lang="hu-HU" sz="1200" kern="1200" dirty="0" err="1">
                <a:solidFill>
                  <a:schemeClr val="tx1"/>
                </a:solidFill>
                <a:effectLst/>
                <a:latin typeface="+mn-lt"/>
                <a:ea typeface="+mn-ea"/>
                <a:cs typeface="+mn-cs"/>
              </a:rPr>
              <a:t>redundancy</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adding</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switches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at</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critical</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points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with</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Spanning</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Tree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Protocol</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to</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avoid</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loops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while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enabling</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automatic</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failover</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paths</a:t>
            </a:r>
            <a:r>
              <a:rPr lang="hu-HU" sz="1200" kern="1200" dirty="0">
                <a:solidFill>
                  <a:schemeClr val="tx1"/>
                </a:solidFill>
                <a:effectLst/>
                <a:latin typeface="+mn-lt"/>
                <a:ea typeface="+mn-ea"/>
                <a:cs typeface="+mn-cs"/>
              </a:rPr>
              <a:t>.</a:t>
            </a:r>
          </a:p>
          <a:p>
            <a:r>
              <a:rPr lang="hu-HU" sz="1200" kern="1200" dirty="0">
                <a:solidFill>
                  <a:schemeClr val="tx1"/>
                </a:solidFill>
                <a:effectLst/>
                <a:latin typeface="+mn-lt"/>
                <a:ea typeface="+mn-ea"/>
                <a:cs typeface="+mn-cs"/>
              </a:rPr>
              <a:t>The </a:t>
            </a:r>
            <a:r>
              <a:rPr lang="hu-HU" sz="1200" kern="1200" dirty="0" err="1">
                <a:solidFill>
                  <a:schemeClr val="tx1"/>
                </a:solidFill>
                <a:effectLst/>
                <a:latin typeface="+mn-lt"/>
                <a:ea typeface="+mn-ea"/>
                <a:cs typeface="+mn-cs"/>
              </a:rPr>
              <a:t>second</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plan</a:t>
            </a:r>
            <a:r>
              <a:rPr lang="hu-HU" sz="1200" kern="1200" dirty="0">
                <a:solidFill>
                  <a:schemeClr val="tx1"/>
                </a:solidFill>
                <a:effectLst/>
                <a:latin typeface="+mn-lt"/>
                <a:ea typeface="+mn-ea"/>
                <a:cs typeface="+mn-cs"/>
              </a:rPr>
              <a:t> is </a:t>
            </a:r>
            <a:r>
              <a:rPr lang="hu-HU" sz="1200" kern="1200" dirty="0" err="1">
                <a:solidFill>
                  <a:schemeClr val="tx1"/>
                </a:solidFill>
                <a:effectLst/>
                <a:latin typeface="+mn-lt"/>
                <a:ea typeface="+mn-ea"/>
                <a:cs typeface="+mn-cs"/>
              </a:rPr>
              <a:t>security</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development</a:t>
            </a:r>
            <a:r>
              <a:rPr lang="hu-HU" sz="1200" kern="1200" dirty="0">
                <a:solidFill>
                  <a:schemeClr val="tx1"/>
                </a:solidFill>
                <a:effectLst/>
                <a:latin typeface="+mn-lt"/>
                <a:ea typeface="+mn-ea"/>
                <a:cs typeface="+mn-cs"/>
              </a:rPr>
              <a:t>: more </a:t>
            </a:r>
            <a:r>
              <a:rPr lang="hu-HU" sz="1200" kern="1200" dirty="0" err="1">
                <a:solidFill>
                  <a:schemeClr val="tx1"/>
                </a:solidFill>
                <a:effectLst/>
                <a:latin typeface="+mn-lt"/>
                <a:ea typeface="+mn-ea"/>
                <a:cs typeface="+mn-cs"/>
              </a:rPr>
              <a:t>firewall</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acl</a:t>
            </a:r>
            <a:r>
              <a:rPr lang="hu-HU" sz="1200" kern="1200" dirty="0">
                <a:solidFill>
                  <a:schemeClr val="tx1"/>
                </a:solidFill>
                <a:effectLst/>
                <a:latin typeface="+mn-lt"/>
                <a:ea typeface="+mn-ea"/>
                <a:cs typeface="+mn-cs"/>
              </a:rPr>
              <a:t> and more </a:t>
            </a:r>
            <a:r>
              <a:rPr lang="hu-HU" sz="1200" kern="1200" dirty="0" err="1">
                <a:solidFill>
                  <a:schemeClr val="tx1"/>
                </a:solidFill>
                <a:effectLst/>
                <a:latin typeface="+mn-lt"/>
                <a:ea typeface="+mn-ea"/>
                <a:cs typeface="+mn-cs"/>
              </a:rPr>
              <a:t>vlans</a:t>
            </a:r>
            <a:r>
              <a:rPr lang="hu-HU" sz="1200" kern="1200" dirty="0">
                <a:solidFill>
                  <a:schemeClr val="tx1"/>
                </a:solidFill>
                <a:effectLst/>
                <a:latin typeface="+mn-lt"/>
                <a:ea typeface="+mn-ea"/>
                <a:cs typeface="+mn-cs"/>
              </a:rPr>
              <a:t>.</a:t>
            </a:r>
          </a:p>
          <a:p>
            <a:r>
              <a:rPr lang="hu-HU" sz="1200" kern="1200" dirty="0">
                <a:solidFill>
                  <a:schemeClr val="tx1"/>
                </a:solidFill>
                <a:effectLst/>
                <a:latin typeface="+mn-lt"/>
                <a:ea typeface="+mn-ea"/>
                <a:cs typeface="+mn-cs"/>
              </a:rPr>
              <a:t>And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last </a:t>
            </a:r>
            <a:r>
              <a:rPr lang="hu-HU" sz="1200" kern="1200" dirty="0" err="1">
                <a:solidFill>
                  <a:schemeClr val="tx1"/>
                </a:solidFill>
                <a:effectLst/>
                <a:latin typeface="+mn-lt"/>
                <a:ea typeface="+mn-ea"/>
                <a:cs typeface="+mn-cs"/>
              </a:rPr>
              <a:t>one</a:t>
            </a:r>
            <a:r>
              <a:rPr lang="hu-HU" sz="1200" kern="1200" dirty="0">
                <a:solidFill>
                  <a:schemeClr val="tx1"/>
                </a:solidFill>
                <a:effectLst/>
                <a:latin typeface="+mn-lt"/>
                <a:ea typeface="+mn-ea"/>
                <a:cs typeface="+mn-cs"/>
              </a:rPr>
              <a:t> is </a:t>
            </a:r>
            <a:r>
              <a:rPr lang="hu-HU" sz="1200" kern="1200" dirty="0" err="1">
                <a:solidFill>
                  <a:schemeClr val="tx1"/>
                </a:solidFill>
                <a:effectLst/>
                <a:latin typeface="+mn-lt"/>
                <a:ea typeface="+mn-ea"/>
                <a:cs typeface="+mn-cs"/>
              </a:rPr>
              <a:t>expansion</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this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means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that</a:t>
            </a:r>
            <a:r>
              <a:rPr lang="hu-HU" sz="1200" kern="1200" dirty="0">
                <a:solidFill>
                  <a:schemeClr val="tx1"/>
                </a:solidFill>
                <a:effectLst/>
                <a:latin typeface="+mn-lt"/>
                <a:ea typeface="+mn-ea"/>
                <a:cs typeface="+mn-cs"/>
              </a:rPr>
              <a:t> in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future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we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will</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create</a:t>
            </a:r>
            <a:r>
              <a:rPr lang="hu-HU" sz="1200" kern="1200" dirty="0">
                <a:solidFill>
                  <a:schemeClr val="tx1"/>
                </a:solidFill>
                <a:effectLst/>
                <a:latin typeface="+mn-lt"/>
                <a:ea typeface="+mn-ea"/>
                <a:cs typeface="+mn-cs"/>
              </a:rPr>
              <a:t> more </a:t>
            </a:r>
            <a:r>
              <a:rPr lang="hu-HU" sz="1200" kern="1200" dirty="0" err="1">
                <a:solidFill>
                  <a:schemeClr val="tx1"/>
                </a:solidFill>
                <a:effectLst/>
                <a:latin typeface="+mn-lt"/>
                <a:ea typeface="+mn-ea"/>
                <a:cs typeface="+mn-cs"/>
              </a:rPr>
              <a:t>offices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inside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bank and </a:t>
            </a:r>
            <a:r>
              <a:rPr lang="hu-HU" sz="1200" kern="1200" dirty="0" err="1">
                <a:solidFill>
                  <a:schemeClr val="tx1"/>
                </a:solidFill>
                <a:effectLst/>
                <a:latin typeface="+mn-lt"/>
                <a:ea typeface="+mn-ea"/>
                <a:cs typeface="+mn-cs"/>
              </a:rPr>
              <a:t>expand</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to</a:t>
            </a:r>
            <a:r>
              <a:rPr lang="hu-HU" sz="1200" kern="1200" dirty="0">
                <a:solidFill>
                  <a:schemeClr val="tx1"/>
                </a:solidFill>
                <a:effectLst/>
                <a:latin typeface="+mn-lt"/>
                <a:ea typeface="+mn-ea"/>
                <a:cs typeface="+mn-cs"/>
              </a:rPr>
              <a:t> more </a:t>
            </a:r>
            <a:r>
              <a:rPr lang="hu-HU" sz="1200" kern="1200" dirty="0" err="1">
                <a:solidFill>
                  <a:schemeClr val="tx1"/>
                </a:solidFill>
                <a:effectLst/>
                <a:latin typeface="+mn-lt"/>
                <a:ea typeface="+mn-ea"/>
                <a:cs typeface="+mn-cs"/>
              </a:rPr>
              <a:t>cities</a:t>
            </a:r>
            <a:r>
              <a:rPr lang="hu-HU" sz="1200" kern="1200" dirty="0">
                <a:solidFill>
                  <a:schemeClr val="tx1"/>
                </a:solidFill>
                <a:effectLst/>
                <a:latin typeface="+mn-lt"/>
                <a:ea typeface="+mn-ea"/>
                <a:cs typeface="+mn-cs"/>
              </a:rPr>
              <a: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hu-HU" sz="1200" kern="1200" dirty="0" err="1">
                <a:solidFill>
                  <a:schemeClr val="tx1"/>
                </a:solidFill>
                <a:effectLst/>
                <a:latin typeface="+mn-lt"/>
                <a:ea typeface="+mn-ea"/>
                <a:cs typeface="+mn-cs"/>
              </a:rPr>
              <a:t>This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concludes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our</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presentation</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Thank</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you</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for</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your</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attention</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If</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you</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have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any</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questions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about</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network</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architecture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protocols</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used</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or</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details</a:t>
            </a:r>
            <a:r>
              <a:rPr lang="hu-HU" sz="1200" kern="1200" dirty="0">
                <a:solidFill>
                  <a:schemeClr val="tx1"/>
                </a:solidFill>
                <a:effectLst/>
                <a:latin typeface="+mn-lt"/>
                <a:ea typeface="+mn-ea"/>
                <a:cs typeface="+mn-cs"/>
              </a:rPr>
              <a:t> of </a:t>
            </a:r>
            <a:r>
              <a:rPr lang="hu-HU" sz="1200" kern="1200" dirty="0" err="1">
                <a:solidFill>
                  <a:schemeClr val="tx1"/>
                </a:solidFill>
                <a:effectLst/>
                <a:latin typeface="+mn-lt"/>
                <a:ea typeface="+mn-ea"/>
                <a:cs typeface="+mn-cs"/>
              </a:rPr>
              <a:t>our</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implementation</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we</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would</a:t>
            </a:r>
            <a:r>
              <a:rPr lang="hu-HU" sz="1200" kern="1200" dirty="0">
                <a:solidFill>
                  <a:schemeClr val="tx1"/>
                </a:solidFill>
                <a:effectLst/>
                <a:latin typeface="+mn-lt"/>
                <a:ea typeface="+mn-ea"/>
                <a:cs typeface="+mn-cs"/>
              </a:rPr>
              <a:t> be happy </a:t>
            </a:r>
            <a:r>
              <a:rPr lang="hu-HU" sz="1200" kern="1200" dirty="0" err="1">
                <a:solidFill>
                  <a:schemeClr val="tx1"/>
                </a:solidFill>
                <a:effectLst/>
                <a:latin typeface="+mn-lt"/>
                <a:ea typeface="+mn-ea"/>
                <a:cs typeface="+mn-cs"/>
              </a:rPr>
              <a:t>to</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answer</a:t>
            </a:r>
            <a:r>
              <a:rPr lang="hu-HU" sz="1200" kern="1200" dirty="0">
                <a:solidFill>
                  <a:schemeClr val="tx1"/>
                </a:solidFill>
                <a:effectLst/>
                <a:latin typeface="+mn-lt"/>
                <a:ea typeface="+mn-ea"/>
                <a:cs typeface="+mn-cs"/>
              </a:rPr>
              <a:t> </a:t>
            </a:r>
            <a:r>
              <a:rPr lang="hu-HU" sz="1200" kern="1200" dirty="0" err="1">
                <a:solidFill>
                  <a:schemeClr val="tx1"/>
                </a:solidFill>
                <a:effectLst/>
                <a:latin typeface="+mn-lt"/>
                <a:ea typeface="+mn-ea"/>
                <a:cs typeface="+mn-cs"/>
              </a:rPr>
              <a:t>them</a:t>
            </a:r>
            <a:r>
              <a:rPr lang="hu-HU" sz="1200" kern="1200" dirty="0">
                <a:solidFill>
                  <a:schemeClr val="tx1"/>
                </a:solidFill>
                <a:effectLst/>
                <a:latin typeface="+mn-lt"/>
                <a:ea typeface="+mn-ea"/>
                <a:cs typeface="+mn-cs"/>
              </a:rPr>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Címdia">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1447800"/>
            <a:ext cx="8825658" cy="3329581"/>
          </a:xfrm>
        </p:spPr>
        <p:txBody>
          <a:bodyPr anchor="b"/>
          <a:lstStyle>
            <a:lvl1pPr>
              <a:defRPr sz="7200"/>
            </a:lvl1pPr>
          </a:lstStyle>
          <a:p>
            <a:r>
              <a:rPr lang="hu-HU"/>
              <a:t>Mintacím szerkesztése</a:t>
            </a:r>
            <a:endParaRPr lang="en-US"/>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bg2">
                    <a:lumMod val="40000"/>
                    <a:lumOff val="6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hu-HU"/>
              <a:t>Kattintson ide az alcím mintájának szerkesztéséhez</a:t>
            </a:r>
            <a:endParaRPr lang="en-US"/>
          </a:p>
        </p:txBody>
      </p:sp>
      <p:sp>
        <p:nvSpPr>
          <p:cNvPr id="4" name="Date Placeholder 3"/>
          <p:cNvSpPr>
            <a:spLocks noGrp="1"/>
          </p:cNvSpPr>
          <p:nvPr>
            <p:ph type="dt" sz="half" idx="10"/>
          </p:nvPr>
        </p:nvSpPr>
        <p:spPr/>
        <p:txBody>
          <a:bodyPr/>
          <a:lstStyle/>
          <a:p>
            <a:fld id="{64E71317-EACD-4ACE-B971-84E39F8DD59C}" type="datetimeFigureOut">
              <a:rPr lang="hu-HU" smtClean="0"/>
              <a:t>2026. 03. 03.</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23346165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ím és tartalom">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hu-HU"/>
              <a:t>Mintacím szerkesztése</a:t>
            </a:r>
            <a:endParaRPr lang="en-US"/>
          </a:p>
        </p:txBody>
      </p:sp>
      <p:sp>
        <p:nvSpPr>
          <p:cNvPr id="3" name="Content Placeholder 2"/>
          <p:cNvSpPr>
            <a:spLocks noGrp="1"/>
          </p:cNvSpPr>
          <p:nvPr>
            <p:ph idx="1"/>
          </p:nvPr>
        </p:nvSpPr>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a:p>
        </p:txBody>
      </p:sp>
      <p:sp>
        <p:nvSpPr>
          <p:cNvPr id="7" name="Date Placeholder 3"/>
          <p:cNvSpPr>
            <a:spLocks noGrp="1"/>
          </p:cNvSpPr>
          <p:nvPr>
            <p:ph type="dt" sz="half" idx="10"/>
          </p:nvPr>
        </p:nvSpPr>
        <p:spPr/>
        <p:txBody>
          <a:bodyPr/>
          <a:lstStyle/>
          <a:p>
            <a:fld id="{64E71317-EACD-4ACE-B971-84E39F8DD59C}" type="datetimeFigureOut">
              <a:rPr lang="hu-HU" smtClean="0"/>
              <a:t>2026. 03. 03.</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141482209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zakaszfejléc">
    <p:spTree>
      <p:nvGrpSpPr>
        <p:cNvPr id="1" name=""/>
        <p:cNvGrpSpPr/>
        <p:nvPr/>
      </p:nvGrpSpPr>
      <p:grpSpPr>
        <a:xfrm>
          <a:off x="0" y="0"/>
          <a:ext cx="0" cy="0"/>
          <a:chOff x="0" y="0"/>
          <a:chExt cx="0" cy="0"/>
        </a:xfrm>
      </p:grpSpPr>
      <p:sp>
        <p:nvSpPr>
          <p:cNvPr id="2" name="Title 1"/>
          <p:cNvSpPr>
            <a:spLocks noGrp="1"/>
          </p:cNvSpPr>
          <p:nvPr>
            <p:ph type="title"/>
          </p:nvPr>
        </p:nvSpPr>
        <p:spPr>
          <a:xfrm>
            <a:off x="1154956" y="2861733"/>
            <a:ext cx="8825657" cy="1915647"/>
          </a:xfrm>
        </p:spPr>
        <p:txBody>
          <a:bodyPr anchor="b"/>
          <a:lstStyle>
            <a:lvl1pPr algn="l">
              <a:defRPr sz="4000" b="0" cap="none"/>
            </a:lvl1pPr>
          </a:lstStyle>
          <a:p>
            <a:r>
              <a:rPr lang="hu-HU"/>
              <a:t>Mintacím szerkesztése</a:t>
            </a:r>
            <a:endParaRPr lang="en-US"/>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all">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hu-HU"/>
              <a:t>Mintaszöveg szerkesztése</a:t>
            </a:r>
          </a:p>
        </p:txBody>
      </p:sp>
      <p:sp>
        <p:nvSpPr>
          <p:cNvPr id="4" name="Date Placeholder 3"/>
          <p:cNvSpPr>
            <a:spLocks noGrp="1"/>
          </p:cNvSpPr>
          <p:nvPr>
            <p:ph type="dt" sz="half" idx="10"/>
          </p:nvPr>
        </p:nvSpPr>
        <p:spPr/>
        <p:txBody>
          <a:bodyPr/>
          <a:lstStyle/>
          <a:p>
            <a:fld id="{64E71317-EACD-4ACE-B971-84E39F8DD59C}" type="datetimeFigureOut">
              <a:rPr lang="hu-HU" smtClean="0"/>
              <a:t>2026. 03. 03.</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267099954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tartalomrész">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hu-HU"/>
              <a:t>Mintacím szerkesztése</a:t>
            </a:r>
            <a:endParaRPr lang="en-US"/>
          </a:p>
        </p:txBody>
      </p:sp>
      <p:sp>
        <p:nvSpPr>
          <p:cNvPr id="3" name="Content Placeholder 2"/>
          <p:cNvSpPr>
            <a:spLocks noGrp="1"/>
          </p:cNvSpPr>
          <p:nvPr>
            <p:ph sz="half" idx="1"/>
          </p:nvPr>
        </p:nvSpPr>
        <p:spPr>
          <a:xfrm>
            <a:off x="1103312" y="2060575"/>
            <a:ext cx="4396339"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a:p>
        </p:txBody>
      </p:sp>
      <p:sp>
        <p:nvSpPr>
          <p:cNvPr id="4" name="Content Placeholder 3"/>
          <p:cNvSpPr>
            <a:spLocks noGrp="1"/>
          </p:cNvSpPr>
          <p:nvPr>
            <p:ph sz="half" idx="2"/>
          </p:nvPr>
        </p:nvSpPr>
        <p:spPr>
          <a:xfrm>
            <a:off x="5654493" y="2056092"/>
            <a:ext cx="4396341"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a:p>
        </p:txBody>
      </p:sp>
      <p:sp>
        <p:nvSpPr>
          <p:cNvPr id="5" name="Date Placeholder 4"/>
          <p:cNvSpPr>
            <a:spLocks noGrp="1"/>
          </p:cNvSpPr>
          <p:nvPr>
            <p:ph type="dt" sz="half" idx="10"/>
          </p:nvPr>
        </p:nvSpPr>
        <p:spPr/>
        <p:txBody>
          <a:bodyPr/>
          <a:lstStyle/>
          <a:p>
            <a:fld id="{64E71317-EACD-4ACE-B971-84E39F8DD59C}" type="datetimeFigureOut">
              <a:rPr lang="hu-HU" smtClean="0"/>
              <a:t>2026. 03. 03.</a:t>
            </a:fld>
            <a:endParaRPr lang="hu-HU"/>
          </a:p>
        </p:txBody>
      </p:sp>
      <p:sp>
        <p:nvSpPr>
          <p:cNvPr id="6" name="Footer Placeholder 5"/>
          <p:cNvSpPr>
            <a:spLocks noGrp="1"/>
          </p:cNvSpPr>
          <p:nvPr>
            <p:ph type="ftr" sz="quarter" idx="11"/>
          </p:nvPr>
        </p:nvSpPr>
        <p:spPr/>
        <p:txBody>
          <a:bodyPr/>
          <a:lstStyle/>
          <a:p>
            <a:endParaRPr lang="hu-HU"/>
          </a:p>
        </p:txBody>
      </p:sp>
      <p:sp>
        <p:nvSpPr>
          <p:cNvPr id="7" name="Slide Number Placeholder 6"/>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50107069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Összehasonlítá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hu-HU"/>
              <a:t>Mintacím szerkesztése</a:t>
            </a:r>
            <a:endParaRPr lang="en-US"/>
          </a:p>
        </p:txBody>
      </p:sp>
      <p:sp>
        <p:nvSpPr>
          <p:cNvPr id="3" name="Text Placeholder 2"/>
          <p:cNvSpPr>
            <a:spLocks noGrp="1"/>
          </p:cNvSpPr>
          <p:nvPr>
            <p:ph type="body" idx="1"/>
          </p:nvPr>
        </p:nvSpPr>
        <p:spPr>
          <a:xfrm>
            <a:off x="1103313" y="1905000"/>
            <a:ext cx="4396338"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4" name="Content Placeholder 3"/>
          <p:cNvSpPr>
            <a:spLocks noGrp="1"/>
          </p:cNvSpPr>
          <p:nvPr>
            <p:ph sz="half" idx="2"/>
          </p:nvPr>
        </p:nvSpPr>
        <p:spPr>
          <a:xfrm>
            <a:off x="1103312"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a:p>
        </p:txBody>
      </p:sp>
      <p:sp>
        <p:nvSpPr>
          <p:cNvPr id="5" name="Text Placeholder 4"/>
          <p:cNvSpPr>
            <a:spLocks noGrp="1"/>
          </p:cNvSpPr>
          <p:nvPr>
            <p:ph type="body" sz="quarter" idx="3"/>
          </p:nvPr>
        </p:nvSpPr>
        <p:spPr>
          <a:xfrm>
            <a:off x="5654495" y="1905000"/>
            <a:ext cx="4396339"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6" name="Content Placeholder 5"/>
          <p:cNvSpPr>
            <a:spLocks noGrp="1"/>
          </p:cNvSpPr>
          <p:nvPr>
            <p:ph sz="quarter" idx="4"/>
          </p:nvPr>
        </p:nvSpPr>
        <p:spPr>
          <a:xfrm>
            <a:off x="5654495"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a:p>
        </p:txBody>
      </p:sp>
      <p:sp>
        <p:nvSpPr>
          <p:cNvPr id="7" name="Date Placeholder 6"/>
          <p:cNvSpPr>
            <a:spLocks noGrp="1"/>
          </p:cNvSpPr>
          <p:nvPr>
            <p:ph type="dt" sz="half" idx="10"/>
          </p:nvPr>
        </p:nvSpPr>
        <p:spPr/>
        <p:txBody>
          <a:bodyPr/>
          <a:lstStyle/>
          <a:p>
            <a:fld id="{64E71317-EACD-4ACE-B971-84E39F8DD59C}" type="datetimeFigureOut">
              <a:rPr lang="hu-HU" smtClean="0"/>
              <a:t>2026. 03. 03.</a:t>
            </a:fld>
            <a:endParaRPr lang="hu-HU"/>
          </a:p>
        </p:txBody>
      </p:sp>
      <p:sp>
        <p:nvSpPr>
          <p:cNvPr id="8" name="Footer Placeholder 7"/>
          <p:cNvSpPr>
            <a:spLocks noGrp="1"/>
          </p:cNvSpPr>
          <p:nvPr>
            <p:ph type="ftr" sz="quarter" idx="11"/>
          </p:nvPr>
        </p:nvSpPr>
        <p:spPr/>
        <p:txBody>
          <a:bodyPr/>
          <a:lstStyle/>
          <a:p>
            <a:endParaRPr lang="hu-HU"/>
          </a:p>
        </p:txBody>
      </p:sp>
      <p:sp>
        <p:nvSpPr>
          <p:cNvPr id="9" name="Slide Number Placeholder 8"/>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65459133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Csak cím">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hu-HU"/>
              <a:t>Mintacím szerkesztése</a:t>
            </a:r>
            <a:endParaRPr lang="en-US"/>
          </a:p>
        </p:txBody>
      </p:sp>
      <p:sp>
        <p:nvSpPr>
          <p:cNvPr id="7" name="Date Placeholder 2"/>
          <p:cNvSpPr>
            <a:spLocks noGrp="1"/>
          </p:cNvSpPr>
          <p:nvPr>
            <p:ph type="dt" sz="half" idx="10"/>
          </p:nvPr>
        </p:nvSpPr>
        <p:spPr/>
        <p:txBody>
          <a:bodyPr/>
          <a:lstStyle/>
          <a:p>
            <a:fld id="{64E71317-EACD-4ACE-B971-84E39F8DD59C}" type="datetimeFigureOut">
              <a:rPr lang="hu-HU" smtClean="0"/>
              <a:t>2026. 03. 03.</a:t>
            </a:fld>
            <a:endParaRPr lang="hu-HU"/>
          </a:p>
        </p:txBody>
      </p:sp>
      <p:sp>
        <p:nvSpPr>
          <p:cNvPr id="5" name="Footer Placeholder 3"/>
          <p:cNvSpPr>
            <a:spLocks noGrp="1"/>
          </p:cNvSpPr>
          <p:nvPr>
            <p:ph type="ftr" sz="quarter" idx="11"/>
          </p:nvPr>
        </p:nvSpPr>
        <p:spPr/>
        <p:txBody>
          <a:bodyPr/>
          <a:lstStyle/>
          <a:p>
            <a:endParaRPr lang="hu-HU"/>
          </a:p>
        </p:txBody>
      </p:sp>
      <p:sp>
        <p:nvSpPr>
          <p:cNvPr id="6" name="Slide Number Placeholder 4"/>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47905890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Üres">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fld id="{64E71317-EACD-4ACE-B971-84E39F8DD59C}" type="datetimeFigureOut">
              <a:rPr lang="hu-HU" smtClean="0"/>
              <a:t>2026. 03. 03.</a:t>
            </a:fld>
            <a:endParaRPr lang="hu-HU"/>
          </a:p>
        </p:txBody>
      </p:sp>
      <p:sp>
        <p:nvSpPr>
          <p:cNvPr id="5" name="Footer Placeholder 2"/>
          <p:cNvSpPr>
            <a:spLocks noGrp="1"/>
          </p:cNvSpPr>
          <p:nvPr>
            <p:ph type="ftr" sz="quarter" idx="11"/>
          </p:nvPr>
        </p:nvSpPr>
        <p:spPr/>
        <p:txBody>
          <a:bodyPr/>
          <a:lstStyle/>
          <a:p>
            <a:endParaRPr lang="hu-HU"/>
          </a:p>
        </p:txBody>
      </p:sp>
      <p:sp>
        <p:nvSpPr>
          <p:cNvPr id="6" name="Slide Number Placeholder 3"/>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112392845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Tartalomrész képaláírással">
    <p:spTree>
      <p:nvGrpSpPr>
        <p:cNvPr id="1" name=""/>
        <p:cNvGrpSpPr/>
        <p:nvPr/>
      </p:nvGrpSpPr>
      <p:grpSpPr>
        <a:xfrm>
          <a:off x="0" y="0"/>
          <a:ext cx="0" cy="0"/>
          <a:chOff x="0" y="0"/>
          <a:chExt cx="0" cy="0"/>
        </a:xfrm>
      </p:grpSpPr>
      <p:sp>
        <p:nvSpPr>
          <p:cNvPr id="2" name="Title 1"/>
          <p:cNvSpPr>
            <a:spLocks noGrp="1"/>
          </p:cNvSpPr>
          <p:nvPr>
            <p:ph type="title"/>
          </p:nvPr>
        </p:nvSpPr>
        <p:spPr>
          <a:xfrm>
            <a:off x="1154953" y="1447800"/>
            <a:ext cx="3401064" cy="1447800"/>
          </a:xfrm>
        </p:spPr>
        <p:txBody>
          <a:bodyPr anchor="b"/>
          <a:lstStyle>
            <a:lvl1pPr algn="l">
              <a:defRPr sz="2400" b="0"/>
            </a:lvl1pPr>
          </a:lstStyle>
          <a:p>
            <a:r>
              <a:rPr lang="hu-HU"/>
              <a:t>Mintacím szerkesztése</a:t>
            </a:r>
            <a:endParaRPr lang="en-US"/>
          </a:p>
        </p:txBody>
      </p:sp>
      <p:sp>
        <p:nvSpPr>
          <p:cNvPr id="3" name="Content Placeholder 2"/>
          <p:cNvSpPr>
            <a:spLocks noGrp="1"/>
          </p:cNvSpPr>
          <p:nvPr>
            <p:ph idx="1"/>
          </p:nvPr>
        </p:nvSpPr>
        <p:spPr>
          <a:xfrm>
            <a:off x="4784616" y="1447800"/>
            <a:ext cx="5195997"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a:p>
        </p:txBody>
      </p:sp>
      <p:sp>
        <p:nvSpPr>
          <p:cNvPr id="4" name="Text Placeholder 3"/>
          <p:cNvSpPr>
            <a:spLocks noGrp="1"/>
          </p:cNvSpPr>
          <p:nvPr>
            <p:ph type="body" sz="half" idx="2"/>
          </p:nvPr>
        </p:nvSpPr>
        <p:spPr>
          <a:xfrm>
            <a:off x="1154953" y="3129280"/>
            <a:ext cx="3401063"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7" name="Date Placeholder 4"/>
          <p:cNvSpPr>
            <a:spLocks noGrp="1"/>
          </p:cNvSpPr>
          <p:nvPr>
            <p:ph type="dt" sz="half" idx="10"/>
          </p:nvPr>
        </p:nvSpPr>
        <p:spPr/>
        <p:txBody>
          <a:bodyPr/>
          <a:lstStyle/>
          <a:p>
            <a:fld id="{64E71317-EACD-4ACE-B971-84E39F8DD59C}" type="datetimeFigureOut">
              <a:rPr lang="hu-HU" smtClean="0"/>
              <a:t>2026. 03. 03.</a:t>
            </a:fld>
            <a:endParaRPr lang="hu-HU"/>
          </a:p>
        </p:txBody>
      </p:sp>
      <p:sp>
        <p:nvSpPr>
          <p:cNvPr id="5" name="Footer Placeholder 5"/>
          <p:cNvSpPr>
            <a:spLocks noGrp="1"/>
          </p:cNvSpPr>
          <p:nvPr>
            <p:ph type="ftr" sz="quarter" idx="11"/>
          </p:nvPr>
        </p:nvSpPr>
        <p:spPr/>
        <p:txBody>
          <a:bodyPr/>
          <a:lstStyle/>
          <a:p>
            <a:endParaRPr lang="hu-HU"/>
          </a:p>
        </p:txBody>
      </p:sp>
      <p:sp>
        <p:nvSpPr>
          <p:cNvPr id="6" name="Slide Number Placeholder 6"/>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227578884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Kép képaláírással">
    <p:spTree>
      <p:nvGrpSpPr>
        <p:cNvPr id="1" name=""/>
        <p:cNvGrpSpPr/>
        <p:nvPr/>
      </p:nvGrpSpPr>
      <p:grpSpPr>
        <a:xfrm>
          <a:off x="0" y="0"/>
          <a:ext cx="0" cy="0"/>
          <a:chOff x="0" y="0"/>
          <a:chExt cx="0" cy="0"/>
        </a:xfrm>
      </p:grpSpPr>
      <p:sp>
        <p:nvSpPr>
          <p:cNvPr id="2" name="Title 1"/>
          <p:cNvSpPr>
            <a:spLocks noGrp="1"/>
          </p:cNvSpPr>
          <p:nvPr>
            <p:ph type="title"/>
          </p:nvPr>
        </p:nvSpPr>
        <p:spPr>
          <a:xfrm>
            <a:off x="1153907" y="1854192"/>
            <a:ext cx="5092906" cy="1574808"/>
          </a:xfrm>
        </p:spPr>
        <p:txBody>
          <a:bodyPr anchor="b">
            <a:normAutofit/>
          </a:bodyPr>
          <a:lstStyle>
            <a:lvl1pPr algn="l">
              <a:defRPr sz="3600" b="0"/>
            </a:lvl1pPr>
          </a:lstStyle>
          <a:p>
            <a:r>
              <a:rPr lang="hu-HU"/>
              <a:t>Mintacím szerkesztése</a:t>
            </a:r>
            <a:endParaRPr lang="en-US"/>
          </a:p>
        </p:txBody>
      </p:sp>
      <p:sp>
        <p:nvSpPr>
          <p:cNvPr id="3" name="Picture Placeholder 2"/>
          <p:cNvSpPr>
            <a:spLocks noGrp="1" noChangeAspect="1"/>
          </p:cNvSpPr>
          <p:nvPr>
            <p:ph type="pic" idx="1"/>
          </p:nvPr>
        </p:nvSpPr>
        <p:spPr>
          <a:xfrm>
            <a:off x="6949546" y="1143000"/>
            <a:ext cx="3200400"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hu-HU"/>
              <a:t>Kép beszúrásához kattintson az ikonra</a:t>
            </a:r>
            <a:endParaRPr lang="en-US"/>
          </a:p>
        </p:txBody>
      </p:sp>
      <p:sp>
        <p:nvSpPr>
          <p:cNvPr id="4" name="Text Placeholder 3"/>
          <p:cNvSpPr>
            <a:spLocks noGrp="1"/>
          </p:cNvSpPr>
          <p:nvPr>
            <p:ph type="body" sz="half" idx="2"/>
          </p:nvPr>
        </p:nvSpPr>
        <p:spPr>
          <a:xfrm>
            <a:off x="1154954" y="3657600"/>
            <a:ext cx="5084979"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5" name="Date Placeholder 4"/>
          <p:cNvSpPr>
            <a:spLocks noGrp="1"/>
          </p:cNvSpPr>
          <p:nvPr>
            <p:ph type="dt" sz="half" idx="10"/>
          </p:nvPr>
        </p:nvSpPr>
        <p:spPr/>
        <p:txBody>
          <a:bodyPr/>
          <a:lstStyle/>
          <a:p>
            <a:fld id="{64E71317-EACD-4ACE-B971-84E39F8DD59C}" type="datetimeFigureOut">
              <a:rPr lang="hu-HU" smtClean="0"/>
              <a:t>2026. 03. 03.</a:t>
            </a:fld>
            <a:endParaRPr lang="hu-HU"/>
          </a:p>
        </p:txBody>
      </p:sp>
      <p:sp>
        <p:nvSpPr>
          <p:cNvPr id="6" name="Footer Placeholder 5"/>
          <p:cNvSpPr>
            <a:spLocks noGrp="1"/>
          </p:cNvSpPr>
          <p:nvPr>
            <p:ph type="ftr" sz="quarter" idx="11"/>
          </p:nvPr>
        </p:nvSpPr>
        <p:spPr/>
        <p:txBody>
          <a:bodyPr/>
          <a:lstStyle/>
          <a:p>
            <a:endParaRPr lang="hu-HU"/>
          </a:p>
        </p:txBody>
      </p:sp>
      <p:sp>
        <p:nvSpPr>
          <p:cNvPr id="7" name="Slide Number Placeholder 6"/>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21821256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ámakép képaláírással">
    <p:spTree>
      <p:nvGrpSpPr>
        <p:cNvPr id="1" name=""/>
        <p:cNvGrpSpPr/>
        <p:nvPr/>
      </p:nvGrpSpPr>
      <p:grpSpPr>
        <a:xfrm>
          <a:off x="0" y="0"/>
          <a:ext cx="0" cy="0"/>
          <a:chOff x="0" y="0"/>
          <a:chExt cx="0" cy="0"/>
        </a:xfrm>
      </p:grpSpPr>
      <p:sp>
        <p:nvSpPr>
          <p:cNvPr id="2" name="Title 1"/>
          <p:cNvSpPr>
            <a:spLocks noGrp="1"/>
          </p:cNvSpPr>
          <p:nvPr>
            <p:ph type="title"/>
          </p:nvPr>
        </p:nvSpPr>
        <p:spPr>
          <a:xfrm>
            <a:off x="1154956" y="4800587"/>
            <a:ext cx="8825657" cy="566738"/>
          </a:xfrm>
        </p:spPr>
        <p:txBody>
          <a:bodyPr anchor="b">
            <a:normAutofit/>
          </a:bodyPr>
          <a:lstStyle>
            <a:lvl1pPr algn="l">
              <a:defRPr sz="2400" b="0"/>
            </a:lvl1pPr>
          </a:lstStyle>
          <a:p>
            <a:r>
              <a:rPr lang="hu-HU"/>
              <a:t>Mintacím szerkesztése</a:t>
            </a:r>
            <a:endParaRPr lang="en-US"/>
          </a:p>
        </p:txBody>
      </p:sp>
      <p:sp>
        <p:nvSpPr>
          <p:cNvPr id="3" name="Picture Placeholder 2"/>
          <p:cNvSpPr>
            <a:spLocks noGrp="1" noChangeAspect="1"/>
          </p:cNvSpPr>
          <p:nvPr>
            <p:ph type="pic" idx="1"/>
          </p:nvPr>
        </p:nvSpPr>
        <p:spPr>
          <a:xfrm>
            <a:off x="1154955" y="685800"/>
            <a:ext cx="8825658" cy="3640666"/>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hu-HU"/>
              <a:t>Kép beszúrásához kattintson az ikonra</a:t>
            </a:r>
            <a:endParaRPr lang="en-US"/>
          </a:p>
        </p:txBody>
      </p:sp>
      <p:sp>
        <p:nvSpPr>
          <p:cNvPr id="4" name="Text Placeholder 3"/>
          <p:cNvSpPr>
            <a:spLocks noGrp="1"/>
          </p:cNvSpPr>
          <p:nvPr>
            <p:ph type="body" sz="half" idx="2"/>
          </p:nvPr>
        </p:nvSpPr>
        <p:spPr>
          <a:xfrm>
            <a:off x="1154956" y="5367325"/>
            <a:ext cx="882565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5" name="Date Placeholder 4"/>
          <p:cNvSpPr>
            <a:spLocks noGrp="1"/>
          </p:cNvSpPr>
          <p:nvPr>
            <p:ph type="dt" sz="half" idx="10"/>
          </p:nvPr>
        </p:nvSpPr>
        <p:spPr/>
        <p:txBody>
          <a:bodyPr/>
          <a:lstStyle/>
          <a:p>
            <a:fld id="{64E71317-EACD-4ACE-B971-84E39F8DD59C}" type="datetimeFigureOut">
              <a:rPr lang="hu-HU" smtClean="0"/>
              <a:t>2026. 03. 03.</a:t>
            </a:fld>
            <a:endParaRPr lang="hu-HU"/>
          </a:p>
        </p:txBody>
      </p:sp>
      <p:sp>
        <p:nvSpPr>
          <p:cNvPr id="6" name="Footer Placeholder 5"/>
          <p:cNvSpPr>
            <a:spLocks noGrp="1"/>
          </p:cNvSpPr>
          <p:nvPr>
            <p:ph type="ftr" sz="quarter" idx="11"/>
          </p:nvPr>
        </p:nvSpPr>
        <p:spPr/>
        <p:txBody>
          <a:bodyPr/>
          <a:lstStyle/>
          <a:p>
            <a:endParaRPr lang="hu-HU"/>
          </a:p>
        </p:txBody>
      </p:sp>
      <p:sp>
        <p:nvSpPr>
          <p:cNvPr id="7" name="Slide Number Placeholder 6"/>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22931544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ím és képaláírás">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8825659" cy="1981200"/>
          </a:xfrm>
        </p:spPr>
        <p:txBody>
          <a:bodyPr/>
          <a:lstStyle>
            <a:lvl1pPr>
              <a:defRPr sz="4800"/>
            </a:lvl1pPr>
          </a:lstStyle>
          <a:p>
            <a:r>
              <a:rPr lang="hu-HU"/>
              <a:t>Mintacím szerkesztése</a:t>
            </a:r>
            <a:endParaRPr lang="en-US"/>
          </a:p>
        </p:txBody>
      </p:sp>
      <p:sp>
        <p:nvSpPr>
          <p:cNvPr id="8" name="Text Placeholder 3"/>
          <p:cNvSpPr>
            <a:spLocks noGrp="1"/>
          </p:cNvSpPr>
          <p:nvPr>
            <p:ph type="body" sz="half" idx="2"/>
          </p:nvPr>
        </p:nvSpPr>
        <p:spPr>
          <a:xfrm>
            <a:off x="1154954" y="3657600"/>
            <a:ext cx="8825659"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4" name="Date Placeholder 3"/>
          <p:cNvSpPr>
            <a:spLocks noGrp="1"/>
          </p:cNvSpPr>
          <p:nvPr>
            <p:ph type="dt" sz="half" idx="10"/>
          </p:nvPr>
        </p:nvSpPr>
        <p:spPr/>
        <p:txBody>
          <a:bodyPr/>
          <a:lstStyle/>
          <a:p>
            <a:fld id="{64E71317-EACD-4ACE-B971-84E39F8DD59C}" type="datetimeFigureOut">
              <a:rPr lang="hu-HU" smtClean="0"/>
              <a:t>2026. 03. 03.</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9442743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Idézet képaláírással">
    <p:spTree>
      <p:nvGrpSpPr>
        <p:cNvPr id="1" name=""/>
        <p:cNvGrpSpPr/>
        <p:nvPr/>
      </p:nvGrpSpPr>
      <p:grpSpPr>
        <a:xfrm>
          <a:off x="0" y="0"/>
          <a:ext cx="0" cy="0"/>
          <a:chOff x="0" y="0"/>
          <a:chExt cx="0" cy="0"/>
        </a:xfrm>
      </p:grpSpPr>
      <p:sp>
        <p:nvSpPr>
          <p:cNvPr id="2" name="Title 1"/>
          <p:cNvSpPr>
            <a:spLocks noGrp="1"/>
          </p:cNvSpPr>
          <p:nvPr>
            <p:ph type="title"/>
          </p:nvPr>
        </p:nvSpPr>
        <p:spPr>
          <a:xfrm>
            <a:off x="1574801" y="1447800"/>
            <a:ext cx="7999315" cy="2323374"/>
          </a:xfrm>
        </p:spPr>
        <p:txBody>
          <a:bodyPr/>
          <a:lstStyle>
            <a:lvl1pPr>
              <a:defRPr sz="4800"/>
            </a:lvl1pPr>
          </a:lstStyle>
          <a:p>
            <a:r>
              <a:rPr lang="hu-HU"/>
              <a:t>Mintacím szerkesztése</a:t>
            </a:r>
            <a:endParaRPr lang="en-US"/>
          </a:p>
        </p:txBody>
      </p:sp>
      <p:sp>
        <p:nvSpPr>
          <p:cNvPr id="11" name="Text Placeholder 3"/>
          <p:cNvSpPr>
            <a:spLocks noGrp="1"/>
          </p:cNvSpPr>
          <p:nvPr>
            <p:ph type="body" sz="half" idx="14"/>
          </p:nvPr>
        </p:nvSpPr>
        <p:spPr>
          <a:xfrm>
            <a:off x="1930400" y="3771174"/>
            <a:ext cx="7279649" cy="342174"/>
          </a:xfrm>
        </p:spPr>
        <p:txBody>
          <a:bodyPr vert="horz" lIns="91440" tIns="45720" rIns="91440" bIns="45720" rtlCol="0" anchor="t">
            <a:normAutofit/>
          </a:bodyPr>
          <a:lstStyle>
            <a:lvl1pPr marL="0" indent="0">
              <a:buNone/>
              <a:defRPr lang="en-US" sz="1400" b="0" i="0" kern="1200" cap="small" dirty="0">
                <a:solidFill>
                  <a:schemeClr val="bg2">
                    <a:lumMod val="40000"/>
                    <a:lumOff val="60000"/>
                  </a:schemeClr>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buNone/>
            </a:pPr>
            <a:r>
              <a:rPr lang="hu-HU"/>
              <a:t>Mintaszöveg szerkesztése</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4" name="Date Placeholder 3"/>
          <p:cNvSpPr>
            <a:spLocks noGrp="1"/>
          </p:cNvSpPr>
          <p:nvPr>
            <p:ph type="dt" sz="half" idx="10"/>
          </p:nvPr>
        </p:nvSpPr>
        <p:spPr/>
        <p:txBody>
          <a:bodyPr/>
          <a:lstStyle/>
          <a:p>
            <a:fld id="{64E71317-EACD-4ACE-B971-84E39F8DD59C}" type="datetimeFigureOut">
              <a:rPr lang="hu-HU" smtClean="0"/>
              <a:t>2026. 03. 03.</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585D7A83-7D43-4854-AAB8-4C89A6DFEA32}" type="slidenum">
              <a:rPr lang="hu-HU" smtClean="0"/>
              <a:t>‹#›</a:t>
            </a:fld>
            <a:endParaRPr lang="hu-HU"/>
          </a:p>
        </p:txBody>
      </p:sp>
      <p:sp>
        <p:nvSpPr>
          <p:cNvPr id="12" name="TextBox 11"/>
          <p:cNvSpPr txBox="1"/>
          <p:nvPr/>
        </p:nvSpPr>
        <p:spPr>
          <a:xfrm>
            <a:off x="898295" y="971253"/>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a:t>“</a:t>
            </a:r>
          </a:p>
        </p:txBody>
      </p:sp>
      <p:sp>
        <p:nvSpPr>
          <p:cNvPr id="15" name="TextBox 14"/>
          <p:cNvSpPr txBox="1"/>
          <p:nvPr/>
        </p:nvSpPr>
        <p:spPr>
          <a:xfrm>
            <a:off x="9330490" y="2613787"/>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a:t>”</a:t>
            </a:r>
          </a:p>
        </p:txBody>
      </p:sp>
    </p:spTree>
    <p:extLst>
      <p:ext uri="{BB962C8B-B14F-4D97-AF65-F5344CB8AC3E}">
        <p14:creationId xmlns:p14="http://schemas.microsoft.com/office/powerpoint/2010/main" val="60725472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évkártya">
    <p:spTree>
      <p:nvGrpSpPr>
        <p:cNvPr id="1" name=""/>
        <p:cNvGrpSpPr/>
        <p:nvPr/>
      </p:nvGrpSpPr>
      <p:grpSpPr>
        <a:xfrm>
          <a:off x="0" y="0"/>
          <a:ext cx="0" cy="0"/>
          <a:chOff x="0" y="0"/>
          <a:chExt cx="0" cy="0"/>
        </a:xfrm>
      </p:grpSpPr>
      <p:sp>
        <p:nvSpPr>
          <p:cNvPr id="2" name="Title 1"/>
          <p:cNvSpPr>
            <a:spLocks noGrp="1"/>
          </p:cNvSpPr>
          <p:nvPr>
            <p:ph type="title"/>
          </p:nvPr>
        </p:nvSpPr>
        <p:spPr>
          <a:xfrm>
            <a:off x="1154954" y="3124201"/>
            <a:ext cx="8825660" cy="1653180"/>
          </a:xfrm>
        </p:spPr>
        <p:txBody>
          <a:bodyPr anchor="b"/>
          <a:lstStyle>
            <a:lvl1pPr algn="l">
              <a:defRPr sz="4000" b="0" cap="none"/>
            </a:lvl1pPr>
          </a:lstStyle>
          <a:p>
            <a:r>
              <a:rPr lang="hu-HU"/>
              <a:t>Mintacím szerkesztése</a:t>
            </a:r>
            <a:endParaRPr lang="en-US"/>
          </a:p>
        </p:txBody>
      </p:sp>
      <p:sp>
        <p:nvSpPr>
          <p:cNvPr id="3" name="Text Placeholder 2"/>
          <p:cNvSpPr>
            <a:spLocks noGrp="1"/>
          </p:cNvSpPr>
          <p:nvPr>
            <p:ph type="body" idx="1"/>
          </p:nvPr>
        </p:nvSpPr>
        <p:spPr>
          <a:xfrm>
            <a:off x="1154954" y="4777381"/>
            <a:ext cx="8825659" cy="860400"/>
          </a:xfrm>
        </p:spPr>
        <p:txBody>
          <a:bodyPr anchor="t"/>
          <a:lstStyle>
            <a:lvl1pPr marL="0" indent="0" algn="l">
              <a:buNone/>
              <a:defRPr sz="2000" cap="none">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hu-HU"/>
              <a:t>Mintaszöveg szerkesztése</a:t>
            </a:r>
          </a:p>
        </p:txBody>
      </p:sp>
      <p:sp>
        <p:nvSpPr>
          <p:cNvPr id="4" name="Date Placeholder 3"/>
          <p:cNvSpPr>
            <a:spLocks noGrp="1"/>
          </p:cNvSpPr>
          <p:nvPr>
            <p:ph type="dt" sz="half" idx="10"/>
          </p:nvPr>
        </p:nvSpPr>
        <p:spPr/>
        <p:txBody>
          <a:bodyPr/>
          <a:lstStyle/>
          <a:p>
            <a:fld id="{64E71317-EACD-4ACE-B971-84E39F8DD59C}" type="datetimeFigureOut">
              <a:rPr lang="hu-HU" smtClean="0"/>
              <a:t>2026. 03. 03.</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89538361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hasáb">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hu-HU"/>
              <a:t>Mintacím szerkesztése</a:t>
            </a:r>
            <a:endParaRPr lang="en-US"/>
          </a:p>
        </p:txBody>
      </p:sp>
      <p:sp>
        <p:nvSpPr>
          <p:cNvPr id="3" name="Text Placeholder 2"/>
          <p:cNvSpPr>
            <a:spLocks noGrp="1"/>
          </p:cNvSpPr>
          <p:nvPr>
            <p:ph type="body" idx="1"/>
          </p:nvPr>
        </p:nvSpPr>
        <p:spPr>
          <a:xfrm>
            <a:off x="632947" y="1981200"/>
            <a:ext cx="2946866"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16" name="Text Placeholder 3"/>
          <p:cNvSpPr>
            <a:spLocks noGrp="1"/>
          </p:cNvSpPr>
          <p:nvPr>
            <p:ph type="body" sz="half" idx="15"/>
          </p:nvPr>
        </p:nvSpPr>
        <p:spPr>
          <a:xfrm>
            <a:off x="652463" y="266700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5" name="Text Placeholder 4"/>
          <p:cNvSpPr>
            <a:spLocks noGrp="1"/>
          </p:cNvSpPr>
          <p:nvPr>
            <p:ph type="body" sz="quarter" idx="3"/>
          </p:nvPr>
        </p:nvSpPr>
        <p:spPr>
          <a:xfrm>
            <a:off x="3883659" y="1981200"/>
            <a:ext cx="2936241"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19" name="Text Placeholder 3"/>
          <p:cNvSpPr>
            <a:spLocks noGrp="1"/>
          </p:cNvSpPr>
          <p:nvPr>
            <p:ph type="body" sz="half" idx="16"/>
          </p:nvPr>
        </p:nvSpPr>
        <p:spPr>
          <a:xfrm>
            <a:off x="3873106" y="266700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14" name="Text Placeholder 4"/>
          <p:cNvSpPr>
            <a:spLocks noGrp="1"/>
          </p:cNvSpPr>
          <p:nvPr>
            <p:ph type="body" sz="quarter" idx="13"/>
          </p:nvPr>
        </p:nvSpPr>
        <p:spPr>
          <a:xfrm>
            <a:off x="7124700" y="1981200"/>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20" name="Text Placeholder 3"/>
          <p:cNvSpPr>
            <a:spLocks noGrp="1"/>
          </p:cNvSpPr>
          <p:nvPr>
            <p:ph type="body" sz="half" idx="17"/>
          </p:nvPr>
        </p:nvSpPr>
        <p:spPr>
          <a:xfrm>
            <a:off x="7124700" y="266700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cxnSp>
        <p:nvCxnSpPr>
          <p:cNvPr id="17" name="Straight Connector 16"/>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64E71317-EACD-4ACE-B971-84E39F8DD59C}" type="datetimeFigureOut">
              <a:rPr lang="hu-HU" smtClean="0"/>
              <a:t>2026. 03. 03.</a:t>
            </a:fld>
            <a:endParaRPr lang="hu-HU"/>
          </a:p>
        </p:txBody>
      </p:sp>
      <p:sp>
        <p:nvSpPr>
          <p:cNvPr id="4"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18052120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képhasáb">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hu-HU"/>
              <a:t>Mintacím szerkesztése</a:t>
            </a:r>
            <a:endParaRPr lang="en-US"/>
          </a:p>
        </p:txBody>
      </p:sp>
      <p:sp>
        <p:nvSpPr>
          <p:cNvPr id="3" name="Text Placeholder 2"/>
          <p:cNvSpPr>
            <a:spLocks noGrp="1"/>
          </p:cNvSpPr>
          <p:nvPr>
            <p:ph type="body" idx="1"/>
          </p:nvPr>
        </p:nvSpPr>
        <p:spPr>
          <a:xfrm>
            <a:off x="652463" y="4250949"/>
            <a:ext cx="2940050"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29" name="Picture Placeholder 2"/>
          <p:cNvSpPr>
            <a:spLocks noGrp="1" noChangeAspect="1"/>
          </p:cNvSpPr>
          <p:nvPr>
            <p:ph type="pic" idx="15"/>
          </p:nvPr>
        </p:nvSpPr>
        <p:spPr>
          <a:xfrm>
            <a:off x="652463" y="2209800"/>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hu-HU"/>
              <a:t>Kép beszúrásához kattintson az ikonra</a:t>
            </a:r>
            <a:endParaRPr lang="en-US"/>
          </a:p>
        </p:txBody>
      </p:sp>
      <p:sp>
        <p:nvSpPr>
          <p:cNvPr id="22" name="Text Placeholder 3"/>
          <p:cNvSpPr>
            <a:spLocks noGrp="1"/>
          </p:cNvSpPr>
          <p:nvPr>
            <p:ph type="body" sz="half" idx="18"/>
          </p:nvPr>
        </p:nvSpPr>
        <p:spPr>
          <a:xfrm>
            <a:off x="652463" y="4827211"/>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5" name="Text Placeholder 4"/>
          <p:cNvSpPr>
            <a:spLocks noGrp="1"/>
          </p:cNvSpPr>
          <p:nvPr>
            <p:ph type="body" sz="quarter" idx="3"/>
          </p:nvPr>
        </p:nvSpPr>
        <p:spPr>
          <a:xfrm>
            <a:off x="3889375" y="4250949"/>
            <a:ext cx="2930525"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30" name="Picture Placeholder 2"/>
          <p:cNvSpPr>
            <a:spLocks noGrp="1" noChangeAspect="1"/>
          </p:cNvSpPr>
          <p:nvPr>
            <p:ph type="pic" idx="21"/>
          </p:nvPr>
        </p:nvSpPr>
        <p:spPr>
          <a:xfrm>
            <a:off x="3889374" y="2209800"/>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hu-HU"/>
              <a:t>Kép beszúrásához kattintson az ikonra</a:t>
            </a:r>
            <a:endParaRPr lang="en-US"/>
          </a:p>
        </p:txBody>
      </p:sp>
      <p:sp>
        <p:nvSpPr>
          <p:cNvPr id="23" name="Text Placeholder 3"/>
          <p:cNvSpPr>
            <a:spLocks noGrp="1"/>
          </p:cNvSpPr>
          <p:nvPr>
            <p:ph type="body" sz="half" idx="19"/>
          </p:nvPr>
        </p:nvSpPr>
        <p:spPr>
          <a:xfrm>
            <a:off x="3888022" y="4827210"/>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14" name="Text Placeholder 4"/>
          <p:cNvSpPr>
            <a:spLocks noGrp="1"/>
          </p:cNvSpPr>
          <p:nvPr>
            <p:ph type="body" sz="quarter" idx="13"/>
          </p:nvPr>
        </p:nvSpPr>
        <p:spPr>
          <a:xfrm>
            <a:off x="7124700" y="4250949"/>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31" name="Picture Placeholder 2"/>
          <p:cNvSpPr>
            <a:spLocks noGrp="1" noChangeAspect="1"/>
          </p:cNvSpPr>
          <p:nvPr>
            <p:ph type="pic" idx="22"/>
          </p:nvPr>
        </p:nvSpPr>
        <p:spPr>
          <a:xfrm>
            <a:off x="7124699" y="2209800"/>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hu-HU"/>
              <a:t>Kép beszúrásához kattintson az ikonra</a:t>
            </a:r>
            <a:endParaRPr lang="en-US"/>
          </a:p>
        </p:txBody>
      </p:sp>
      <p:sp>
        <p:nvSpPr>
          <p:cNvPr id="24" name="Text Placeholder 3"/>
          <p:cNvSpPr>
            <a:spLocks noGrp="1"/>
          </p:cNvSpPr>
          <p:nvPr>
            <p:ph type="body" sz="half" idx="20"/>
          </p:nvPr>
        </p:nvSpPr>
        <p:spPr>
          <a:xfrm>
            <a:off x="7124575" y="4827208"/>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cxnSp>
        <p:nvCxnSpPr>
          <p:cNvPr id="19" name="Straight Connector 18"/>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64E71317-EACD-4ACE-B971-84E39F8DD59C}" type="datetimeFigureOut">
              <a:rPr lang="hu-HU" smtClean="0"/>
              <a:t>2026. 03. 03.</a:t>
            </a:fld>
            <a:endParaRPr lang="hu-HU"/>
          </a:p>
        </p:txBody>
      </p:sp>
      <p:sp>
        <p:nvSpPr>
          <p:cNvPr id="4"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242541354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Cím és függőleges szöve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hu-HU"/>
              <a:t>Mintacím szerkesztése</a:t>
            </a:r>
            <a:endParaRPr lang="en-US"/>
          </a:p>
        </p:txBody>
      </p:sp>
      <p:sp>
        <p:nvSpPr>
          <p:cNvPr id="3" name="Vertical Text Placeholder 2"/>
          <p:cNvSpPr>
            <a:spLocks noGrp="1"/>
          </p:cNvSpPr>
          <p:nvPr>
            <p:ph type="body" orient="vert" idx="1"/>
          </p:nvPr>
        </p:nvSpPr>
        <p:spPr/>
        <p:txBody>
          <a:bodyPr vert="eaVert" anchor="t" anchorCtr="0"/>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a:p>
        </p:txBody>
      </p:sp>
      <p:sp>
        <p:nvSpPr>
          <p:cNvPr id="4" name="Date Placeholder 3"/>
          <p:cNvSpPr>
            <a:spLocks noGrp="1"/>
          </p:cNvSpPr>
          <p:nvPr>
            <p:ph type="dt" sz="half" idx="10"/>
          </p:nvPr>
        </p:nvSpPr>
        <p:spPr/>
        <p:txBody>
          <a:bodyPr/>
          <a:lstStyle/>
          <a:p>
            <a:fld id="{64E71317-EACD-4ACE-B971-84E39F8DD59C}" type="datetimeFigureOut">
              <a:rPr lang="hu-HU" smtClean="0"/>
              <a:t>2026. 03. 03.</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419188244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Függőleges cím és szöveg">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04212" y="430213"/>
            <a:ext cx="1752601" cy="5826125"/>
          </a:xfrm>
        </p:spPr>
        <p:txBody>
          <a:bodyPr vert="eaVert" anchor="b" anchorCtr="0"/>
          <a:lstStyle/>
          <a:p>
            <a:r>
              <a:rPr lang="hu-HU"/>
              <a:t>Mintacím szerkesztése</a:t>
            </a:r>
            <a:endParaRPr lang="en-US"/>
          </a:p>
        </p:txBody>
      </p:sp>
      <p:sp>
        <p:nvSpPr>
          <p:cNvPr id="3" name="Vertical Text Placeholder 2"/>
          <p:cNvSpPr>
            <a:spLocks noGrp="1"/>
          </p:cNvSpPr>
          <p:nvPr>
            <p:ph type="body" orient="vert" idx="1"/>
          </p:nvPr>
        </p:nvSpPr>
        <p:spPr>
          <a:xfrm>
            <a:off x="652463" y="887414"/>
            <a:ext cx="7423149" cy="5368924"/>
          </a:xfrm>
        </p:spPr>
        <p:txBody>
          <a:bodyPr vert="eaVert"/>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a:p>
        </p:txBody>
      </p:sp>
      <p:sp>
        <p:nvSpPr>
          <p:cNvPr id="4" name="Date Placeholder 3"/>
          <p:cNvSpPr>
            <a:spLocks noGrp="1"/>
          </p:cNvSpPr>
          <p:nvPr>
            <p:ph type="dt" sz="half" idx="10"/>
          </p:nvPr>
        </p:nvSpPr>
        <p:spPr/>
        <p:txBody>
          <a:bodyPr/>
          <a:lstStyle/>
          <a:p>
            <a:fld id="{64E71317-EACD-4ACE-B971-84E39F8DD59C}" type="datetimeFigureOut">
              <a:rPr lang="hu-HU" smtClean="0"/>
              <a:t>2026. 03. 03.</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585D7A83-7D43-4854-AAB8-4C89A6DFEA32}" type="slidenum">
              <a:rPr lang="hu-HU" smtClean="0"/>
              <a:t>‹#›</a:t>
            </a:fld>
            <a:endParaRPr lang="hu-HU"/>
          </a:p>
        </p:txBody>
      </p:sp>
    </p:spTree>
    <p:extLst>
      <p:ext uri="{BB962C8B-B14F-4D97-AF65-F5344CB8AC3E}">
        <p14:creationId xmlns:p14="http://schemas.microsoft.com/office/powerpoint/2010/main" val="367685991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image" Target="../media/image4.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19">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7" name="Picture 6"/>
          <p:cNvPicPr>
            <a:picLocks noChangeAspect="1"/>
          </p:cNvPicPr>
          <p:nvPr/>
        </p:nvPicPr>
        <p:blipFill rotWithShape="1">
          <a:blip r:embed="rId20">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6" name="Oval 15"/>
          <p:cNvSpPr/>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txBody>
          <a:bodyPr/>
          <a:lstStyle/>
          <a:p>
            <a:endParaRPr lang="hu-HU"/>
          </a:p>
        </p:txBody>
      </p:sp>
      <p:pic>
        <p:nvPicPr>
          <p:cNvPr id="9" name="Picture 8"/>
          <p:cNvPicPr>
            <a:picLocks noChangeAspect="1"/>
          </p:cNvPicPr>
          <p:nvPr/>
        </p:nvPicPr>
        <p:blipFill rotWithShape="1">
          <a:blip r:embed="rId21">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0" name="Picture 9"/>
          <p:cNvPicPr>
            <a:picLocks noChangeAspect="1"/>
          </p:cNvPicPr>
          <p:nvPr/>
        </p:nvPicPr>
        <p:blipFill rotWithShape="1">
          <a:blip r:embed="rId22">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hu-HU"/>
          </a:p>
        </p:txBody>
      </p:sp>
      <p:sp>
        <p:nvSpPr>
          <p:cNvPr id="2" name="Title Placeholder 1"/>
          <p:cNvSpPr>
            <a:spLocks noGrp="1"/>
          </p:cNvSpPr>
          <p:nvPr>
            <p:ph type="title"/>
          </p:nvPr>
        </p:nvSpPr>
        <p:spPr>
          <a:xfrm>
            <a:off x="646111" y="452718"/>
            <a:ext cx="9404723" cy="1400530"/>
          </a:xfrm>
          <a:prstGeom prst="rect">
            <a:avLst/>
          </a:prstGeom>
        </p:spPr>
        <p:txBody>
          <a:bodyPr vert="horz" lIns="91440" tIns="45720" rIns="91440" bIns="45720" rtlCol="0" anchor="t">
            <a:noAutofit/>
          </a:bodyPr>
          <a:lstStyle/>
          <a:p>
            <a:r>
              <a:rPr lang="hu-HU"/>
              <a:t>Mintacím szerkesztése</a:t>
            </a:r>
            <a:endParaRPr lang="en-US"/>
          </a:p>
        </p:txBody>
      </p:sp>
      <p:sp>
        <p:nvSpPr>
          <p:cNvPr id="3" name="Text Placeholder 2"/>
          <p:cNvSpPr>
            <a:spLocks noGrp="1"/>
          </p:cNvSpPr>
          <p:nvPr>
            <p:ph type="body" idx="1"/>
          </p:nvPr>
        </p:nvSpPr>
        <p:spPr>
          <a:xfrm>
            <a:off x="1103312" y="2052918"/>
            <a:ext cx="8946541" cy="4195481"/>
          </a:xfrm>
          <a:prstGeom prst="rect">
            <a:avLst/>
          </a:prstGeom>
        </p:spPr>
        <p:txBody>
          <a:bodyPr vert="horz" lIns="91440" tIns="45720" rIns="91440" bIns="45720" rtlCol="0">
            <a:normAutofit/>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a:p>
        </p:txBody>
      </p:sp>
      <p:sp>
        <p:nvSpPr>
          <p:cNvPr id="4" name="Date Placeholder 3"/>
          <p:cNvSpPr>
            <a:spLocks noGrp="1"/>
          </p:cNvSpPr>
          <p:nvPr>
            <p:ph type="dt" sz="half" idx="2"/>
          </p:nvPr>
        </p:nvSpPr>
        <p:spPr>
          <a:xfrm rot="5400000">
            <a:off x="10155639" y="1790701"/>
            <a:ext cx="990599" cy="30479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fld id="{64E71317-EACD-4ACE-B971-84E39F8DD59C}" type="datetimeFigureOut">
              <a:rPr lang="hu-HU" smtClean="0"/>
              <a:t>2026. 03. 03.</a:t>
            </a:fld>
            <a:endParaRPr lang="hu-HU"/>
          </a:p>
        </p:txBody>
      </p:sp>
      <p:sp>
        <p:nvSpPr>
          <p:cNvPr id="5" name="Footer Placeholder 4"/>
          <p:cNvSpPr>
            <a:spLocks noGrp="1"/>
          </p:cNvSpPr>
          <p:nvPr>
            <p:ph type="ftr" sz="quarter" idx="3"/>
          </p:nvPr>
        </p:nvSpPr>
        <p:spPr>
          <a:xfrm rot="5400000">
            <a:off x="8951573" y="3225297"/>
            <a:ext cx="3859795" cy="304801"/>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endParaRPr lang="hu-HU"/>
          </a:p>
        </p:txBody>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tx1">
                    <a:tint val="75000"/>
                  </a:schemeClr>
                </a:solidFill>
              </a:defRPr>
            </a:lvl1pPr>
          </a:lstStyle>
          <a:p>
            <a:fld id="{585D7A83-7D43-4854-AAB8-4C89A6DFEA32}" type="slidenum">
              <a:rPr lang="hu-HU" smtClean="0"/>
              <a:t>‹#›</a:t>
            </a:fld>
            <a:endParaRPr lang="hu-HU"/>
          </a:p>
        </p:txBody>
      </p:sp>
    </p:spTree>
    <p:extLst>
      <p:ext uri="{BB962C8B-B14F-4D97-AF65-F5344CB8AC3E}">
        <p14:creationId xmlns:p14="http://schemas.microsoft.com/office/powerpoint/2010/main" val="2214015268"/>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xStyles>
    <p:title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6.jpeg"/></Relationships>
</file>

<file path=ppt/slides/_rels/slide1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1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rotWithShape="1">
          <a:blip r:embed="rId3">
            <a:duotone>
              <a:schemeClr val="bg2">
                <a:shade val="69000"/>
                <a:hueMod val="108000"/>
                <a:satMod val="164000"/>
                <a:lumMod val="74000"/>
              </a:schemeClr>
              <a:schemeClr val="bg2">
                <a:tint val="96000"/>
                <a:hueMod val="88000"/>
                <a:satMod val="140000"/>
                <a:lumMod val="132000"/>
              </a:schemeClr>
            </a:duotone>
          </a:blip>
          <a:stretch/>
        </a:blip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59FEF9A-9073-4D0C-AE3F-4B05B7C78A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5">
            <a:extLst>
              <a:ext uri="{FF2B5EF4-FFF2-40B4-BE49-F238E27FC236}">
                <a16:creationId xmlns:a16="http://schemas.microsoft.com/office/drawing/2014/main" id="{9A868E46-760C-4803-96E3-94D7FF55D3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
          <a:xfrm>
            <a:off x="-1588" y="0"/>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tx1"/>
          </a:solidFill>
          <a:ln>
            <a:noFill/>
          </a:ln>
        </p:spPr>
        <p:txBody>
          <a:bodyPr/>
          <a:lstStyle/>
          <a:p>
            <a:endParaRPr lang="hu-HU"/>
          </a:p>
        </p:txBody>
      </p:sp>
      <p:sp>
        <p:nvSpPr>
          <p:cNvPr id="3" name="Alcím 2">
            <a:extLst>
              <a:ext uri="{FF2B5EF4-FFF2-40B4-BE49-F238E27FC236}">
                <a16:creationId xmlns:a16="http://schemas.microsoft.com/office/drawing/2014/main" id="{F0FC7F3D-D4B1-CD9B-5373-5C3F3FB25FB0}"/>
              </a:ext>
            </a:extLst>
          </p:cNvPr>
          <p:cNvSpPr>
            <a:spLocks noGrp="1"/>
          </p:cNvSpPr>
          <p:nvPr>
            <p:ph type="subTitle" idx="1"/>
          </p:nvPr>
        </p:nvSpPr>
        <p:spPr>
          <a:xfrm>
            <a:off x="1154955" y="1333500"/>
            <a:ext cx="2914380" cy="4191000"/>
          </a:xfrm>
        </p:spPr>
        <p:txBody>
          <a:bodyPr anchor="ctr">
            <a:normAutofit/>
          </a:bodyPr>
          <a:lstStyle/>
          <a:p>
            <a:pPr algn="r"/>
            <a:r>
              <a:rPr lang="hu-HU">
                <a:solidFill>
                  <a:schemeClr val="tx1"/>
                </a:solidFill>
                <a:latin typeface="Times New Roman"/>
                <a:cs typeface="Times New Roman"/>
              </a:rPr>
              <a:t>Created by SysTeam (Bánkuti Bálint, Szőke Kristóf)</a:t>
            </a:r>
          </a:p>
        </p:txBody>
      </p:sp>
      <p:cxnSp>
        <p:nvCxnSpPr>
          <p:cNvPr id="12" name="Straight Connector 11">
            <a:extLst>
              <a:ext uri="{FF2B5EF4-FFF2-40B4-BE49-F238E27FC236}">
                <a16:creationId xmlns:a16="http://schemas.microsoft.com/office/drawing/2014/main" id="{C632DB3C-29C8-435B-832E-2A00033193C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361021" y="1828800"/>
            <a:ext cx="0" cy="3200400"/>
          </a:xfrm>
          <a:prstGeom prst="line">
            <a:avLst/>
          </a:prstGeom>
          <a:ln w="19050" cap="sq">
            <a:solidFill>
              <a:schemeClr val="bg2">
                <a:lumMod val="60000"/>
                <a:lumOff val="40000"/>
              </a:schemeClr>
            </a:solidFill>
            <a:miter lim="800000"/>
          </a:ln>
        </p:spPr>
        <p:style>
          <a:lnRef idx="1">
            <a:schemeClr val="accent1"/>
          </a:lnRef>
          <a:fillRef idx="0">
            <a:schemeClr val="accent1"/>
          </a:fillRef>
          <a:effectRef idx="0">
            <a:schemeClr val="accent1"/>
          </a:effectRef>
          <a:fontRef idx="minor">
            <a:schemeClr val="tx1"/>
          </a:fontRef>
        </p:style>
      </p:cxnSp>
      <p:sp>
        <p:nvSpPr>
          <p:cNvPr id="2" name="Cím 1">
            <a:extLst>
              <a:ext uri="{FF2B5EF4-FFF2-40B4-BE49-F238E27FC236}">
                <a16:creationId xmlns:a16="http://schemas.microsoft.com/office/drawing/2014/main" id="{B9B4FEFC-29E5-B25D-7844-912A79EB9E28}"/>
              </a:ext>
            </a:extLst>
          </p:cNvPr>
          <p:cNvSpPr>
            <a:spLocks noGrp="1"/>
          </p:cNvSpPr>
          <p:nvPr>
            <p:ph type="ctrTitle"/>
          </p:nvPr>
        </p:nvSpPr>
        <p:spPr>
          <a:xfrm>
            <a:off x="4652707" y="1333500"/>
            <a:ext cx="6240580" cy="4191000"/>
          </a:xfrm>
        </p:spPr>
        <p:txBody>
          <a:bodyPr anchor="ctr">
            <a:normAutofit/>
          </a:bodyPr>
          <a:lstStyle/>
          <a:p>
            <a:r>
              <a:rPr lang="hu-HU" b="1" err="1">
                <a:latin typeface="Times New Roman" panose="02020603050405020304" pitchFamily="18" charset="0"/>
                <a:cs typeface="Times New Roman" panose="02020603050405020304" pitchFamily="18" charset="0"/>
              </a:rPr>
              <a:t>Kovta</a:t>
            </a:r>
            <a:r>
              <a:rPr lang="hu-HU" b="1">
                <a:latin typeface="Times New Roman" panose="02020603050405020304" pitchFamily="18" charset="0"/>
                <a:cs typeface="Times New Roman" panose="02020603050405020304" pitchFamily="18" charset="0"/>
              </a:rPr>
              <a:t> Nyrt.</a:t>
            </a:r>
          </a:p>
        </p:txBody>
      </p:sp>
    </p:spTree>
    <p:extLst>
      <p:ext uri="{BB962C8B-B14F-4D97-AF65-F5344CB8AC3E}">
        <p14:creationId xmlns:p14="http://schemas.microsoft.com/office/powerpoint/2010/main" val="22171554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blipFill rotWithShape="1">
          <a:blip r:embed="rId3">
            <a:duotone>
              <a:schemeClr val="bg2">
                <a:shade val="69000"/>
                <a:hueMod val="108000"/>
                <a:satMod val="164000"/>
                <a:lumMod val="74000"/>
              </a:schemeClr>
              <a:schemeClr val="bg2">
                <a:tint val="96000"/>
                <a:hueMod val="88000"/>
                <a:satMod val="140000"/>
                <a:lumMod val="132000"/>
              </a:schemeClr>
            </a:duotone>
          </a:blip>
          <a:stretch/>
        </a:blipFill>
        <a:effectLst/>
      </p:bgPr>
    </p:bg>
    <p:spTree>
      <p:nvGrpSpPr>
        <p:cNvPr id="1" name="">
          <a:extLst>
            <a:ext uri="{FF2B5EF4-FFF2-40B4-BE49-F238E27FC236}">
              <a16:creationId xmlns:a16="http://schemas.microsoft.com/office/drawing/2014/main" id="{220C2181-6C81-4346-8AF5-27A924D08089}"/>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923E8915-D2AA-4327-A45A-972C3CA957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8302FC3C-9804-4950-B721-5FD704BA60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0" y="0"/>
            <a:ext cx="12188952" cy="6858000"/>
          </a:xfrm>
          <a:prstGeom prst="rect">
            <a:avLst/>
          </a:prstGeom>
          <a:ln w="127000" cap="sq" cmpd="thinThick">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6B9695BD-ECF6-49CA-8877-8C493193C65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54295" y="1828800"/>
            <a:ext cx="0" cy="3200400"/>
          </a:xfrm>
          <a:prstGeom prst="line">
            <a:avLst/>
          </a:prstGeom>
          <a:ln w="19050">
            <a:solidFill>
              <a:schemeClr val="bg2">
                <a:lumMod val="60000"/>
                <a:lumOff val="40000"/>
              </a:schemeClr>
            </a:solidFill>
          </a:ln>
        </p:spPr>
        <p:style>
          <a:lnRef idx="1">
            <a:schemeClr val="accent1"/>
          </a:lnRef>
          <a:fillRef idx="0">
            <a:schemeClr val="accent1"/>
          </a:fillRef>
          <a:effectRef idx="0">
            <a:schemeClr val="accent1"/>
          </a:effectRef>
          <a:fontRef idx="minor">
            <a:schemeClr val="tx1"/>
          </a:fontRef>
        </p:style>
      </p:cxnSp>
      <p:pic>
        <p:nvPicPr>
          <p:cNvPr id="14" name="Picture 13">
            <a:extLst>
              <a:ext uri="{FF2B5EF4-FFF2-40B4-BE49-F238E27FC236}">
                <a16:creationId xmlns:a16="http://schemas.microsoft.com/office/drawing/2014/main" id="{3BC6EBB2-9BDC-4075-BA6B-43A9FBF9C86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4">
            <a:extLst>
              <a:ext uri="{28A0092B-C50C-407E-A947-70E740481C1C}">
                <a14:useLocalDpi xmlns:a14="http://schemas.microsoft.com/office/drawing/2010/main" val="0"/>
              </a:ext>
            </a:extLst>
          </a:blip>
          <a:srcRect b="23320"/>
          <a:stretch/>
        </p:blipFill>
        <p:spPr>
          <a:xfrm>
            <a:off x="8605878" y="6228080"/>
            <a:ext cx="993734" cy="762000"/>
          </a:xfrm>
          <a:prstGeom prst="rect">
            <a:avLst/>
          </a:prstGeom>
        </p:spPr>
      </p:pic>
      <p:sp>
        <p:nvSpPr>
          <p:cNvPr id="16" name="Freeform 5">
            <a:extLst>
              <a:ext uri="{FF2B5EF4-FFF2-40B4-BE49-F238E27FC236}">
                <a16:creationId xmlns:a16="http://schemas.microsoft.com/office/drawing/2014/main" id="{F3798573-F27B-47EB-8EA4-7EE34954C2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
          <a:xfrm>
            <a:off x="-1588" y="0"/>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tx1"/>
          </a:solidFill>
          <a:ln>
            <a:noFill/>
          </a:ln>
        </p:spPr>
        <p:txBody>
          <a:bodyPr/>
          <a:lstStyle/>
          <a:p>
            <a:endParaRPr lang="hu-HU"/>
          </a:p>
        </p:txBody>
      </p:sp>
      <p:sp>
        <p:nvSpPr>
          <p:cNvPr id="2" name="Cím 1">
            <a:extLst>
              <a:ext uri="{FF2B5EF4-FFF2-40B4-BE49-F238E27FC236}">
                <a16:creationId xmlns:a16="http://schemas.microsoft.com/office/drawing/2014/main" id="{ECAAB136-F220-5D11-D9E1-D851A348CF13}"/>
              </a:ext>
            </a:extLst>
          </p:cNvPr>
          <p:cNvSpPr>
            <a:spLocks noGrp="1"/>
          </p:cNvSpPr>
          <p:nvPr>
            <p:ph type="title"/>
          </p:nvPr>
        </p:nvSpPr>
        <p:spPr>
          <a:xfrm>
            <a:off x="806195" y="804672"/>
            <a:ext cx="3521359" cy="5248656"/>
          </a:xfrm>
        </p:spPr>
        <p:txBody>
          <a:bodyPr anchor="ctr">
            <a:normAutofit/>
          </a:bodyPr>
          <a:lstStyle/>
          <a:p>
            <a:pPr algn="ctr"/>
            <a:r>
              <a:rPr lang="hu-HU" b="1" dirty="0" err="1">
                <a:latin typeface="Times New Roman" panose="02020603050405020304" pitchFamily="18" charset="0"/>
                <a:cs typeface="Times New Roman" panose="02020603050405020304" pitchFamily="18" charset="0"/>
              </a:rPr>
              <a:t>Company</a:t>
            </a:r>
            <a:r>
              <a:rPr lang="hu-HU" b="1" dirty="0">
                <a:latin typeface="Times New Roman" panose="02020603050405020304" pitchFamily="18" charset="0"/>
                <a:cs typeface="Times New Roman" panose="02020603050405020304" pitchFamily="18" charset="0"/>
              </a:rPr>
              <a:t> </a:t>
            </a:r>
            <a:r>
              <a:rPr lang="hu-HU" b="1" dirty="0" err="1">
                <a:latin typeface="Times New Roman" panose="02020603050405020304" pitchFamily="18" charset="0"/>
                <a:cs typeface="Times New Roman" panose="02020603050405020304" pitchFamily="18" charset="0"/>
              </a:rPr>
              <a:t>history</a:t>
            </a:r>
            <a:endParaRPr lang="hu-HU" b="1" dirty="0">
              <a:latin typeface="Times New Roman" panose="02020603050405020304" pitchFamily="18" charset="0"/>
              <a:cs typeface="Times New Roman" panose="02020603050405020304" pitchFamily="18" charset="0"/>
            </a:endParaRPr>
          </a:p>
        </p:txBody>
      </p:sp>
      <p:sp>
        <p:nvSpPr>
          <p:cNvPr id="3" name="Tartalom helye 2">
            <a:extLst>
              <a:ext uri="{FF2B5EF4-FFF2-40B4-BE49-F238E27FC236}">
                <a16:creationId xmlns:a16="http://schemas.microsoft.com/office/drawing/2014/main" id="{1144816E-DE1F-33F8-C2A0-AA12AFDCC993}"/>
              </a:ext>
            </a:extLst>
          </p:cNvPr>
          <p:cNvSpPr>
            <a:spLocks noGrp="1"/>
          </p:cNvSpPr>
          <p:nvPr>
            <p:ph idx="1"/>
          </p:nvPr>
        </p:nvSpPr>
        <p:spPr>
          <a:xfrm>
            <a:off x="4975861" y="804671"/>
            <a:ext cx="6399930" cy="5248657"/>
          </a:xfrm>
        </p:spPr>
        <p:txBody>
          <a:bodyPr anchor="ctr">
            <a:normAutofit/>
          </a:bodyPr>
          <a:lstStyle/>
          <a:p>
            <a:r>
              <a:rPr lang="en-US" dirty="0" err="1">
                <a:latin typeface="Times New Roman" panose="02020603050405020304" pitchFamily="18" charset="0"/>
                <a:cs typeface="Times New Roman" panose="02020603050405020304" pitchFamily="18" charset="0"/>
              </a:rPr>
              <a:t>Kovta</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Nyrt</a:t>
            </a:r>
            <a:r>
              <a:rPr lang="en-US" dirty="0">
                <a:latin typeface="Times New Roman" panose="02020603050405020304" pitchFamily="18" charset="0"/>
                <a:cs typeface="Times New Roman" panose="02020603050405020304" pitchFamily="18" charset="0"/>
              </a:rPr>
              <a:t>. is a newly launched bank. The entire bank network was designed for the company to start at the beginning and not expand, meaning everything is located in one building. The network is secure, transparent, and includes all basic protocols that are needed.</a:t>
            </a:r>
            <a:endParaRPr lang="hu-HU"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0285870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B4AAD3FD-83A5-4B89-9F8F-01B8870865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9F78A9B4-B6C4-B143-A5DB-78EB841F2883}"/>
              </a:ext>
            </a:extLst>
          </p:cNvPr>
          <p:cNvSpPr>
            <a:spLocks noGrp="1"/>
          </p:cNvSpPr>
          <p:nvPr>
            <p:ph type="title"/>
          </p:nvPr>
        </p:nvSpPr>
        <p:spPr>
          <a:xfrm>
            <a:off x="648930" y="865181"/>
            <a:ext cx="4166510" cy="742334"/>
          </a:xfrm>
        </p:spPr>
        <p:txBody>
          <a:bodyPr>
            <a:normAutofit/>
          </a:bodyPr>
          <a:lstStyle/>
          <a:p>
            <a:r>
              <a:rPr lang="hu-HU" b="1" dirty="0" err="1">
                <a:solidFill>
                  <a:srgbClr val="EBEBEB"/>
                </a:solidFill>
                <a:latin typeface="Times New Roman" panose="02020603050405020304" pitchFamily="18" charset="0"/>
                <a:cs typeface="Times New Roman" panose="02020603050405020304" pitchFamily="18" charset="0"/>
              </a:rPr>
              <a:t>Offices</a:t>
            </a:r>
            <a:endParaRPr lang="hu-HU" b="1" dirty="0">
              <a:solidFill>
                <a:srgbClr val="EBEBEB"/>
              </a:solidFill>
              <a:latin typeface="Times New Roman" panose="02020603050405020304" pitchFamily="18" charset="0"/>
              <a:cs typeface="Times New Roman" panose="02020603050405020304" pitchFamily="18" charset="0"/>
            </a:endParaRPr>
          </a:p>
        </p:txBody>
      </p:sp>
      <p:sp>
        <p:nvSpPr>
          <p:cNvPr id="13" name="Freeform 31">
            <a:extLst>
              <a:ext uri="{FF2B5EF4-FFF2-40B4-BE49-F238E27FC236}">
                <a16:creationId xmlns:a16="http://schemas.microsoft.com/office/drawing/2014/main" id="{61752F1D-FC0F-4103-9584-630E643CCD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94020" y="-1"/>
            <a:ext cx="559472" cy="3709642"/>
          </a:xfrm>
          <a:custGeom>
            <a:avLst/>
            <a:gdLst>
              <a:gd name="connsiteX0" fmla="*/ 0 w 559472"/>
              <a:gd name="connsiteY0" fmla="*/ 0 h 3709642"/>
              <a:gd name="connsiteX1" fmla="*/ 473952 w 559472"/>
              <a:gd name="connsiteY1" fmla="*/ 0 h 3709642"/>
              <a:gd name="connsiteX2" fmla="*/ 485840 w 559472"/>
              <a:gd name="connsiteY2" fmla="*/ 161194 h 3709642"/>
              <a:gd name="connsiteX3" fmla="*/ 523949 w 559472"/>
              <a:gd name="connsiteY3" fmla="*/ 3672197 h 3709642"/>
              <a:gd name="connsiteX4" fmla="*/ 454748 w 559472"/>
              <a:gd name="connsiteY4" fmla="*/ 3709642 h 3709642"/>
              <a:gd name="connsiteX5" fmla="*/ 448224 w 559472"/>
              <a:gd name="connsiteY5" fmla="*/ 3510471 h 3709642"/>
              <a:gd name="connsiteX6" fmla="*/ 443564 w 559472"/>
              <a:gd name="connsiteY6" fmla="*/ 3408563 h 3709642"/>
              <a:gd name="connsiteX7" fmla="*/ 438902 w 559472"/>
              <a:gd name="connsiteY7" fmla="*/ 3304407 h 3709642"/>
              <a:gd name="connsiteX8" fmla="*/ 433941 w 559472"/>
              <a:gd name="connsiteY8" fmla="*/ 3198777 h 3709642"/>
              <a:gd name="connsiteX9" fmla="*/ 427584 w 559472"/>
              <a:gd name="connsiteY9" fmla="*/ 3092510 h 3709642"/>
              <a:gd name="connsiteX10" fmla="*/ 420988 w 559472"/>
              <a:gd name="connsiteY10" fmla="*/ 2984390 h 3709642"/>
              <a:gd name="connsiteX11" fmla="*/ 414330 w 559472"/>
              <a:gd name="connsiteY11" fmla="*/ 2874401 h 3709642"/>
              <a:gd name="connsiteX12" fmla="*/ 406840 w 559472"/>
              <a:gd name="connsiteY12" fmla="*/ 2762980 h 3709642"/>
              <a:gd name="connsiteX13" fmla="*/ 397745 w 559472"/>
              <a:gd name="connsiteY13" fmla="*/ 2650566 h 3709642"/>
              <a:gd name="connsiteX14" fmla="*/ 389154 w 559472"/>
              <a:gd name="connsiteY14" fmla="*/ 2536612 h 3709642"/>
              <a:gd name="connsiteX15" fmla="*/ 379225 w 559472"/>
              <a:gd name="connsiteY15" fmla="*/ 2421642 h 3709642"/>
              <a:gd name="connsiteX16" fmla="*/ 368316 w 559472"/>
              <a:gd name="connsiteY16" fmla="*/ 2305627 h 3709642"/>
              <a:gd name="connsiteX17" fmla="*/ 357466 w 559472"/>
              <a:gd name="connsiteY17" fmla="*/ 2189233 h 3709642"/>
              <a:gd name="connsiteX18" fmla="*/ 344982 w 559472"/>
              <a:gd name="connsiteY18" fmla="*/ 2071473 h 3709642"/>
              <a:gd name="connsiteX19" fmla="*/ 332466 w 559472"/>
              <a:gd name="connsiteY19" fmla="*/ 1952216 h 3709642"/>
              <a:gd name="connsiteX20" fmla="*/ 319121 w 559472"/>
              <a:gd name="connsiteY20" fmla="*/ 1833776 h 3709642"/>
              <a:gd name="connsiteX21" fmla="*/ 304408 w 559472"/>
              <a:gd name="connsiteY21" fmla="*/ 1713948 h 3709642"/>
              <a:gd name="connsiteX22" fmla="*/ 288685 w 559472"/>
              <a:gd name="connsiteY22" fmla="*/ 1592703 h 3709642"/>
              <a:gd name="connsiteX23" fmla="*/ 273050 w 559472"/>
              <a:gd name="connsiteY23" fmla="*/ 1471451 h 3709642"/>
              <a:gd name="connsiteX24" fmla="*/ 255813 w 559472"/>
              <a:gd name="connsiteY24" fmla="*/ 1350328 h 3709642"/>
              <a:gd name="connsiteX25" fmla="*/ 237060 w 559472"/>
              <a:gd name="connsiteY25" fmla="*/ 1227080 h 3709642"/>
              <a:gd name="connsiteX26" fmla="*/ 218488 w 559472"/>
              <a:gd name="connsiteY26" fmla="*/ 1106065 h 3709642"/>
              <a:gd name="connsiteX27" fmla="*/ 198221 w 559472"/>
              <a:gd name="connsiteY27" fmla="*/ 982940 h 3709642"/>
              <a:gd name="connsiteX28" fmla="*/ 177152 w 559472"/>
              <a:gd name="connsiteY28" fmla="*/ 858755 h 3709642"/>
              <a:gd name="connsiteX29" fmla="*/ 155551 w 559472"/>
              <a:gd name="connsiteY29" fmla="*/ 736861 h 3709642"/>
              <a:gd name="connsiteX30" fmla="*/ 131782 w 559472"/>
              <a:gd name="connsiteY30" fmla="*/ 613645 h 3709642"/>
              <a:gd name="connsiteX31" fmla="*/ 107123 w 559472"/>
              <a:gd name="connsiteY31" fmla="*/ 490500 h 3709642"/>
              <a:gd name="connsiteX32" fmla="*/ 82552 w 559472"/>
              <a:gd name="connsiteY32" fmla="*/ 367348 h 3709642"/>
              <a:gd name="connsiteX33" fmla="*/ 55608 w 559472"/>
              <a:gd name="connsiteY33" fmla="*/ 244762 h 3709642"/>
              <a:gd name="connsiteX34" fmla="*/ 28130 w 559472"/>
              <a:gd name="connsiteY34" fmla="*/ 122220 h 3709642"/>
              <a:gd name="connsiteX35" fmla="*/ 0 w 559472"/>
              <a:gd name="connsiteY35" fmla="*/ 0 h 37096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59472" h="3709642">
                <a:moveTo>
                  <a:pt x="0" y="0"/>
                </a:moveTo>
                <a:lnTo>
                  <a:pt x="473952" y="0"/>
                </a:lnTo>
                <a:lnTo>
                  <a:pt x="485840" y="161194"/>
                </a:lnTo>
                <a:cubicBezTo>
                  <a:pt x="552063" y="1147770"/>
                  <a:pt x="592441" y="3086737"/>
                  <a:pt x="523949" y="3672197"/>
                </a:cubicBezTo>
                <a:cubicBezTo>
                  <a:pt x="500842" y="3684557"/>
                  <a:pt x="477855" y="3697282"/>
                  <a:pt x="454748" y="3709642"/>
                </a:cubicBezTo>
                <a:lnTo>
                  <a:pt x="448224" y="3510471"/>
                </a:lnTo>
                <a:lnTo>
                  <a:pt x="443564" y="3408563"/>
                </a:lnTo>
                <a:lnTo>
                  <a:pt x="438902" y="3304407"/>
                </a:lnTo>
                <a:lnTo>
                  <a:pt x="433941" y="3198777"/>
                </a:lnTo>
                <a:lnTo>
                  <a:pt x="427584" y="3092510"/>
                </a:lnTo>
                <a:lnTo>
                  <a:pt x="420988" y="2984390"/>
                </a:lnTo>
                <a:lnTo>
                  <a:pt x="414330" y="2874401"/>
                </a:lnTo>
                <a:lnTo>
                  <a:pt x="406840" y="2762980"/>
                </a:lnTo>
                <a:lnTo>
                  <a:pt x="397745" y="2650566"/>
                </a:lnTo>
                <a:lnTo>
                  <a:pt x="389154" y="2536612"/>
                </a:lnTo>
                <a:lnTo>
                  <a:pt x="379225" y="2421642"/>
                </a:lnTo>
                <a:lnTo>
                  <a:pt x="368316" y="2305627"/>
                </a:lnTo>
                <a:lnTo>
                  <a:pt x="357466" y="2189233"/>
                </a:lnTo>
                <a:lnTo>
                  <a:pt x="344982" y="2071473"/>
                </a:lnTo>
                <a:lnTo>
                  <a:pt x="332466" y="1952216"/>
                </a:lnTo>
                <a:lnTo>
                  <a:pt x="319121" y="1833776"/>
                </a:lnTo>
                <a:lnTo>
                  <a:pt x="304408" y="1713948"/>
                </a:lnTo>
                <a:lnTo>
                  <a:pt x="288685" y="1592703"/>
                </a:lnTo>
                <a:lnTo>
                  <a:pt x="273050" y="1471451"/>
                </a:lnTo>
                <a:lnTo>
                  <a:pt x="255813" y="1350328"/>
                </a:lnTo>
                <a:lnTo>
                  <a:pt x="237060" y="1227080"/>
                </a:lnTo>
                <a:lnTo>
                  <a:pt x="218488" y="1106065"/>
                </a:lnTo>
                <a:lnTo>
                  <a:pt x="198221" y="982940"/>
                </a:lnTo>
                <a:lnTo>
                  <a:pt x="177152" y="858755"/>
                </a:lnTo>
                <a:lnTo>
                  <a:pt x="155551" y="736861"/>
                </a:lnTo>
                <a:lnTo>
                  <a:pt x="131782" y="613645"/>
                </a:lnTo>
                <a:lnTo>
                  <a:pt x="107123" y="490500"/>
                </a:lnTo>
                <a:lnTo>
                  <a:pt x="82552" y="367348"/>
                </a:lnTo>
                <a:lnTo>
                  <a:pt x="55608" y="244762"/>
                </a:lnTo>
                <a:lnTo>
                  <a:pt x="28130" y="122220"/>
                </a:lnTo>
                <a:lnTo>
                  <a:pt x="0" y="0"/>
                </a:lnTo>
                <a:close/>
              </a:path>
            </a:pathLst>
          </a:custGeom>
          <a:solidFill>
            <a:schemeClr val="bg1">
              <a:alpha val="20000"/>
            </a:schemeClr>
          </a:solidFill>
          <a:ln>
            <a:noFill/>
          </a:ln>
        </p:spPr>
        <p:txBody>
          <a:bodyPr rtlCol="0" anchor="ctr"/>
          <a:lstStyle/>
          <a:p>
            <a:pPr algn="ctr"/>
            <a:endParaRPr lang="en-US"/>
          </a:p>
        </p:txBody>
      </p:sp>
      <p:sp useBgFill="1">
        <p:nvSpPr>
          <p:cNvPr id="15" name="Freeform: Shape 14">
            <a:extLst>
              <a:ext uri="{FF2B5EF4-FFF2-40B4-BE49-F238E27FC236}">
                <a16:creationId xmlns:a16="http://schemas.microsoft.com/office/drawing/2014/main" id="{70151CB7-E7DE-4917-B831-01DF9CE013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
          <a:xfrm rot="16200000">
            <a:off x="5270819" y="-63600"/>
            <a:ext cx="6858001" cy="6985200"/>
          </a:xfrm>
          <a:custGeom>
            <a:avLst/>
            <a:gdLst>
              <a:gd name="connsiteX0" fmla="*/ 6858001 w 6858001"/>
              <a:gd name="connsiteY0" fmla="*/ 1177 h 6985200"/>
              <a:gd name="connsiteX1" fmla="*/ 6858001 w 6858001"/>
              <a:gd name="connsiteY1" fmla="*/ 1344715 h 6985200"/>
              <a:gd name="connsiteX2" fmla="*/ 6858000 w 6858001"/>
              <a:gd name="connsiteY2" fmla="*/ 1344715 h 6985200"/>
              <a:gd name="connsiteX3" fmla="*/ 6858000 w 6858001"/>
              <a:gd name="connsiteY3" fmla="*/ 6985200 h 6985200"/>
              <a:gd name="connsiteX4" fmla="*/ 0 w 6858001"/>
              <a:gd name="connsiteY4" fmla="*/ 6985199 h 6985200"/>
              <a:gd name="connsiteX5" fmla="*/ 0 w 6858001"/>
              <a:gd name="connsiteY5" fmla="*/ 886772 h 6985200"/>
              <a:gd name="connsiteX6" fmla="*/ 1 w 6858001"/>
              <a:gd name="connsiteY6" fmla="*/ 886772 h 6985200"/>
              <a:gd name="connsiteX7" fmla="*/ 1 w 6858001"/>
              <a:gd name="connsiteY7" fmla="*/ 0 h 6985200"/>
              <a:gd name="connsiteX8" fmla="*/ 40463 w 6858001"/>
              <a:gd name="connsiteY8" fmla="*/ 5883 h 6985200"/>
              <a:gd name="connsiteX9" fmla="*/ 159107 w 6858001"/>
              <a:gd name="connsiteY9" fmla="*/ 23196 h 6985200"/>
              <a:gd name="connsiteX10" fmla="*/ 245518 w 6858001"/>
              <a:gd name="connsiteY10" fmla="*/ 35299 h 6985200"/>
              <a:gd name="connsiteX11" fmla="*/ 348388 w 6858001"/>
              <a:gd name="connsiteY11" fmla="*/ 48073 h 6985200"/>
              <a:gd name="connsiteX12" fmla="*/ 470460 w 6858001"/>
              <a:gd name="connsiteY12" fmla="*/ 63369 h 6985200"/>
              <a:gd name="connsiteX13" fmla="*/ 605563 w 6858001"/>
              <a:gd name="connsiteY13" fmla="*/ 79506 h 6985200"/>
              <a:gd name="connsiteX14" fmla="*/ 757810 w 6858001"/>
              <a:gd name="connsiteY14" fmla="*/ 96483 h 6985200"/>
              <a:gd name="connsiteX15" fmla="*/ 923774 w 6858001"/>
              <a:gd name="connsiteY15" fmla="*/ 114469 h 6985200"/>
              <a:gd name="connsiteX16" fmla="*/ 1104139 w 6858001"/>
              <a:gd name="connsiteY16" fmla="*/ 132454 h 6985200"/>
              <a:gd name="connsiteX17" fmla="*/ 1296163 w 6858001"/>
              <a:gd name="connsiteY17" fmla="*/ 150776 h 6985200"/>
              <a:gd name="connsiteX18" fmla="*/ 1503275 w 6858001"/>
              <a:gd name="connsiteY18" fmla="*/ 167753 h 6985200"/>
              <a:gd name="connsiteX19" fmla="*/ 1719988 w 6858001"/>
              <a:gd name="connsiteY19" fmla="*/ 184058 h 6985200"/>
              <a:gd name="connsiteX20" fmla="*/ 1949045 w 6858001"/>
              <a:gd name="connsiteY20" fmla="*/ 198849 h 6985200"/>
              <a:gd name="connsiteX21" fmla="*/ 2187703 w 6858001"/>
              <a:gd name="connsiteY21" fmla="*/ 212969 h 6985200"/>
              <a:gd name="connsiteX22" fmla="*/ 2436649 w 6858001"/>
              <a:gd name="connsiteY22" fmla="*/ 226248 h 6985200"/>
              <a:gd name="connsiteX23" fmla="*/ 2564208 w 6858001"/>
              <a:gd name="connsiteY23" fmla="*/ 230955 h 6985200"/>
              <a:gd name="connsiteX24" fmla="*/ 2694509 w 6858001"/>
              <a:gd name="connsiteY24" fmla="*/ 236165 h 6985200"/>
              <a:gd name="connsiteX25" fmla="*/ 2826869 w 6858001"/>
              <a:gd name="connsiteY25" fmla="*/ 241040 h 6985200"/>
              <a:gd name="connsiteX26" fmla="*/ 2959914 w 6858001"/>
              <a:gd name="connsiteY26" fmla="*/ 244234 h 6985200"/>
              <a:gd name="connsiteX27" fmla="*/ 3095702 w 6858001"/>
              <a:gd name="connsiteY27" fmla="*/ 247091 h 6985200"/>
              <a:gd name="connsiteX28" fmla="*/ 3232862 w 6858001"/>
              <a:gd name="connsiteY28" fmla="*/ 250117 h 6985200"/>
              <a:gd name="connsiteX29" fmla="*/ 3372766 w 6858001"/>
              <a:gd name="connsiteY29" fmla="*/ 252134 h 6985200"/>
              <a:gd name="connsiteX30" fmla="*/ 3514040 w 6858001"/>
              <a:gd name="connsiteY30" fmla="*/ 252134 h 6985200"/>
              <a:gd name="connsiteX31" fmla="*/ 3656686 w 6858001"/>
              <a:gd name="connsiteY31" fmla="*/ 253142 h 6985200"/>
              <a:gd name="connsiteX32" fmla="*/ 3800705 w 6858001"/>
              <a:gd name="connsiteY32" fmla="*/ 252134 h 6985200"/>
              <a:gd name="connsiteX33" fmla="*/ 3946780 w 6858001"/>
              <a:gd name="connsiteY33" fmla="*/ 250117 h 6985200"/>
              <a:gd name="connsiteX34" fmla="*/ 4092856 w 6858001"/>
              <a:gd name="connsiteY34" fmla="*/ 248268 h 6985200"/>
              <a:gd name="connsiteX35" fmla="*/ 4240988 w 6858001"/>
              <a:gd name="connsiteY35" fmla="*/ 244234 h 6985200"/>
              <a:gd name="connsiteX36" fmla="*/ 4390492 w 6858001"/>
              <a:gd name="connsiteY36" fmla="*/ 240032 h 6985200"/>
              <a:gd name="connsiteX37" fmla="*/ 4539997 w 6858001"/>
              <a:gd name="connsiteY37" fmla="*/ 235157 h 6985200"/>
              <a:gd name="connsiteX38" fmla="*/ 4690873 w 6858001"/>
              <a:gd name="connsiteY38" fmla="*/ 228266 h 6985200"/>
              <a:gd name="connsiteX39" fmla="*/ 4843120 w 6858001"/>
              <a:gd name="connsiteY39" fmla="*/ 220029 h 6985200"/>
              <a:gd name="connsiteX40" fmla="*/ 4996054 w 6858001"/>
              <a:gd name="connsiteY40" fmla="*/ 212129 h 6985200"/>
              <a:gd name="connsiteX41" fmla="*/ 5148987 w 6858001"/>
              <a:gd name="connsiteY41" fmla="*/ 202044 h 6985200"/>
              <a:gd name="connsiteX42" fmla="*/ 5303978 w 6858001"/>
              <a:gd name="connsiteY42" fmla="*/ 189941 h 6985200"/>
              <a:gd name="connsiteX43" fmla="*/ 5456911 w 6858001"/>
              <a:gd name="connsiteY43" fmla="*/ 177839 h 6985200"/>
              <a:gd name="connsiteX44" fmla="*/ 5612588 w 6858001"/>
              <a:gd name="connsiteY44" fmla="*/ 163887 h 6985200"/>
              <a:gd name="connsiteX45" fmla="*/ 5768950 w 6858001"/>
              <a:gd name="connsiteY45" fmla="*/ 148591 h 6985200"/>
              <a:gd name="connsiteX46" fmla="*/ 5923255 w 6858001"/>
              <a:gd name="connsiteY46" fmla="*/ 132455 h 6985200"/>
              <a:gd name="connsiteX47" fmla="*/ 6079618 w 6858001"/>
              <a:gd name="connsiteY47" fmla="*/ 113629 h 6985200"/>
              <a:gd name="connsiteX48" fmla="*/ 6235294 w 6858001"/>
              <a:gd name="connsiteY48" fmla="*/ 93458 h 6985200"/>
              <a:gd name="connsiteX49" fmla="*/ 6391657 w 6858001"/>
              <a:gd name="connsiteY49" fmla="*/ 73455 h 6985200"/>
              <a:gd name="connsiteX50" fmla="*/ 6547333 w 6858001"/>
              <a:gd name="connsiteY50" fmla="*/ 50091 h 6985200"/>
              <a:gd name="connsiteX51" fmla="*/ 6702324 w 6858001"/>
              <a:gd name="connsiteY51" fmla="*/ 26222 h 6985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6858001" h="6985200">
                <a:moveTo>
                  <a:pt x="6858001" y="1177"/>
                </a:moveTo>
                <a:lnTo>
                  <a:pt x="6858001" y="1344715"/>
                </a:lnTo>
                <a:lnTo>
                  <a:pt x="6858000" y="1344715"/>
                </a:lnTo>
                <a:lnTo>
                  <a:pt x="6858000" y="6985200"/>
                </a:lnTo>
                <a:lnTo>
                  <a:pt x="0" y="6985199"/>
                </a:lnTo>
                <a:lnTo>
                  <a:pt x="0" y="886772"/>
                </a:lnTo>
                <a:lnTo>
                  <a:pt x="1" y="886772"/>
                </a:lnTo>
                <a:lnTo>
                  <a:pt x="1" y="0"/>
                </a:lnTo>
                <a:lnTo>
                  <a:pt x="40463" y="5883"/>
                </a:lnTo>
                <a:lnTo>
                  <a:pt x="159107" y="23196"/>
                </a:lnTo>
                <a:lnTo>
                  <a:pt x="245518" y="35299"/>
                </a:lnTo>
                <a:lnTo>
                  <a:pt x="348388" y="48073"/>
                </a:lnTo>
                <a:lnTo>
                  <a:pt x="470460" y="63369"/>
                </a:lnTo>
                <a:lnTo>
                  <a:pt x="605563" y="79506"/>
                </a:lnTo>
                <a:lnTo>
                  <a:pt x="757810" y="96483"/>
                </a:lnTo>
                <a:lnTo>
                  <a:pt x="923774" y="114469"/>
                </a:lnTo>
                <a:lnTo>
                  <a:pt x="1104139" y="132454"/>
                </a:lnTo>
                <a:lnTo>
                  <a:pt x="1296163" y="150776"/>
                </a:lnTo>
                <a:lnTo>
                  <a:pt x="1503275" y="167753"/>
                </a:lnTo>
                <a:lnTo>
                  <a:pt x="1719988" y="184058"/>
                </a:lnTo>
                <a:lnTo>
                  <a:pt x="1949045" y="198849"/>
                </a:lnTo>
                <a:lnTo>
                  <a:pt x="2187703" y="212969"/>
                </a:lnTo>
                <a:lnTo>
                  <a:pt x="2436649" y="226248"/>
                </a:lnTo>
                <a:lnTo>
                  <a:pt x="2564208" y="230955"/>
                </a:lnTo>
                <a:lnTo>
                  <a:pt x="2694509" y="236165"/>
                </a:lnTo>
                <a:lnTo>
                  <a:pt x="2826869" y="241040"/>
                </a:lnTo>
                <a:lnTo>
                  <a:pt x="2959914" y="244234"/>
                </a:lnTo>
                <a:lnTo>
                  <a:pt x="3095702" y="247091"/>
                </a:lnTo>
                <a:lnTo>
                  <a:pt x="3232862" y="250117"/>
                </a:lnTo>
                <a:lnTo>
                  <a:pt x="3372766" y="252134"/>
                </a:lnTo>
                <a:lnTo>
                  <a:pt x="3514040" y="252134"/>
                </a:lnTo>
                <a:lnTo>
                  <a:pt x="3656686" y="253142"/>
                </a:lnTo>
                <a:lnTo>
                  <a:pt x="3800705" y="252134"/>
                </a:lnTo>
                <a:lnTo>
                  <a:pt x="3946780" y="250117"/>
                </a:lnTo>
                <a:lnTo>
                  <a:pt x="4092856" y="248268"/>
                </a:lnTo>
                <a:lnTo>
                  <a:pt x="4240988" y="244234"/>
                </a:lnTo>
                <a:lnTo>
                  <a:pt x="4390492" y="240032"/>
                </a:lnTo>
                <a:lnTo>
                  <a:pt x="4539997" y="235157"/>
                </a:lnTo>
                <a:lnTo>
                  <a:pt x="4690873" y="228266"/>
                </a:lnTo>
                <a:lnTo>
                  <a:pt x="4843120" y="220029"/>
                </a:lnTo>
                <a:lnTo>
                  <a:pt x="4996054" y="212129"/>
                </a:lnTo>
                <a:lnTo>
                  <a:pt x="5148987" y="202044"/>
                </a:lnTo>
                <a:lnTo>
                  <a:pt x="5303978" y="189941"/>
                </a:lnTo>
                <a:lnTo>
                  <a:pt x="5456911" y="177839"/>
                </a:lnTo>
                <a:lnTo>
                  <a:pt x="5612588" y="163887"/>
                </a:lnTo>
                <a:lnTo>
                  <a:pt x="5768950" y="148591"/>
                </a:lnTo>
                <a:lnTo>
                  <a:pt x="5923255" y="132455"/>
                </a:lnTo>
                <a:lnTo>
                  <a:pt x="6079618" y="113629"/>
                </a:lnTo>
                <a:lnTo>
                  <a:pt x="6235294" y="93458"/>
                </a:lnTo>
                <a:lnTo>
                  <a:pt x="6391657" y="73455"/>
                </a:lnTo>
                <a:lnTo>
                  <a:pt x="6547333" y="50091"/>
                </a:lnTo>
                <a:lnTo>
                  <a:pt x="6702324" y="26222"/>
                </a:lnTo>
                <a:close/>
              </a:path>
            </a:pathLst>
          </a:custGeom>
          <a:ln>
            <a:noFill/>
          </a:ln>
        </p:spPr>
        <p:txBody>
          <a:bodyPr/>
          <a:lstStyle/>
          <a:p>
            <a:endParaRPr lang="hu-HU"/>
          </a:p>
        </p:txBody>
      </p:sp>
      <p:sp>
        <p:nvSpPr>
          <p:cNvPr id="17" name="Rectangle 16">
            <a:extLst>
              <a:ext uri="{FF2B5EF4-FFF2-40B4-BE49-F238E27FC236}">
                <a16:creationId xmlns:a16="http://schemas.microsoft.com/office/drawing/2014/main" id="{A92A1116-1C84-41DF-B803-1F7B0883EC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42448"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hu-HU"/>
          </a:p>
        </p:txBody>
      </p:sp>
      <p:sp>
        <p:nvSpPr>
          <p:cNvPr id="3" name="Tartalom helye 2">
            <a:extLst>
              <a:ext uri="{FF2B5EF4-FFF2-40B4-BE49-F238E27FC236}">
                <a16:creationId xmlns:a16="http://schemas.microsoft.com/office/drawing/2014/main" id="{34FEA64F-B223-BAC5-DCDB-9F6AC357FB2B}"/>
              </a:ext>
            </a:extLst>
          </p:cNvPr>
          <p:cNvSpPr>
            <a:spLocks noGrp="1"/>
          </p:cNvSpPr>
          <p:nvPr>
            <p:ph idx="1"/>
          </p:nvPr>
        </p:nvSpPr>
        <p:spPr>
          <a:xfrm>
            <a:off x="734641" y="2168797"/>
            <a:ext cx="3995089" cy="3081688"/>
          </a:xfrm>
        </p:spPr>
        <p:txBody>
          <a:bodyPr>
            <a:normAutofit lnSpcReduction="10000"/>
          </a:bodyPr>
          <a:lstStyle/>
          <a:p>
            <a:r>
              <a:rPr lang="hu-HU" dirty="0" err="1">
                <a:solidFill>
                  <a:srgbClr val="EBEBEB"/>
                </a:solidFill>
                <a:latin typeface="Times New Roman" panose="02020603050405020304" pitchFamily="18" charset="0"/>
                <a:cs typeface="Times New Roman" panose="02020603050405020304" pitchFamily="18" charset="0"/>
              </a:rPr>
              <a:t>Offices</a:t>
            </a:r>
            <a:r>
              <a:rPr lang="hu-HU" dirty="0">
                <a:solidFill>
                  <a:srgbClr val="EBEBEB"/>
                </a:solidFill>
                <a:latin typeface="Times New Roman" panose="02020603050405020304" pitchFamily="18" charset="0"/>
                <a:cs typeface="Times New Roman" panose="02020603050405020304" pitchFamily="18" charset="0"/>
              </a:rPr>
              <a:t>:</a:t>
            </a:r>
          </a:p>
          <a:p>
            <a:pPr lvl="1"/>
            <a:r>
              <a:rPr lang="en-US" dirty="0">
                <a:solidFill>
                  <a:srgbClr val="EBEBEB"/>
                </a:solidFill>
                <a:latin typeface="Times New Roman" panose="02020603050405020304" pitchFamily="18" charset="0"/>
                <a:cs typeface="Times New Roman" panose="02020603050405020304" pitchFamily="18" charset="0"/>
              </a:rPr>
              <a:t>Secretaries (Top Right)</a:t>
            </a:r>
          </a:p>
          <a:p>
            <a:pPr lvl="1"/>
            <a:r>
              <a:rPr lang="en-US" dirty="0">
                <a:solidFill>
                  <a:srgbClr val="EBEBEB"/>
                </a:solidFill>
                <a:latin typeface="Times New Roman" panose="02020603050405020304" pitchFamily="18" charset="0"/>
                <a:cs typeface="Times New Roman" panose="02020603050405020304" pitchFamily="18" charset="0"/>
              </a:rPr>
              <a:t>Manager (Green)</a:t>
            </a:r>
          </a:p>
          <a:p>
            <a:pPr lvl="1"/>
            <a:r>
              <a:rPr lang="en-US" dirty="0">
                <a:solidFill>
                  <a:srgbClr val="EBEBEB"/>
                </a:solidFill>
                <a:latin typeface="Times New Roman" panose="02020603050405020304" pitchFamily="18" charset="0"/>
                <a:cs typeface="Times New Roman" panose="02020603050405020304" pitchFamily="18" charset="0"/>
              </a:rPr>
              <a:t>System Administrator (Orange)</a:t>
            </a:r>
          </a:p>
          <a:p>
            <a:pPr lvl="1"/>
            <a:r>
              <a:rPr lang="en-US" dirty="0">
                <a:solidFill>
                  <a:srgbClr val="EBEBEB"/>
                </a:solidFill>
                <a:latin typeface="Times New Roman" panose="02020603050405020304" pitchFamily="18" charset="0"/>
                <a:cs typeface="Times New Roman" panose="02020603050405020304" pitchFamily="18" charset="0"/>
              </a:rPr>
              <a:t>Bank Employees (Bottom)</a:t>
            </a:r>
          </a:p>
          <a:p>
            <a:pPr lvl="1"/>
            <a:r>
              <a:rPr lang="en-US" dirty="0">
                <a:solidFill>
                  <a:srgbClr val="EBEBEB"/>
                </a:solidFill>
                <a:latin typeface="Times New Roman" panose="02020603050405020304" pitchFamily="18" charset="0"/>
                <a:cs typeface="Times New Roman" panose="02020603050405020304" pitchFamily="18" charset="0"/>
              </a:rPr>
              <a:t>Server Room (Blue)</a:t>
            </a:r>
            <a:endParaRPr lang="hu-HU" dirty="0">
              <a:solidFill>
                <a:srgbClr val="EBEBEB"/>
              </a:solidFill>
              <a:latin typeface="Times New Roman" panose="02020603050405020304" pitchFamily="18" charset="0"/>
              <a:cs typeface="Times New Roman" panose="02020603050405020304" pitchFamily="18" charset="0"/>
            </a:endParaRPr>
          </a:p>
          <a:p>
            <a:pPr lvl="1"/>
            <a:r>
              <a:rPr lang="hu-HU" dirty="0">
                <a:solidFill>
                  <a:srgbClr val="EBEBEB"/>
                </a:solidFill>
                <a:latin typeface="Times New Roman" panose="02020603050405020304" pitchFamily="18" charset="0"/>
                <a:cs typeface="Times New Roman" panose="02020603050405020304" pitchFamily="18" charset="0"/>
              </a:rPr>
              <a:t>IT sector (Pink)</a:t>
            </a:r>
            <a:endParaRPr lang="en-US" dirty="0">
              <a:solidFill>
                <a:srgbClr val="EBEBEB"/>
              </a:solidFill>
              <a:latin typeface="Times New Roman" panose="02020603050405020304" pitchFamily="18" charset="0"/>
              <a:cs typeface="Times New Roman" panose="02020603050405020304" pitchFamily="18" charset="0"/>
            </a:endParaRPr>
          </a:p>
          <a:p>
            <a:pPr lvl="1"/>
            <a:r>
              <a:rPr lang="en-US" dirty="0">
                <a:solidFill>
                  <a:srgbClr val="EBEBEB"/>
                </a:solidFill>
                <a:latin typeface="Times New Roman" panose="02020603050405020304" pitchFamily="18" charset="0"/>
                <a:cs typeface="Times New Roman" panose="02020603050405020304" pitchFamily="18" charset="0"/>
              </a:rPr>
              <a:t>Common Area (Red)</a:t>
            </a:r>
            <a:endParaRPr lang="hu-HU" dirty="0">
              <a:solidFill>
                <a:srgbClr val="EBEBEB"/>
              </a:solidFill>
              <a:latin typeface="Times New Roman" panose="02020603050405020304" pitchFamily="18" charset="0"/>
              <a:cs typeface="Times New Roman" panose="02020603050405020304" pitchFamily="18" charset="0"/>
            </a:endParaRPr>
          </a:p>
        </p:txBody>
      </p:sp>
      <p:pic>
        <p:nvPicPr>
          <p:cNvPr id="5" name="Kép 4" descr="A képen diagram, tervezés látható  Előfordulhat, hogy a mesterséges intelligencia által létrehozott tartalom helytelen.">
            <a:extLst>
              <a:ext uri="{FF2B5EF4-FFF2-40B4-BE49-F238E27FC236}">
                <a16:creationId xmlns:a16="http://schemas.microsoft.com/office/drawing/2014/main" id="{F6F6ECA0-1F4C-5A74-8375-90E9E138EFD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670546" y="1293025"/>
            <a:ext cx="6058545" cy="4271949"/>
          </a:xfrm>
          <a:prstGeom prst="rect">
            <a:avLst/>
          </a:prstGeom>
        </p:spPr>
      </p:pic>
    </p:spTree>
    <p:extLst>
      <p:ext uri="{BB962C8B-B14F-4D97-AF65-F5344CB8AC3E}">
        <p14:creationId xmlns:p14="http://schemas.microsoft.com/office/powerpoint/2010/main" val="924471978"/>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blipFill rotWithShape="1">
          <a:blip r:embed="rId3">
            <a:duotone>
              <a:schemeClr val="bg2">
                <a:shade val="69000"/>
                <a:hueMod val="108000"/>
                <a:satMod val="164000"/>
                <a:lumMod val="74000"/>
              </a:schemeClr>
              <a:schemeClr val="bg2">
                <a:tint val="96000"/>
                <a:hueMod val="88000"/>
                <a:satMod val="140000"/>
                <a:lumMod val="132000"/>
              </a:schemeClr>
            </a:duotone>
          </a:blip>
          <a:stretch/>
        </a:blipFill>
        <a:effectLst/>
      </p:bgPr>
    </p:bg>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EB9CD8B1-74C3-48CF-01CE-2C7CCE24EF09}"/>
              </a:ext>
            </a:extLst>
          </p:cNvPr>
          <p:cNvSpPr>
            <a:spLocks noGrp="1"/>
          </p:cNvSpPr>
          <p:nvPr>
            <p:ph type="title"/>
          </p:nvPr>
        </p:nvSpPr>
        <p:spPr>
          <a:xfrm>
            <a:off x="5224006" y="629266"/>
            <a:ext cx="4985469" cy="1469878"/>
          </a:xfrm>
        </p:spPr>
        <p:txBody>
          <a:bodyPr>
            <a:normAutofit/>
          </a:bodyPr>
          <a:lstStyle/>
          <a:p>
            <a:r>
              <a:rPr lang="hu-HU" b="1" dirty="0">
                <a:latin typeface="Times New Roman"/>
                <a:cs typeface="Times New Roman"/>
              </a:rPr>
              <a:t>Manager Office &amp; </a:t>
            </a:r>
            <a:r>
              <a:rPr lang="hu-HU" b="1" dirty="0" err="1">
                <a:latin typeface="Times New Roman"/>
                <a:cs typeface="Times New Roman"/>
              </a:rPr>
              <a:t>Admin</a:t>
            </a:r>
            <a:r>
              <a:rPr lang="hu-HU" b="1" dirty="0">
                <a:latin typeface="Times New Roman"/>
                <a:cs typeface="Times New Roman"/>
              </a:rPr>
              <a:t> Office</a:t>
            </a:r>
            <a:endParaRPr lang="hu-HU" b="1" dirty="0">
              <a:latin typeface="Times New Roman" panose="02020603050405020304" pitchFamily="18" charset="0"/>
              <a:cs typeface="Times New Roman" panose="02020603050405020304" pitchFamily="18" charset="0"/>
            </a:endParaRPr>
          </a:p>
        </p:txBody>
      </p:sp>
      <p:pic>
        <p:nvPicPr>
          <p:cNvPr id="5" name="Kép 4" descr="A képen diagram, képernyőkép, szöveg, sor látható  Lehet, hogy az AI által létrehozott tartalom helytelen.">
            <a:extLst>
              <a:ext uri="{FF2B5EF4-FFF2-40B4-BE49-F238E27FC236}">
                <a16:creationId xmlns:a16="http://schemas.microsoft.com/office/drawing/2014/main" id="{5A6D1294-DA6D-3FE6-821B-A6D21F0F1CA5}"/>
              </a:ext>
            </a:extLst>
          </p:cNvPr>
          <p:cNvPicPr>
            <a:picLocks noChangeAspect="1"/>
          </p:cNvPicPr>
          <p:nvPr/>
        </p:nvPicPr>
        <p:blipFill>
          <a:blip r:embed="rId4"/>
          <a:stretch>
            <a:fillRect/>
          </a:stretch>
        </p:blipFill>
        <p:spPr>
          <a:xfrm>
            <a:off x="926823" y="691763"/>
            <a:ext cx="3681270" cy="5556636"/>
          </a:xfrm>
          <a:prstGeom prst="rect">
            <a:avLst/>
          </a:prstGeom>
          <a:effectLst>
            <a:outerShdw blurRad="50800" dist="38100" dir="5400000" algn="t" rotWithShape="0">
              <a:prstClr val="black">
                <a:alpha val="43000"/>
              </a:prstClr>
            </a:outerShdw>
          </a:effectLst>
        </p:spPr>
      </p:pic>
      <p:sp>
        <p:nvSpPr>
          <p:cNvPr id="3" name="Tartalom helye 2">
            <a:extLst>
              <a:ext uri="{FF2B5EF4-FFF2-40B4-BE49-F238E27FC236}">
                <a16:creationId xmlns:a16="http://schemas.microsoft.com/office/drawing/2014/main" id="{06CD59AB-6F63-C1CF-64C4-DE0C90F84913}"/>
              </a:ext>
            </a:extLst>
          </p:cNvPr>
          <p:cNvSpPr>
            <a:spLocks noGrp="1"/>
          </p:cNvSpPr>
          <p:nvPr>
            <p:ph idx="1"/>
          </p:nvPr>
        </p:nvSpPr>
        <p:spPr>
          <a:xfrm>
            <a:off x="5224006" y="2291650"/>
            <a:ext cx="4985468" cy="3643930"/>
          </a:xfrm>
        </p:spPr>
        <p:txBody>
          <a:bodyPr vert="horz" lIns="91440" tIns="45720" rIns="91440" bIns="45720" rtlCol="0" anchor="t">
            <a:noAutofit/>
          </a:bodyPr>
          <a:lstStyle/>
          <a:p>
            <a:r>
              <a:rPr lang="en-US" sz="1800" dirty="0">
                <a:latin typeface="Times New Roman" panose="02020603050405020304" pitchFamily="18" charset="0"/>
                <a:cs typeface="Times New Roman" panose="02020603050405020304" pitchFamily="18" charset="0"/>
              </a:rPr>
              <a:t>Firewall protects the most secure offices in the network</a:t>
            </a:r>
            <a:endParaRPr lang="hu-HU" sz="1800" dirty="0">
              <a:latin typeface="Times New Roman" panose="02020603050405020304" pitchFamily="18" charset="0"/>
              <a:cs typeface="Times New Roman" panose="02020603050405020304" pitchFamily="18" charset="0"/>
            </a:endParaRPr>
          </a:p>
          <a:p>
            <a:r>
              <a:rPr lang="en-US" sz="1800" dirty="0">
                <a:latin typeface="Times New Roman" panose="02020603050405020304" pitchFamily="18" charset="0"/>
                <a:cs typeface="Times New Roman" panose="02020603050405020304" pitchFamily="18" charset="0"/>
              </a:rPr>
              <a:t>There is static address translation at the admin office, and dynamic at the boss's office.</a:t>
            </a:r>
          </a:p>
          <a:p>
            <a:r>
              <a:rPr lang="en-US" sz="1800" dirty="0">
                <a:latin typeface="Times New Roman" panose="02020603050405020304" pitchFamily="18" charset="0"/>
                <a:cs typeface="Times New Roman" panose="02020603050405020304" pitchFamily="18" charset="0"/>
              </a:rPr>
              <a:t>Admin laptop and PC receive static IP addresses</a:t>
            </a:r>
          </a:p>
          <a:p>
            <a:r>
              <a:rPr lang="en-US" sz="1800" dirty="0">
                <a:latin typeface="Times New Roman" panose="02020603050405020304" pitchFamily="18" charset="0"/>
                <a:cs typeface="Times New Roman" panose="02020603050405020304" pitchFamily="18" charset="0"/>
              </a:rPr>
              <a:t>Manager PC has static IP assignment</a:t>
            </a:r>
          </a:p>
          <a:p>
            <a:r>
              <a:rPr lang="en-US" sz="1800" dirty="0">
                <a:latin typeface="Times New Roman" panose="02020603050405020304" pitchFamily="18" charset="0"/>
                <a:cs typeface="Times New Roman" panose="02020603050405020304" pitchFamily="18" charset="0"/>
              </a:rPr>
              <a:t>DHCP:</a:t>
            </a:r>
          </a:p>
          <a:p>
            <a:pPr lvl="1"/>
            <a:r>
              <a:rPr lang="en-US" dirty="0">
                <a:latin typeface="Times New Roman" panose="02020603050405020304" pitchFamily="18" charset="0"/>
                <a:cs typeface="Times New Roman" panose="02020603050405020304" pitchFamily="18" charset="0"/>
              </a:rPr>
              <a:t>Manager phone via </a:t>
            </a:r>
            <a:r>
              <a:rPr lang="en-US" dirty="0" err="1">
                <a:latin typeface="Times New Roman" panose="02020603050405020304" pitchFamily="18" charset="0"/>
                <a:cs typeface="Times New Roman" panose="02020603050405020304" pitchFamily="18" charset="0"/>
              </a:rPr>
              <a:t>WiFi</a:t>
            </a:r>
            <a:r>
              <a:rPr lang="en-US" dirty="0">
                <a:latin typeface="Times New Roman" panose="02020603050405020304" pitchFamily="18" charset="0"/>
                <a:cs typeface="Times New Roman" panose="02020603050405020304" pitchFamily="18" charset="0"/>
              </a:rPr>
              <a:t> on a different network than common area phones</a:t>
            </a:r>
          </a:p>
          <a:p>
            <a:pPr lvl="1"/>
            <a:r>
              <a:rPr lang="en-US" dirty="0">
                <a:latin typeface="Times New Roman" panose="02020603050405020304" pitchFamily="18" charset="0"/>
                <a:cs typeface="Times New Roman" panose="02020603050405020304" pitchFamily="18" charset="0"/>
              </a:rPr>
              <a:t>Manager laptop</a:t>
            </a:r>
          </a:p>
          <a:p>
            <a:pPr lvl="1"/>
            <a:r>
              <a:rPr lang="en-US" dirty="0">
                <a:latin typeface="Times New Roman" panose="02020603050405020304" pitchFamily="18" charset="0"/>
                <a:cs typeface="Times New Roman" panose="02020603050405020304" pitchFamily="18" charset="0"/>
              </a:rPr>
              <a:t>Manager printer</a:t>
            </a:r>
            <a:endParaRPr lang="hu-HU"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597488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blipFill rotWithShape="1">
          <a:blip r:embed="rId3">
            <a:duotone>
              <a:schemeClr val="bg2">
                <a:shade val="69000"/>
                <a:hueMod val="108000"/>
                <a:satMod val="164000"/>
                <a:lumMod val="74000"/>
              </a:schemeClr>
              <a:schemeClr val="bg2">
                <a:tint val="96000"/>
                <a:hueMod val="88000"/>
                <a:satMod val="140000"/>
                <a:lumMod val="132000"/>
              </a:schemeClr>
            </a:duotone>
          </a:blip>
          <a:stretch/>
        </a:blipFill>
        <a:effectLst/>
      </p:bgPr>
    </p:bg>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EB9CD8B1-74C3-48CF-01CE-2C7CCE24EF09}"/>
              </a:ext>
            </a:extLst>
          </p:cNvPr>
          <p:cNvSpPr>
            <a:spLocks noGrp="1"/>
          </p:cNvSpPr>
          <p:nvPr>
            <p:ph type="title"/>
          </p:nvPr>
        </p:nvSpPr>
        <p:spPr>
          <a:xfrm>
            <a:off x="4917815" y="629266"/>
            <a:ext cx="2356370" cy="824630"/>
          </a:xfrm>
        </p:spPr>
        <p:txBody>
          <a:bodyPr>
            <a:normAutofit/>
          </a:bodyPr>
          <a:lstStyle/>
          <a:p>
            <a:r>
              <a:rPr lang="hu-HU" b="1" dirty="0">
                <a:latin typeface="Times New Roman"/>
                <a:cs typeface="Times New Roman"/>
              </a:rPr>
              <a:t>IT Sector</a:t>
            </a:r>
            <a:endParaRPr lang="hu-HU" b="1" dirty="0">
              <a:latin typeface="Times New Roman" panose="02020603050405020304" pitchFamily="18" charset="0"/>
              <a:cs typeface="Times New Roman" panose="02020603050405020304" pitchFamily="18" charset="0"/>
            </a:endParaRPr>
          </a:p>
        </p:txBody>
      </p:sp>
      <p:sp>
        <p:nvSpPr>
          <p:cNvPr id="3" name="Tartalom helye 2">
            <a:extLst>
              <a:ext uri="{FF2B5EF4-FFF2-40B4-BE49-F238E27FC236}">
                <a16:creationId xmlns:a16="http://schemas.microsoft.com/office/drawing/2014/main" id="{06CD59AB-6F63-C1CF-64C4-DE0C90F84913}"/>
              </a:ext>
            </a:extLst>
          </p:cNvPr>
          <p:cNvSpPr>
            <a:spLocks noGrp="1"/>
          </p:cNvSpPr>
          <p:nvPr>
            <p:ph idx="1"/>
          </p:nvPr>
        </p:nvSpPr>
        <p:spPr>
          <a:xfrm>
            <a:off x="6687046" y="2171179"/>
            <a:ext cx="4985468" cy="3643930"/>
          </a:xfrm>
        </p:spPr>
        <p:txBody>
          <a:bodyPr vert="horz" lIns="91440" tIns="45720" rIns="91440" bIns="45720" rtlCol="0" anchor="t">
            <a:noAutofit/>
          </a:bodyPr>
          <a:lstStyle/>
          <a:p>
            <a:r>
              <a:rPr lang="en-US" dirty="0">
                <a:latin typeface="Times New Roman" panose="02020603050405020304" pitchFamily="18" charset="0"/>
                <a:cs typeface="Times New Roman" panose="02020603050405020304" pitchFamily="18" charset="0"/>
              </a:rPr>
              <a:t>In this sector, we used IPv6 addressing.</a:t>
            </a:r>
            <a:endParaRPr lang="hu-HU" dirty="0">
              <a:latin typeface="Times New Roman" panose="02020603050405020304" pitchFamily="18" charset="0"/>
              <a:cs typeface="Times New Roman" panose="02020603050405020304" pitchFamily="18" charset="0"/>
            </a:endParaRPr>
          </a:p>
          <a:p>
            <a:r>
              <a:rPr lang="en-US" dirty="0">
                <a:latin typeface="Times New Roman" panose="02020603050405020304" pitchFamily="18" charset="0"/>
                <a:cs typeface="Times New Roman" panose="02020603050405020304" pitchFamily="18" charset="0"/>
              </a:rPr>
              <a:t>Every machine receives IP addresses statically. </a:t>
            </a:r>
            <a:endParaRPr lang="hu-HU" dirty="0">
              <a:latin typeface="Times New Roman" panose="02020603050405020304" pitchFamily="18" charset="0"/>
              <a:cs typeface="Times New Roman" panose="02020603050405020304" pitchFamily="18" charset="0"/>
            </a:endParaRPr>
          </a:p>
          <a:p>
            <a:r>
              <a:rPr lang="en-US" dirty="0">
                <a:latin typeface="Times New Roman" panose="02020603050405020304" pitchFamily="18" charset="0"/>
                <a:cs typeface="Times New Roman" panose="02020603050405020304" pitchFamily="18" charset="0"/>
              </a:rPr>
              <a:t>The router named "IT" is responsible for this sector. </a:t>
            </a:r>
            <a:endParaRPr lang="hu-HU" dirty="0">
              <a:latin typeface="Times New Roman" panose="02020603050405020304" pitchFamily="18" charset="0"/>
              <a:cs typeface="Times New Roman" panose="02020603050405020304" pitchFamily="18" charset="0"/>
            </a:endParaRPr>
          </a:p>
          <a:p>
            <a:r>
              <a:rPr lang="en-US" dirty="0">
                <a:latin typeface="Times New Roman" panose="02020603050405020304" pitchFamily="18" charset="0"/>
                <a:cs typeface="Times New Roman" panose="02020603050405020304" pitchFamily="18" charset="0"/>
              </a:rPr>
              <a:t>Sector components include: </a:t>
            </a:r>
            <a:endParaRPr lang="hu-HU" dirty="0">
              <a:latin typeface="Times New Roman" panose="02020603050405020304" pitchFamily="18" charset="0"/>
              <a:cs typeface="Times New Roman" panose="02020603050405020304" pitchFamily="18" charset="0"/>
            </a:endParaRPr>
          </a:p>
          <a:p>
            <a:pPr lvl="1"/>
            <a:r>
              <a:rPr lang="en-US" dirty="0">
                <a:latin typeface="Times New Roman" panose="02020603050405020304" pitchFamily="18" charset="0"/>
                <a:cs typeface="Times New Roman" panose="02020603050405020304" pitchFamily="18" charset="0"/>
              </a:rPr>
              <a:t>3 printers </a:t>
            </a:r>
            <a:endParaRPr lang="hu-HU" dirty="0">
              <a:latin typeface="Times New Roman" panose="02020603050405020304" pitchFamily="18" charset="0"/>
              <a:cs typeface="Times New Roman" panose="02020603050405020304" pitchFamily="18" charset="0"/>
            </a:endParaRPr>
          </a:p>
          <a:p>
            <a:pPr lvl="1"/>
            <a:r>
              <a:rPr lang="en-US" dirty="0">
                <a:latin typeface="Times New Roman" panose="02020603050405020304" pitchFamily="18" charset="0"/>
                <a:cs typeface="Times New Roman" panose="02020603050405020304" pitchFamily="18" charset="0"/>
              </a:rPr>
              <a:t>5 computers</a:t>
            </a:r>
            <a:endParaRPr lang="hu-HU" dirty="0">
              <a:latin typeface="Times New Roman" panose="02020603050405020304" pitchFamily="18" charset="0"/>
              <a:cs typeface="Times New Roman" panose="02020603050405020304" pitchFamily="18" charset="0"/>
            </a:endParaRPr>
          </a:p>
          <a:p>
            <a:pPr lvl="1"/>
            <a:r>
              <a:rPr lang="en-US" dirty="0">
                <a:latin typeface="Times New Roman" panose="02020603050405020304" pitchFamily="18" charset="0"/>
                <a:cs typeface="Times New Roman" panose="02020603050405020304" pitchFamily="18" charset="0"/>
              </a:rPr>
              <a:t>1 switch</a:t>
            </a:r>
            <a:endParaRPr lang="hu-HU" dirty="0">
              <a:latin typeface="Times New Roman" panose="02020603050405020304" pitchFamily="18" charset="0"/>
              <a:cs typeface="Times New Roman" panose="02020603050405020304" pitchFamily="18" charset="0"/>
            </a:endParaRPr>
          </a:p>
        </p:txBody>
      </p:sp>
      <p:pic>
        <p:nvPicPr>
          <p:cNvPr id="4" name="Kép 3">
            <a:extLst>
              <a:ext uri="{FF2B5EF4-FFF2-40B4-BE49-F238E27FC236}">
                <a16:creationId xmlns:a16="http://schemas.microsoft.com/office/drawing/2014/main" id="{76CA15BD-D67E-358C-6CB8-E70E19A93036}"/>
              </a:ext>
            </a:extLst>
          </p:cNvPr>
          <p:cNvPicPr>
            <a:picLocks noChangeAspect="1"/>
          </p:cNvPicPr>
          <p:nvPr/>
        </p:nvPicPr>
        <p:blipFill>
          <a:blip r:embed="rId4"/>
          <a:stretch>
            <a:fillRect/>
          </a:stretch>
        </p:blipFill>
        <p:spPr>
          <a:xfrm>
            <a:off x="336828" y="1757554"/>
            <a:ext cx="5502207" cy="4471180"/>
          </a:xfrm>
          <a:prstGeom prst="rect">
            <a:avLst/>
          </a:prstGeom>
        </p:spPr>
      </p:pic>
    </p:spTree>
    <p:extLst>
      <p:ext uri="{BB962C8B-B14F-4D97-AF65-F5344CB8AC3E}">
        <p14:creationId xmlns:p14="http://schemas.microsoft.com/office/powerpoint/2010/main" val="170558561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4AAD3FD-83A5-4B89-9F8F-01B8870865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6DE1AA4F-18C7-6688-E3EB-A18BB8DAA200}"/>
              </a:ext>
            </a:extLst>
          </p:cNvPr>
          <p:cNvSpPr>
            <a:spLocks noGrp="1"/>
          </p:cNvSpPr>
          <p:nvPr>
            <p:ph type="title"/>
          </p:nvPr>
        </p:nvSpPr>
        <p:spPr>
          <a:xfrm>
            <a:off x="648931" y="629266"/>
            <a:ext cx="4166510" cy="1622321"/>
          </a:xfrm>
        </p:spPr>
        <p:txBody>
          <a:bodyPr>
            <a:normAutofit/>
          </a:bodyPr>
          <a:lstStyle/>
          <a:p>
            <a:r>
              <a:rPr lang="hu-HU" b="1" dirty="0">
                <a:solidFill>
                  <a:srgbClr val="EBEBEB"/>
                </a:solidFill>
                <a:latin typeface="Times New Roman"/>
                <a:cs typeface="Times New Roman"/>
              </a:rPr>
              <a:t>Server </a:t>
            </a:r>
            <a:r>
              <a:rPr lang="hu-HU" b="1" dirty="0" err="1">
                <a:solidFill>
                  <a:srgbClr val="EBEBEB"/>
                </a:solidFill>
                <a:latin typeface="Times New Roman"/>
                <a:cs typeface="Times New Roman"/>
              </a:rPr>
              <a:t>room</a:t>
            </a:r>
            <a:endParaRPr lang="hu-HU" b="1" dirty="0">
              <a:solidFill>
                <a:srgbClr val="EBEBEB"/>
              </a:solidFill>
              <a:latin typeface="Times New Roman" panose="02020603050405020304" pitchFamily="18" charset="0"/>
              <a:cs typeface="Times New Roman" panose="02020603050405020304" pitchFamily="18" charset="0"/>
            </a:endParaRPr>
          </a:p>
        </p:txBody>
      </p:sp>
      <p:sp>
        <p:nvSpPr>
          <p:cNvPr id="12" name="Freeform 31">
            <a:extLst>
              <a:ext uri="{FF2B5EF4-FFF2-40B4-BE49-F238E27FC236}">
                <a16:creationId xmlns:a16="http://schemas.microsoft.com/office/drawing/2014/main" id="{61752F1D-FC0F-4103-9584-630E643CCD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94020" y="-1"/>
            <a:ext cx="559472" cy="3709642"/>
          </a:xfrm>
          <a:custGeom>
            <a:avLst/>
            <a:gdLst>
              <a:gd name="connsiteX0" fmla="*/ 0 w 559472"/>
              <a:gd name="connsiteY0" fmla="*/ 0 h 3709642"/>
              <a:gd name="connsiteX1" fmla="*/ 473952 w 559472"/>
              <a:gd name="connsiteY1" fmla="*/ 0 h 3709642"/>
              <a:gd name="connsiteX2" fmla="*/ 485840 w 559472"/>
              <a:gd name="connsiteY2" fmla="*/ 161194 h 3709642"/>
              <a:gd name="connsiteX3" fmla="*/ 523949 w 559472"/>
              <a:gd name="connsiteY3" fmla="*/ 3672197 h 3709642"/>
              <a:gd name="connsiteX4" fmla="*/ 454748 w 559472"/>
              <a:gd name="connsiteY4" fmla="*/ 3709642 h 3709642"/>
              <a:gd name="connsiteX5" fmla="*/ 448224 w 559472"/>
              <a:gd name="connsiteY5" fmla="*/ 3510471 h 3709642"/>
              <a:gd name="connsiteX6" fmla="*/ 443564 w 559472"/>
              <a:gd name="connsiteY6" fmla="*/ 3408563 h 3709642"/>
              <a:gd name="connsiteX7" fmla="*/ 438902 w 559472"/>
              <a:gd name="connsiteY7" fmla="*/ 3304407 h 3709642"/>
              <a:gd name="connsiteX8" fmla="*/ 433941 w 559472"/>
              <a:gd name="connsiteY8" fmla="*/ 3198777 h 3709642"/>
              <a:gd name="connsiteX9" fmla="*/ 427584 w 559472"/>
              <a:gd name="connsiteY9" fmla="*/ 3092510 h 3709642"/>
              <a:gd name="connsiteX10" fmla="*/ 420988 w 559472"/>
              <a:gd name="connsiteY10" fmla="*/ 2984390 h 3709642"/>
              <a:gd name="connsiteX11" fmla="*/ 414330 w 559472"/>
              <a:gd name="connsiteY11" fmla="*/ 2874401 h 3709642"/>
              <a:gd name="connsiteX12" fmla="*/ 406840 w 559472"/>
              <a:gd name="connsiteY12" fmla="*/ 2762980 h 3709642"/>
              <a:gd name="connsiteX13" fmla="*/ 397745 w 559472"/>
              <a:gd name="connsiteY13" fmla="*/ 2650566 h 3709642"/>
              <a:gd name="connsiteX14" fmla="*/ 389154 w 559472"/>
              <a:gd name="connsiteY14" fmla="*/ 2536612 h 3709642"/>
              <a:gd name="connsiteX15" fmla="*/ 379225 w 559472"/>
              <a:gd name="connsiteY15" fmla="*/ 2421642 h 3709642"/>
              <a:gd name="connsiteX16" fmla="*/ 368316 w 559472"/>
              <a:gd name="connsiteY16" fmla="*/ 2305627 h 3709642"/>
              <a:gd name="connsiteX17" fmla="*/ 357466 w 559472"/>
              <a:gd name="connsiteY17" fmla="*/ 2189233 h 3709642"/>
              <a:gd name="connsiteX18" fmla="*/ 344982 w 559472"/>
              <a:gd name="connsiteY18" fmla="*/ 2071473 h 3709642"/>
              <a:gd name="connsiteX19" fmla="*/ 332466 w 559472"/>
              <a:gd name="connsiteY19" fmla="*/ 1952216 h 3709642"/>
              <a:gd name="connsiteX20" fmla="*/ 319121 w 559472"/>
              <a:gd name="connsiteY20" fmla="*/ 1833776 h 3709642"/>
              <a:gd name="connsiteX21" fmla="*/ 304408 w 559472"/>
              <a:gd name="connsiteY21" fmla="*/ 1713948 h 3709642"/>
              <a:gd name="connsiteX22" fmla="*/ 288685 w 559472"/>
              <a:gd name="connsiteY22" fmla="*/ 1592703 h 3709642"/>
              <a:gd name="connsiteX23" fmla="*/ 273050 w 559472"/>
              <a:gd name="connsiteY23" fmla="*/ 1471451 h 3709642"/>
              <a:gd name="connsiteX24" fmla="*/ 255813 w 559472"/>
              <a:gd name="connsiteY24" fmla="*/ 1350328 h 3709642"/>
              <a:gd name="connsiteX25" fmla="*/ 237060 w 559472"/>
              <a:gd name="connsiteY25" fmla="*/ 1227080 h 3709642"/>
              <a:gd name="connsiteX26" fmla="*/ 218488 w 559472"/>
              <a:gd name="connsiteY26" fmla="*/ 1106065 h 3709642"/>
              <a:gd name="connsiteX27" fmla="*/ 198221 w 559472"/>
              <a:gd name="connsiteY27" fmla="*/ 982940 h 3709642"/>
              <a:gd name="connsiteX28" fmla="*/ 177152 w 559472"/>
              <a:gd name="connsiteY28" fmla="*/ 858755 h 3709642"/>
              <a:gd name="connsiteX29" fmla="*/ 155551 w 559472"/>
              <a:gd name="connsiteY29" fmla="*/ 736861 h 3709642"/>
              <a:gd name="connsiteX30" fmla="*/ 131782 w 559472"/>
              <a:gd name="connsiteY30" fmla="*/ 613645 h 3709642"/>
              <a:gd name="connsiteX31" fmla="*/ 107123 w 559472"/>
              <a:gd name="connsiteY31" fmla="*/ 490500 h 3709642"/>
              <a:gd name="connsiteX32" fmla="*/ 82552 w 559472"/>
              <a:gd name="connsiteY32" fmla="*/ 367348 h 3709642"/>
              <a:gd name="connsiteX33" fmla="*/ 55608 w 559472"/>
              <a:gd name="connsiteY33" fmla="*/ 244762 h 3709642"/>
              <a:gd name="connsiteX34" fmla="*/ 28130 w 559472"/>
              <a:gd name="connsiteY34" fmla="*/ 122220 h 3709642"/>
              <a:gd name="connsiteX35" fmla="*/ 0 w 559472"/>
              <a:gd name="connsiteY35" fmla="*/ 0 h 37096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59472" h="3709642">
                <a:moveTo>
                  <a:pt x="0" y="0"/>
                </a:moveTo>
                <a:lnTo>
                  <a:pt x="473952" y="0"/>
                </a:lnTo>
                <a:lnTo>
                  <a:pt x="485840" y="161194"/>
                </a:lnTo>
                <a:cubicBezTo>
                  <a:pt x="552063" y="1147770"/>
                  <a:pt x="592441" y="3086737"/>
                  <a:pt x="523949" y="3672197"/>
                </a:cubicBezTo>
                <a:cubicBezTo>
                  <a:pt x="500842" y="3684557"/>
                  <a:pt x="477855" y="3697282"/>
                  <a:pt x="454748" y="3709642"/>
                </a:cubicBezTo>
                <a:lnTo>
                  <a:pt x="448224" y="3510471"/>
                </a:lnTo>
                <a:lnTo>
                  <a:pt x="443564" y="3408563"/>
                </a:lnTo>
                <a:lnTo>
                  <a:pt x="438902" y="3304407"/>
                </a:lnTo>
                <a:lnTo>
                  <a:pt x="433941" y="3198777"/>
                </a:lnTo>
                <a:lnTo>
                  <a:pt x="427584" y="3092510"/>
                </a:lnTo>
                <a:lnTo>
                  <a:pt x="420988" y="2984390"/>
                </a:lnTo>
                <a:lnTo>
                  <a:pt x="414330" y="2874401"/>
                </a:lnTo>
                <a:lnTo>
                  <a:pt x="406840" y="2762980"/>
                </a:lnTo>
                <a:lnTo>
                  <a:pt x="397745" y="2650566"/>
                </a:lnTo>
                <a:lnTo>
                  <a:pt x="389154" y="2536612"/>
                </a:lnTo>
                <a:lnTo>
                  <a:pt x="379225" y="2421642"/>
                </a:lnTo>
                <a:lnTo>
                  <a:pt x="368316" y="2305627"/>
                </a:lnTo>
                <a:lnTo>
                  <a:pt x="357466" y="2189233"/>
                </a:lnTo>
                <a:lnTo>
                  <a:pt x="344982" y="2071473"/>
                </a:lnTo>
                <a:lnTo>
                  <a:pt x="332466" y="1952216"/>
                </a:lnTo>
                <a:lnTo>
                  <a:pt x="319121" y="1833776"/>
                </a:lnTo>
                <a:lnTo>
                  <a:pt x="304408" y="1713948"/>
                </a:lnTo>
                <a:lnTo>
                  <a:pt x="288685" y="1592703"/>
                </a:lnTo>
                <a:lnTo>
                  <a:pt x="273050" y="1471451"/>
                </a:lnTo>
                <a:lnTo>
                  <a:pt x="255813" y="1350328"/>
                </a:lnTo>
                <a:lnTo>
                  <a:pt x="237060" y="1227080"/>
                </a:lnTo>
                <a:lnTo>
                  <a:pt x="218488" y="1106065"/>
                </a:lnTo>
                <a:lnTo>
                  <a:pt x="198221" y="982940"/>
                </a:lnTo>
                <a:lnTo>
                  <a:pt x="177152" y="858755"/>
                </a:lnTo>
                <a:lnTo>
                  <a:pt x="155551" y="736861"/>
                </a:lnTo>
                <a:lnTo>
                  <a:pt x="131782" y="613645"/>
                </a:lnTo>
                <a:lnTo>
                  <a:pt x="107123" y="490500"/>
                </a:lnTo>
                <a:lnTo>
                  <a:pt x="82552" y="367348"/>
                </a:lnTo>
                <a:lnTo>
                  <a:pt x="55608" y="244762"/>
                </a:lnTo>
                <a:lnTo>
                  <a:pt x="28130" y="122220"/>
                </a:lnTo>
                <a:lnTo>
                  <a:pt x="0" y="0"/>
                </a:lnTo>
                <a:close/>
              </a:path>
            </a:pathLst>
          </a:custGeom>
          <a:solidFill>
            <a:schemeClr val="bg1">
              <a:alpha val="20000"/>
            </a:schemeClr>
          </a:solidFill>
          <a:ln>
            <a:noFill/>
          </a:ln>
        </p:spPr>
        <p:txBody>
          <a:bodyPr rtlCol="0" anchor="ctr"/>
          <a:lstStyle/>
          <a:p>
            <a:pPr algn="ctr"/>
            <a:endParaRPr lang="en-US"/>
          </a:p>
        </p:txBody>
      </p:sp>
      <p:sp useBgFill="1">
        <p:nvSpPr>
          <p:cNvPr id="14" name="Freeform: Shape 13">
            <a:extLst>
              <a:ext uri="{FF2B5EF4-FFF2-40B4-BE49-F238E27FC236}">
                <a16:creationId xmlns:a16="http://schemas.microsoft.com/office/drawing/2014/main" id="{70151CB7-E7DE-4917-B831-01DF9CE013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
          <a:xfrm rot="16200000">
            <a:off x="5270819" y="-63600"/>
            <a:ext cx="6858001" cy="6985200"/>
          </a:xfrm>
          <a:custGeom>
            <a:avLst/>
            <a:gdLst>
              <a:gd name="connsiteX0" fmla="*/ 6858001 w 6858001"/>
              <a:gd name="connsiteY0" fmla="*/ 1177 h 6985200"/>
              <a:gd name="connsiteX1" fmla="*/ 6858001 w 6858001"/>
              <a:gd name="connsiteY1" fmla="*/ 1344715 h 6985200"/>
              <a:gd name="connsiteX2" fmla="*/ 6858000 w 6858001"/>
              <a:gd name="connsiteY2" fmla="*/ 1344715 h 6985200"/>
              <a:gd name="connsiteX3" fmla="*/ 6858000 w 6858001"/>
              <a:gd name="connsiteY3" fmla="*/ 6985200 h 6985200"/>
              <a:gd name="connsiteX4" fmla="*/ 0 w 6858001"/>
              <a:gd name="connsiteY4" fmla="*/ 6985199 h 6985200"/>
              <a:gd name="connsiteX5" fmla="*/ 0 w 6858001"/>
              <a:gd name="connsiteY5" fmla="*/ 886772 h 6985200"/>
              <a:gd name="connsiteX6" fmla="*/ 1 w 6858001"/>
              <a:gd name="connsiteY6" fmla="*/ 886772 h 6985200"/>
              <a:gd name="connsiteX7" fmla="*/ 1 w 6858001"/>
              <a:gd name="connsiteY7" fmla="*/ 0 h 6985200"/>
              <a:gd name="connsiteX8" fmla="*/ 40463 w 6858001"/>
              <a:gd name="connsiteY8" fmla="*/ 5883 h 6985200"/>
              <a:gd name="connsiteX9" fmla="*/ 159107 w 6858001"/>
              <a:gd name="connsiteY9" fmla="*/ 23196 h 6985200"/>
              <a:gd name="connsiteX10" fmla="*/ 245518 w 6858001"/>
              <a:gd name="connsiteY10" fmla="*/ 35299 h 6985200"/>
              <a:gd name="connsiteX11" fmla="*/ 348388 w 6858001"/>
              <a:gd name="connsiteY11" fmla="*/ 48073 h 6985200"/>
              <a:gd name="connsiteX12" fmla="*/ 470460 w 6858001"/>
              <a:gd name="connsiteY12" fmla="*/ 63369 h 6985200"/>
              <a:gd name="connsiteX13" fmla="*/ 605563 w 6858001"/>
              <a:gd name="connsiteY13" fmla="*/ 79506 h 6985200"/>
              <a:gd name="connsiteX14" fmla="*/ 757810 w 6858001"/>
              <a:gd name="connsiteY14" fmla="*/ 96483 h 6985200"/>
              <a:gd name="connsiteX15" fmla="*/ 923774 w 6858001"/>
              <a:gd name="connsiteY15" fmla="*/ 114469 h 6985200"/>
              <a:gd name="connsiteX16" fmla="*/ 1104139 w 6858001"/>
              <a:gd name="connsiteY16" fmla="*/ 132454 h 6985200"/>
              <a:gd name="connsiteX17" fmla="*/ 1296163 w 6858001"/>
              <a:gd name="connsiteY17" fmla="*/ 150776 h 6985200"/>
              <a:gd name="connsiteX18" fmla="*/ 1503275 w 6858001"/>
              <a:gd name="connsiteY18" fmla="*/ 167753 h 6985200"/>
              <a:gd name="connsiteX19" fmla="*/ 1719988 w 6858001"/>
              <a:gd name="connsiteY19" fmla="*/ 184058 h 6985200"/>
              <a:gd name="connsiteX20" fmla="*/ 1949045 w 6858001"/>
              <a:gd name="connsiteY20" fmla="*/ 198849 h 6985200"/>
              <a:gd name="connsiteX21" fmla="*/ 2187703 w 6858001"/>
              <a:gd name="connsiteY21" fmla="*/ 212969 h 6985200"/>
              <a:gd name="connsiteX22" fmla="*/ 2436649 w 6858001"/>
              <a:gd name="connsiteY22" fmla="*/ 226248 h 6985200"/>
              <a:gd name="connsiteX23" fmla="*/ 2564208 w 6858001"/>
              <a:gd name="connsiteY23" fmla="*/ 230955 h 6985200"/>
              <a:gd name="connsiteX24" fmla="*/ 2694509 w 6858001"/>
              <a:gd name="connsiteY24" fmla="*/ 236165 h 6985200"/>
              <a:gd name="connsiteX25" fmla="*/ 2826869 w 6858001"/>
              <a:gd name="connsiteY25" fmla="*/ 241040 h 6985200"/>
              <a:gd name="connsiteX26" fmla="*/ 2959914 w 6858001"/>
              <a:gd name="connsiteY26" fmla="*/ 244234 h 6985200"/>
              <a:gd name="connsiteX27" fmla="*/ 3095702 w 6858001"/>
              <a:gd name="connsiteY27" fmla="*/ 247091 h 6985200"/>
              <a:gd name="connsiteX28" fmla="*/ 3232862 w 6858001"/>
              <a:gd name="connsiteY28" fmla="*/ 250117 h 6985200"/>
              <a:gd name="connsiteX29" fmla="*/ 3372766 w 6858001"/>
              <a:gd name="connsiteY29" fmla="*/ 252134 h 6985200"/>
              <a:gd name="connsiteX30" fmla="*/ 3514040 w 6858001"/>
              <a:gd name="connsiteY30" fmla="*/ 252134 h 6985200"/>
              <a:gd name="connsiteX31" fmla="*/ 3656686 w 6858001"/>
              <a:gd name="connsiteY31" fmla="*/ 253142 h 6985200"/>
              <a:gd name="connsiteX32" fmla="*/ 3800705 w 6858001"/>
              <a:gd name="connsiteY32" fmla="*/ 252134 h 6985200"/>
              <a:gd name="connsiteX33" fmla="*/ 3946780 w 6858001"/>
              <a:gd name="connsiteY33" fmla="*/ 250117 h 6985200"/>
              <a:gd name="connsiteX34" fmla="*/ 4092856 w 6858001"/>
              <a:gd name="connsiteY34" fmla="*/ 248268 h 6985200"/>
              <a:gd name="connsiteX35" fmla="*/ 4240988 w 6858001"/>
              <a:gd name="connsiteY35" fmla="*/ 244234 h 6985200"/>
              <a:gd name="connsiteX36" fmla="*/ 4390492 w 6858001"/>
              <a:gd name="connsiteY36" fmla="*/ 240032 h 6985200"/>
              <a:gd name="connsiteX37" fmla="*/ 4539997 w 6858001"/>
              <a:gd name="connsiteY37" fmla="*/ 235157 h 6985200"/>
              <a:gd name="connsiteX38" fmla="*/ 4690873 w 6858001"/>
              <a:gd name="connsiteY38" fmla="*/ 228266 h 6985200"/>
              <a:gd name="connsiteX39" fmla="*/ 4843120 w 6858001"/>
              <a:gd name="connsiteY39" fmla="*/ 220029 h 6985200"/>
              <a:gd name="connsiteX40" fmla="*/ 4996054 w 6858001"/>
              <a:gd name="connsiteY40" fmla="*/ 212129 h 6985200"/>
              <a:gd name="connsiteX41" fmla="*/ 5148987 w 6858001"/>
              <a:gd name="connsiteY41" fmla="*/ 202044 h 6985200"/>
              <a:gd name="connsiteX42" fmla="*/ 5303978 w 6858001"/>
              <a:gd name="connsiteY42" fmla="*/ 189941 h 6985200"/>
              <a:gd name="connsiteX43" fmla="*/ 5456911 w 6858001"/>
              <a:gd name="connsiteY43" fmla="*/ 177839 h 6985200"/>
              <a:gd name="connsiteX44" fmla="*/ 5612588 w 6858001"/>
              <a:gd name="connsiteY44" fmla="*/ 163887 h 6985200"/>
              <a:gd name="connsiteX45" fmla="*/ 5768950 w 6858001"/>
              <a:gd name="connsiteY45" fmla="*/ 148591 h 6985200"/>
              <a:gd name="connsiteX46" fmla="*/ 5923255 w 6858001"/>
              <a:gd name="connsiteY46" fmla="*/ 132455 h 6985200"/>
              <a:gd name="connsiteX47" fmla="*/ 6079618 w 6858001"/>
              <a:gd name="connsiteY47" fmla="*/ 113629 h 6985200"/>
              <a:gd name="connsiteX48" fmla="*/ 6235294 w 6858001"/>
              <a:gd name="connsiteY48" fmla="*/ 93458 h 6985200"/>
              <a:gd name="connsiteX49" fmla="*/ 6391657 w 6858001"/>
              <a:gd name="connsiteY49" fmla="*/ 73455 h 6985200"/>
              <a:gd name="connsiteX50" fmla="*/ 6547333 w 6858001"/>
              <a:gd name="connsiteY50" fmla="*/ 50091 h 6985200"/>
              <a:gd name="connsiteX51" fmla="*/ 6702324 w 6858001"/>
              <a:gd name="connsiteY51" fmla="*/ 26222 h 6985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6858001" h="6985200">
                <a:moveTo>
                  <a:pt x="6858001" y="1177"/>
                </a:moveTo>
                <a:lnTo>
                  <a:pt x="6858001" y="1344715"/>
                </a:lnTo>
                <a:lnTo>
                  <a:pt x="6858000" y="1344715"/>
                </a:lnTo>
                <a:lnTo>
                  <a:pt x="6858000" y="6985200"/>
                </a:lnTo>
                <a:lnTo>
                  <a:pt x="0" y="6985199"/>
                </a:lnTo>
                <a:lnTo>
                  <a:pt x="0" y="886772"/>
                </a:lnTo>
                <a:lnTo>
                  <a:pt x="1" y="886772"/>
                </a:lnTo>
                <a:lnTo>
                  <a:pt x="1" y="0"/>
                </a:lnTo>
                <a:lnTo>
                  <a:pt x="40463" y="5883"/>
                </a:lnTo>
                <a:lnTo>
                  <a:pt x="159107" y="23196"/>
                </a:lnTo>
                <a:lnTo>
                  <a:pt x="245518" y="35299"/>
                </a:lnTo>
                <a:lnTo>
                  <a:pt x="348388" y="48073"/>
                </a:lnTo>
                <a:lnTo>
                  <a:pt x="470460" y="63369"/>
                </a:lnTo>
                <a:lnTo>
                  <a:pt x="605563" y="79506"/>
                </a:lnTo>
                <a:lnTo>
                  <a:pt x="757810" y="96483"/>
                </a:lnTo>
                <a:lnTo>
                  <a:pt x="923774" y="114469"/>
                </a:lnTo>
                <a:lnTo>
                  <a:pt x="1104139" y="132454"/>
                </a:lnTo>
                <a:lnTo>
                  <a:pt x="1296163" y="150776"/>
                </a:lnTo>
                <a:lnTo>
                  <a:pt x="1503275" y="167753"/>
                </a:lnTo>
                <a:lnTo>
                  <a:pt x="1719988" y="184058"/>
                </a:lnTo>
                <a:lnTo>
                  <a:pt x="1949045" y="198849"/>
                </a:lnTo>
                <a:lnTo>
                  <a:pt x="2187703" y="212969"/>
                </a:lnTo>
                <a:lnTo>
                  <a:pt x="2436649" y="226248"/>
                </a:lnTo>
                <a:lnTo>
                  <a:pt x="2564208" y="230955"/>
                </a:lnTo>
                <a:lnTo>
                  <a:pt x="2694509" y="236165"/>
                </a:lnTo>
                <a:lnTo>
                  <a:pt x="2826869" y="241040"/>
                </a:lnTo>
                <a:lnTo>
                  <a:pt x="2959914" y="244234"/>
                </a:lnTo>
                <a:lnTo>
                  <a:pt x="3095702" y="247091"/>
                </a:lnTo>
                <a:lnTo>
                  <a:pt x="3232862" y="250117"/>
                </a:lnTo>
                <a:lnTo>
                  <a:pt x="3372766" y="252134"/>
                </a:lnTo>
                <a:lnTo>
                  <a:pt x="3514040" y="252134"/>
                </a:lnTo>
                <a:lnTo>
                  <a:pt x="3656686" y="253142"/>
                </a:lnTo>
                <a:lnTo>
                  <a:pt x="3800705" y="252134"/>
                </a:lnTo>
                <a:lnTo>
                  <a:pt x="3946780" y="250117"/>
                </a:lnTo>
                <a:lnTo>
                  <a:pt x="4092856" y="248268"/>
                </a:lnTo>
                <a:lnTo>
                  <a:pt x="4240988" y="244234"/>
                </a:lnTo>
                <a:lnTo>
                  <a:pt x="4390492" y="240032"/>
                </a:lnTo>
                <a:lnTo>
                  <a:pt x="4539997" y="235157"/>
                </a:lnTo>
                <a:lnTo>
                  <a:pt x="4690873" y="228266"/>
                </a:lnTo>
                <a:lnTo>
                  <a:pt x="4843120" y="220029"/>
                </a:lnTo>
                <a:lnTo>
                  <a:pt x="4996054" y="212129"/>
                </a:lnTo>
                <a:lnTo>
                  <a:pt x="5148987" y="202044"/>
                </a:lnTo>
                <a:lnTo>
                  <a:pt x="5303978" y="189941"/>
                </a:lnTo>
                <a:lnTo>
                  <a:pt x="5456911" y="177839"/>
                </a:lnTo>
                <a:lnTo>
                  <a:pt x="5612588" y="163887"/>
                </a:lnTo>
                <a:lnTo>
                  <a:pt x="5768950" y="148591"/>
                </a:lnTo>
                <a:lnTo>
                  <a:pt x="5923255" y="132455"/>
                </a:lnTo>
                <a:lnTo>
                  <a:pt x="6079618" y="113629"/>
                </a:lnTo>
                <a:lnTo>
                  <a:pt x="6235294" y="93458"/>
                </a:lnTo>
                <a:lnTo>
                  <a:pt x="6391657" y="73455"/>
                </a:lnTo>
                <a:lnTo>
                  <a:pt x="6547333" y="50091"/>
                </a:lnTo>
                <a:lnTo>
                  <a:pt x="6702324" y="26222"/>
                </a:lnTo>
                <a:close/>
              </a:path>
            </a:pathLst>
          </a:custGeom>
          <a:ln>
            <a:noFill/>
          </a:ln>
        </p:spPr>
        <p:txBody>
          <a:bodyPr/>
          <a:lstStyle/>
          <a:p>
            <a:endParaRPr lang="hu-HU"/>
          </a:p>
        </p:txBody>
      </p:sp>
      <p:sp>
        <p:nvSpPr>
          <p:cNvPr id="16" name="Rectangle 15">
            <a:extLst>
              <a:ext uri="{FF2B5EF4-FFF2-40B4-BE49-F238E27FC236}">
                <a16:creationId xmlns:a16="http://schemas.microsoft.com/office/drawing/2014/main" id="{A92A1116-1C84-41DF-B803-1F7B0883EC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42448"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hu-HU"/>
          </a:p>
        </p:txBody>
      </p:sp>
      <p:sp>
        <p:nvSpPr>
          <p:cNvPr id="3" name="Tartalom helye 2">
            <a:extLst>
              <a:ext uri="{FF2B5EF4-FFF2-40B4-BE49-F238E27FC236}">
                <a16:creationId xmlns:a16="http://schemas.microsoft.com/office/drawing/2014/main" id="{357738CE-763E-CF06-54AD-01CC4FEB2144}"/>
              </a:ext>
            </a:extLst>
          </p:cNvPr>
          <p:cNvSpPr>
            <a:spLocks noGrp="1"/>
          </p:cNvSpPr>
          <p:nvPr>
            <p:ph idx="1"/>
          </p:nvPr>
        </p:nvSpPr>
        <p:spPr>
          <a:xfrm>
            <a:off x="648932" y="1854820"/>
            <a:ext cx="4166509" cy="4759340"/>
          </a:xfrm>
        </p:spPr>
        <p:txBody>
          <a:bodyPr>
            <a:noAutofit/>
          </a:bodyPr>
          <a:lstStyle/>
          <a:p>
            <a:r>
              <a:rPr lang="en-US" dirty="0">
                <a:solidFill>
                  <a:srgbClr val="EBEBEB"/>
                </a:solidFill>
                <a:latin typeface="Times New Roman" panose="02020603050405020304" pitchFamily="18" charset="0"/>
                <a:cs typeface="Times New Roman" panose="02020603050405020304" pitchFamily="18" charset="0"/>
              </a:rPr>
              <a:t>This is the network's server room</a:t>
            </a:r>
            <a:r>
              <a:rPr lang="hu-HU" dirty="0">
                <a:solidFill>
                  <a:srgbClr val="EBEBEB"/>
                </a:solidFill>
                <a:latin typeface="Times New Roman" panose="02020603050405020304" pitchFamily="18" charset="0"/>
                <a:cs typeface="Times New Roman" panose="02020603050405020304" pitchFamily="18" charset="0"/>
              </a:rPr>
              <a:t>.</a:t>
            </a:r>
            <a:endParaRPr lang="en-US" dirty="0">
              <a:solidFill>
                <a:srgbClr val="EBEBEB"/>
              </a:solidFill>
              <a:latin typeface="Times New Roman" panose="02020603050405020304" pitchFamily="18" charset="0"/>
              <a:cs typeface="Times New Roman" panose="02020603050405020304" pitchFamily="18" charset="0"/>
            </a:endParaRPr>
          </a:p>
          <a:p>
            <a:r>
              <a:rPr lang="en-US" dirty="0">
                <a:solidFill>
                  <a:srgbClr val="EBEBEB"/>
                </a:solidFill>
                <a:latin typeface="Times New Roman" panose="02020603050405020304" pitchFamily="18" charset="0"/>
                <a:cs typeface="Times New Roman" panose="02020603050405020304" pitchFamily="18" charset="0"/>
              </a:rPr>
              <a:t>4 servers are located here:</a:t>
            </a:r>
          </a:p>
          <a:p>
            <a:pPr lvl="1"/>
            <a:r>
              <a:rPr lang="en-US" sz="2000" dirty="0">
                <a:solidFill>
                  <a:srgbClr val="EBEBEB"/>
                </a:solidFill>
                <a:latin typeface="Times New Roman" panose="02020603050405020304" pitchFamily="18" charset="0"/>
                <a:cs typeface="Times New Roman" panose="02020603050405020304" pitchFamily="18" charset="0"/>
              </a:rPr>
              <a:t>WEB: hosts our team's website</a:t>
            </a:r>
          </a:p>
          <a:p>
            <a:pPr lvl="1"/>
            <a:r>
              <a:rPr lang="en-US" sz="2000" dirty="0">
                <a:solidFill>
                  <a:srgbClr val="EBEBEB"/>
                </a:solidFill>
                <a:latin typeface="Times New Roman" panose="02020603050405020304" pitchFamily="18" charset="0"/>
                <a:cs typeface="Times New Roman" panose="02020603050405020304" pitchFamily="18" charset="0"/>
              </a:rPr>
              <a:t>DHCP: server dynamically distributes IP addresses to devices</a:t>
            </a:r>
          </a:p>
          <a:p>
            <a:pPr lvl="1"/>
            <a:r>
              <a:rPr lang="en-US" sz="2000" dirty="0">
                <a:solidFill>
                  <a:srgbClr val="EBEBEB"/>
                </a:solidFill>
                <a:latin typeface="Times New Roman" panose="02020603050405020304" pitchFamily="18" charset="0"/>
                <a:cs typeface="Times New Roman" panose="02020603050405020304" pitchFamily="18" charset="0"/>
              </a:rPr>
              <a:t>FTP: network device configurations are backed up on this server</a:t>
            </a:r>
          </a:p>
          <a:p>
            <a:pPr lvl="1"/>
            <a:r>
              <a:rPr lang="en-US" sz="2000" dirty="0">
                <a:solidFill>
                  <a:srgbClr val="EBEBEB"/>
                </a:solidFill>
                <a:latin typeface="Times New Roman" panose="02020603050405020304" pitchFamily="18" charset="0"/>
                <a:cs typeface="Times New Roman" panose="02020603050405020304" pitchFamily="18" charset="0"/>
              </a:rPr>
              <a:t>DNS: translates domain names to IP addresses and vice versa</a:t>
            </a:r>
          </a:p>
        </p:txBody>
      </p:sp>
      <p:pic>
        <p:nvPicPr>
          <p:cNvPr id="5" name="Kép 4" descr="A képen szöveg, diagram, képernyőkép, sor látható  Előfordulhat, hogy a mesterséges intelligencia által létrehozott tartalom helytelen.">
            <a:extLst>
              <a:ext uri="{FF2B5EF4-FFF2-40B4-BE49-F238E27FC236}">
                <a16:creationId xmlns:a16="http://schemas.microsoft.com/office/drawing/2014/main" id="{B3F07A15-8D63-37BF-A21B-4EB44C8EB85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99818" y="1671749"/>
            <a:ext cx="6200001" cy="3514501"/>
          </a:xfrm>
          <a:prstGeom prst="rect">
            <a:avLst/>
          </a:prstGeom>
        </p:spPr>
      </p:pic>
    </p:spTree>
    <p:extLst>
      <p:ext uri="{BB962C8B-B14F-4D97-AF65-F5344CB8AC3E}">
        <p14:creationId xmlns:p14="http://schemas.microsoft.com/office/powerpoint/2010/main" val="292292407"/>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4" name="Rectangle 33">
            <a:extLst>
              <a:ext uri="{FF2B5EF4-FFF2-40B4-BE49-F238E27FC236}">
                <a16:creationId xmlns:a16="http://schemas.microsoft.com/office/drawing/2014/main" id="{B4AAD3FD-83A5-4B89-9F8F-01B8870865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5F89E10A-42A5-B321-5715-010BEF21ED58}"/>
              </a:ext>
            </a:extLst>
          </p:cNvPr>
          <p:cNvSpPr>
            <a:spLocks noGrp="1"/>
          </p:cNvSpPr>
          <p:nvPr>
            <p:ph type="title"/>
          </p:nvPr>
        </p:nvSpPr>
        <p:spPr>
          <a:xfrm>
            <a:off x="682448" y="484775"/>
            <a:ext cx="4706182" cy="1622321"/>
          </a:xfrm>
        </p:spPr>
        <p:txBody>
          <a:bodyPr>
            <a:normAutofit/>
          </a:bodyPr>
          <a:lstStyle/>
          <a:p>
            <a:r>
              <a:rPr lang="hu-HU" b="1" dirty="0" err="1">
                <a:solidFill>
                  <a:srgbClr val="EBEBEB"/>
                </a:solidFill>
                <a:latin typeface="Times New Roman"/>
                <a:cs typeface="Times New Roman"/>
              </a:rPr>
              <a:t>Secretaries</a:t>
            </a:r>
            <a:r>
              <a:rPr lang="hu-HU" b="1" dirty="0">
                <a:solidFill>
                  <a:srgbClr val="EBEBEB"/>
                </a:solidFill>
                <a:latin typeface="Times New Roman"/>
                <a:cs typeface="Times New Roman"/>
              </a:rPr>
              <a:t> </a:t>
            </a:r>
            <a:br>
              <a:rPr lang="hu-HU" b="1" dirty="0">
                <a:solidFill>
                  <a:srgbClr val="EBEBEB"/>
                </a:solidFill>
                <a:latin typeface="Times New Roman"/>
                <a:cs typeface="Times New Roman"/>
              </a:rPr>
            </a:br>
            <a:r>
              <a:rPr lang="hu-HU" b="1" dirty="0">
                <a:solidFill>
                  <a:srgbClr val="EBEBEB"/>
                </a:solidFill>
                <a:latin typeface="Times New Roman"/>
                <a:cs typeface="Times New Roman"/>
              </a:rPr>
              <a:t>Office</a:t>
            </a:r>
          </a:p>
        </p:txBody>
      </p:sp>
      <p:sp>
        <p:nvSpPr>
          <p:cNvPr id="36" name="Freeform 31">
            <a:extLst>
              <a:ext uri="{FF2B5EF4-FFF2-40B4-BE49-F238E27FC236}">
                <a16:creationId xmlns:a16="http://schemas.microsoft.com/office/drawing/2014/main" id="{61752F1D-FC0F-4103-9584-630E643CCD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94020" y="-1"/>
            <a:ext cx="559472" cy="3709642"/>
          </a:xfrm>
          <a:custGeom>
            <a:avLst/>
            <a:gdLst>
              <a:gd name="connsiteX0" fmla="*/ 0 w 559472"/>
              <a:gd name="connsiteY0" fmla="*/ 0 h 3709642"/>
              <a:gd name="connsiteX1" fmla="*/ 473952 w 559472"/>
              <a:gd name="connsiteY1" fmla="*/ 0 h 3709642"/>
              <a:gd name="connsiteX2" fmla="*/ 485840 w 559472"/>
              <a:gd name="connsiteY2" fmla="*/ 161194 h 3709642"/>
              <a:gd name="connsiteX3" fmla="*/ 523949 w 559472"/>
              <a:gd name="connsiteY3" fmla="*/ 3672197 h 3709642"/>
              <a:gd name="connsiteX4" fmla="*/ 454748 w 559472"/>
              <a:gd name="connsiteY4" fmla="*/ 3709642 h 3709642"/>
              <a:gd name="connsiteX5" fmla="*/ 448224 w 559472"/>
              <a:gd name="connsiteY5" fmla="*/ 3510471 h 3709642"/>
              <a:gd name="connsiteX6" fmla="*/ 443564 w 559472"/>
              <a:gd name="connsiteY6" fmla="*/ 3408563 h 3709642"/>
              <a:gd name="connsiteX7" fmla="*/ 438902 w 559472"/>
              <a:gd name="connsiteY7" fmla="*/ 3304407 h 3709642"/>
              <a:gd name="connsiteX8" fmla="*/ 433941 w 559472"/>
              <a:gd name="connsiteY8" fmla="*/ 3198777 h 3709642"/>
              <a:gd name="connsiteX9" fmla="*/ 427584 w 559472"/>
              <a:gd name="connsiteY9" fmla="*/ 3092510 h 3709642"/>
              <a:gd name="connsiteX10" fmla="*/ 420988 w 559472"/>
              <a:gd name="connsiteY10" fmla="*/ 2984390 h 3709642"/>
              <a:gd name="connsiteX11" fmla="*/ 414330 w 559472"/>
              <a:gd name="connsiteY11" fmla="*/ 2874401 h 3709642"/>
              <a:gd name="connsiteX12" fmla="*/ 406840 w 559472"/>
              <a:gd name="connsiteY12" fmla="*/ 2762980 h 3709642"/>
              <a:gd name="connsiteX13" fmla="*/ 397745 w 559472"/>
              <a:gd name="connsiteY13" fmla="*/ 2650566 h 3709642"/>
              <a:gd name="connsiteX14" fmla="*/ 389154 w 559472"/>
              <a:gd name="connsiteY14" fmla="*/ 2536612 h 3709642"/>
              <a:gd name="connsiteX15" fmla="*/ 379225 w 559472"/>
              <a:gd name="connsiteY15" fmla="*/ 2421642 h 3709642"/>
              <a:gd name="connsiteX16" fmla="*/ 368316 w 559472"/>
              <a:gd name="connsiteY16" fmla="*/ 2305627 h 3709642"/>
              <a:gd name="connsiteX17" fmla="*/ 357466 w 559472"/>
              <a:gd name="connsiteY17" fmla="*/ 2189233 h 3709642"/>
              <a:gd name="connsiteX18" fmla="*/ 344982 w 559472"/>
              <a:gd name="connsiteY18" fmla="*/ 2071473 h 3709642"/>
              <a:gd name="connsiteX19" fmla="*/ 332466 w 559472"/>
              <a:gd name="connsiteY19" fmla="*/ 1952216 h 3709642"/>
              <a:gd name="connsiteX20" fmla="*/ 319121 w 559472"/>
              <a:gd name="connsiteY20" fmla="*/ 1833776 h 3709642"/>
              <a:gd name="connsiteX21" fmla="*/ 304408 w 559472"/>
              <a:gd name="connsiteY21" fmla="*/ 1713948 h 3709642"/>
              <a:gd name="connsiteX22" fmla="*/ 288685 w 559472"/>
              <a:gd name="connsiteY22" fmla="*/ 1592703 h 3709642"/>
              <a:gd name="connsiteX23" fmla="*/ 273050 w 559472"/>
              <a:gd name="connsiteY23" fmla="*/ 1471451 h 3709642"/>
              <a:gd name="connsiteX24" fmla="*/ 255813 w 559472"/>
              <a:gd name="connsiteY24" fmla="*/ 1350328 h 3709642"/>
              <a:gd name="connsiteX25" fmla="*/ 237060 w 559472"/>
              <a:gd name="connsiteY25" fmla="*/ 1227080 h 3709642"/>
              <a:gd name="connsiteX26" fmla="*/ 218488 w 559472"/>
              <a:gd name="connsiteY26" fmla="*/ 1106065 h 3709642"/>
              <a:gd name="connsiteX27" fmla="*/ 198221 w 559472"/>
              <a:gd name="connsiteY27" fmla="*/ 982940 h 3709642"/>
              <a:gd name="connsiteX28" fmla="*/ 177152 w 559472"/>
              <a:gd name="connsiteY28" fmla="*/ 858755 h 3709642"/>
              <a:gd name="connsiteX29" fmla="*/ 155551 w 559472"/>
              <a:gd name="connsiteY29" fmla="*/ 736861 h 3709642"/>
              <a:gd name="connsiteX30" fmla="*/ 131782 w 559472"/>
              <a:gd name="connsiteY30" fmla="*/ 613645 h 3709642"/>
              <a:gd name="connsiteX31" fmla="*/ 107123 w 559472"/>
              <a:gd name="connsiteY31" fmla="*/ 490500 h 3709642"/>
              <a:gd name="connsiteX32" fmla="*/ 82552 w 559472"/>
              <a:gd name="connsiteY32" fmla="*/ 367348 h 3709642"/>
              <a:gd name="connsiteX33" fmla="*/ 55608 w 559472"/>
              <a:gd name="connsiteY33" fmla="*/ 244762 h 3709642"/>
              <a:gd name="connsiteX34" fmla="*/ 28130 w 559472"/>
              <a:gd name="connsiteY34" fmla="*/ 122220 h 3709642"/>
              <a:gd name="connsiteX35" fmla="*/ 0 w 559472"/>
              <a:gd name="connsiteY35" fmla="*/ 0 h 37096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59472" h="3709642">
                <a:moveTo>
                  <a:pt x="0" y="0"/>
                </a:moveTo>
                <a:lnTo>
                  <a:pt x="473952" y="0"/>
                </a:lnTo>
                <a:lnTo>
                  <a:pt x="485840" y="161194"/>
                </a:lnTo>
                <a:cubicBezTo>
                  <a:pt x="552063" y="1147770"/>
                  <a:pt x="592441" y="3086737"/>
                  <a:pt x="523949" y="3672197"/>
                </a:cubicBezTo>
                <a:cubicBezTo>
                  <a:pt x="500842" y="3684557"/>
                  <a:pt x="477855" y="3697282"/>
                  <a:pt x="454748" y="3709642"/>
                </a:cubicBezTo>
                <a:lnTo>
                  <a:pt x="448224" y="3510471"/>
                </a:lnTo>
                <a:lnTo>
                  <a:pt x="443564" y="3408563"/>
                </a:lnTo>
                <a:lnTo>
                  <a:pt x="438902" y="3304407"/>
                </a:lnTo>
                <a:lnTo>
                  <a:pt x="433941" y="3198777"/>
                </a:lnTo>
                <a:lnTo>
                  <a:pt x="427584" y="3092510"/>
                </a:lnTo>
                <a:lnTo>
                  <a:pt x="420988" y="2984390"/>
                </a:lnTo>
                <a:lnTo>
                  <a:pt x="414330" y="2874401"/>
                </a:lnTo>
                <a:lnTo>
                  <a:pt x="406840" y="2762980"/>
                </a:lnTo>
                <a:lnTo>
                  <a:pt x="397745" y="2650566"/>
                </a:lnTo>
                <a:lnTo>
                  <a:pt x="389154" y="2536612"/>
                </a:lnTo>
                <a:lnTo>
                  <a:pt x="379225" y="2421642"/>
                </a:lnTo>
                <a:lnTo>
                  <a:pt x="368316" y="2305627"/>
                </a:lnTo>
                <a:lnTo>
                  <a:pt x="357466" y="2189233"/>
                </a:lnTo>
                <a:lnTo>
                  <a:pt x="344982" y="2071473"/>
                </a:lnTo>
                <a:lnTo>
                  <a:pt x="332466" y="1952216"/>
                </a:lnTo>
                <a:lnTo>
                  <a:pt x="319121" y="1833776"/>
                </a:lnTo>
                <a:lnTo>
                  <a:pt x="304408" y="1713948"/>
                </a:lnTo>
                <a:lnTo>
                  <a:pt x="288685" y="1592703"/>
                </a:lnTo>
                <a:lnTo>
                  <a:pt x="273050" y="1471451"/>
                </a:lnTo>
                <a:lnTo>
                  <a:pt x="255813" y="1350328"/>
                </a:lnTo>
                <a:lnTo>
                  <a:pt x="237060" y="1227080"/>
                </a:lnTo>
                <a:lnTo>
                  <a:pt x="218488" y="1106065"/>
                </a:lnTo>
                <a:lnTo>
                  <a:pt x="198221" y="982940"/>
                </a:lnTo>
                <a:lnTo>
                  <a:pt x="177152" y="858755"/>
                </a:lnTo>
                <a:lnTo>
                  <a:pt x="155551" y="736861"/>
                </a:lnTo>
                <a:lnTo>
                  <a:pt x="131782" y="613645"/>
                </a:lnTo>
                <a:lnTo>
                  <a:pt x="107123" y="490500"/>
                </a:lnTo>
                <a:lnTo>
                  <a:pt x="82552" y="367348"/>
                </a:lnTo>
                <a:lnTo>
                  <a:pt x="55608" y="244762"/>
                </a:lnTo>
                <a:lnTo>
                  <a:pt x="28130" y="122220"/>
                </a:lnTo>
                <a:lnTo>
                  <a:pt x="0" y="0"/>
                </a:lnTo>
                <a:close/>
              </a:path>
            </a:pathLst>
          </a:custGeom>
          <a:solidFill>
            <a:schemeClr val="bg1">
              <a:alpha val="20000"/>
            </a:schemeClr>
          </a:solidFill>
          <a:ln>
            <a:noFill/>
          </a:ln>
        </p:spPr>
        <p:txBody>
          <a:bodyPr rtlCol="0" anchor="ctr"/>
          <a:lstStyle/>
          <a:p>
            <a:pPr algn="ctr"/>
            <a:endParaRPr lang="en-US"/>
          </a:p>
        </p:txBody>
      </p:sp>
      <p:sp useBgFill="1">
        <p:nvSpPr>
          <p:cNvPr id="38" name="Freeform: Shape 37">
            <a:extLst>
              <a:ext uri="{FF2B5EF4-FFF2-40B4-BE49-F238E27FC236}">
                <a16:creationId xmlns:a16="http://schemas.microsoft.com/office/drawing/2014/main" id="{70151CB7-E7DE-4917-B831-01DF9CE013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
          <a:xfrm rot="16200000">
            <a:off x="5270819" y="-63600"/>
            <a:ext cx="6858001" cy="6985200"/>
          </a:xfrm>
          <a:custGeom>
            <a:avLst/>
            <a:gdLst>
              <a:gd name="connsiteX0" fmla="*/ 6858001 w 6858001"/>
              <a:gd name="connsiteY0" fmla="*/ 1177 h 6985200"/>
              <a:gd name="connsiteX1" fmla="*/ 6858001 w 6858001"/>
              <a:gd name="connsiteY1" fmla="*/ 1344715 h 6985200"/>
              <a:gd name="connsiteX2" fmla="*/ 6858000 w 6858001"/>
              <a:gd name="connsiteY2" fmla="*/ 1344715 h 6985200"/>
              <a:gd name="connsiteX3" fmla="*/ 6858000 w 6858001"/>
              <a:gd name="connsiteY3" fmla="*/ 6985200 h 6985200"/>
              <a:gd name="connsiteX4" fmla="*/ 0 w 6858001"/>
              <a:gd name="connsiteY4" fmla="*/ 6985199 h 6985200"/>
              <a:gd name="connsiteX5" fmla="*/ 0 w 6858001"/>
              <a:gd name="connsiteY5" fmla="*/ 886772 h 6985200"/>
              <a:gd name="connsiteX6" fmla="*/ 1 w 6858001"/>
              <a:gd name="connsiteY6" fmla="*/ 886772 h 6985200"/>
              <a:gd name="connsiteX7" fmla="*/ 1 w 6858001"/>
              <a:gd name="connsiteY7" fmla="*/ 0 h 6985200"/>
              <a:gd name="connsiteX8" fmla="*/ 40463 w 6858001"/>
              <a:gd name="connsiteY8" fmla="*/ 5883 h 6985200"/>
              <a:gd name="connsiteX9" fmla="*/ 159107 w 6858001"/>
              <a:gd name="connsiteY9" fmla="*/ 23196 h 6985200"/>
              <a:gd name="connsiteX10" fmla="*/ 245518 w 6858001"/>
              <a:gd name="connsiteY10" fmla="*/ 35299 h 6985200"/>
              <a:gd name="connsiteX11" fmla="*/ 348388 w 6858001"/>
              <a:gd name="connsiteY11" fmla="*/ 48073 h 6985200"/>
              <a:gd name="connsiteX12" fmla="*/ 470460 w 6858001"/>
              <a:gd name="connsiteY12" fmla="*/ 63369 h 6985200"/>
              <a:gd name="connsiteX13" fmla="*/ 605563 w 6858001"/>
              <a:gd name="connsiteY13" fmla="*/ 79506 h 6985200"/>
              <a:gd name="connsiteX14" fmla="*/ 757810 w 6858001"/>
              <a:gd name="connsiteY14" fmla="*/ 96483 h 6985200"/>
              <a:gd name="connsiteX15" fmla="*/ 923774 w 6858001"/>
              <a:gd name="connsiteY15" fmla="*/ 114469 h 6985200"/>
              <a:gd name="connsiteX16" fmla="*/ 1104139 w 6858001"/>
              <a:gd name="connsiteY16" fmla="*/ 132454 h 6985200"/>
              <a:gd name="connsiteX17" fmla="*/ 1296163 w 6858001"/>
              <a:gd name="connsiteY17" fmla="*/ 150776 h 6985200"/>
              <a:gd name="connsiteX18" fmla="*/ 1503275 w 6858001"/>
              <a:gd name="connsiteY18" fmla="*/ 167753 h 6985200"/>
              <a:gd name="connsiteX19" fmla="*/ 1719988 w 6858001"/>
              <a:gd name="connsiteY19" fmla="*/ 184058 h 6985200"/>
              <a:gd name="connsiteX20" fmla="*/ 1949045 w 6858001"/>
              <a:gd name="connsiteY20" fmla="*/ 198849 h 6985200"/>
              <a:gd name="connsiteX21" fmla="*/ 2187703 w 6858001"/>
              <a:gd name="connsiteY21" fmla="*/ 212969 h 6985200"/>
              <a:gd name="connsiteX22" fmla="*/ 2436649 w 6858001"/>
              <a:gd name="connsiteY22" fmla="*/ 226248 h 6985200"/>
              <a:gd name="connsiteX23" fmla="*/ 2564208 w 6858001"/>
              <a:gd name="connsiteY23" fmla="*/ 230955 h 6985200"/>
              <a:gd name="connsiteX24" fmla="*/ 2694509 w 6858001"/>
              <a:gd name="connsiteY24" fmla="*/ 236165 h 6985200"/>
              <a:gd name="connsiteX25" fmla="*/ 2826869 w 6858001"/>
              <a:gd name="connsiteY25" fmla="*/ 241040 h 6985200"/>
              <a:gd name="connsiteX26" fmla="*/ 2959914 w 6858001"/>
              <a:gd name="connsiteY26" fmla="*/ 244234 h 6985200"/>
              <a:gd name="connsiteX27" fmla="*/ 3095702 w 6858001"/>
              <a:gd name="connsiteY27" fmla="*/ 247091 h 6985200"/>
              <a:gd name="connsiteX28" fmla="*/ 3232862 w 6858001"/>
              <a:gd name="connsiteY28" fmla="*/ 250117 h 6985200"/>
              <a:gd name="connsiteX29" fmla="*/ 3372766 w 6858001"/>
              <a:gd name="connsiteY29" fmla="*/ 252134 h 6985200"/>
              <a:gd name="connsiteX30" fmla="*/ 3514040 w 6858001"/>
              <a:gd name="connsiteY30" fmla="*/ 252134 h 6985200"/>
              <a:gd name="connsiteX31" fmla="*/ 3656686 w 6858001"/>
              <a:gd name="connsiteY31" fmla="*/ 253142 h 6985200"/>
              <a:gd name="connsiteX32" fmla="*/ 3800705 w 6858001"/>
              <a:gd name="connsiteY32" fmla="*/ 252134 h 6985200"/>
              <a:gd name="connsiteX33" fmla="*/ 3946780 w 6858001"/>
              <a:gd name="connsiteY33" fmla="*/ 250117 h 6985200"/>
              <a:gd name="connsiteX34" fmla="*/ 4092856 w 6858001"/>
              <a:gd name="connsiteY34" fmla="*/ 248268 h 6985200"/>
              <a:gd name="connsiteX35" fmla="*/ 4240988 w 6858001"/>
              <a:gd name="connsiteY35" fmla="*/ 244234 h 6985200"/>
              <a:gd name="connsiteX36" fmla="*/ 4390492 w 6858001"/>
              <a:gd name="connsiteY36" fmla="*/ 240032 h 6985200"/>
              <a:gd name="connsiteX37" fmla="*/ 4539997 w 6858001"/>
              <a:gd name="connsiteY37" fmla="*/ 235157 h 6985200"/>
              <a:gd name="connsiteX38" fmla="*/ 4690873 w 6858001"/>
              <a:gd name="connsiteY38" fmla="*/ 228266 h 6985200"/>
              <a:gd name="connsiteX39" fmla="*/ 4843120 w 6858001"/>
              <a:gd name="connsiteY39" fmla="*/ 220029 h 6985200"/>
              <a:gd name="connsiteX40" fmla="*/ 4996054 w 6858001"/>
              <a:gd name="connsiteY40" fmla="*/ 212129 h 6985200"/>
              <a:gd name="connsiteX41" fmla="*/ 5148987 w 6858001"/>
              <a:gd name="connsiteY41" fmla="*/ 202044 h 6985200"/>
              <a:gd name="connsiteX42" fmla="*/ 5303978 w 6858001"/>
              <a:gd name="connsiteY42" fmla="*/ 189941 h 6985200"/>
              <a:gd name="connsiteX43" fmla="*/ 5456911 w 6858001"/>
              <a:gd name="connsiteY43" fmla="*/ 177839 h 6985200"/>
              <a:gd name="connsiteX44" fmla="*/ 5612588 w 6858001"/>
              <a:gd name="connsiteY44" fmla="*/ 163887 h 6985200"/>
              <a:gd name="connsiteX45" fmla="*/ 5768950 w 6858001"/>
              <a:gd name="connsiteY45" fmla="*/ 148591 h 6985200"/>
              <a:gd name="connsiteX46" fmla="*/ 5923255 w 6858001"/>
              <a:gd name="connsiteY46" fmla="*/ 132455 h 6985200"/>
              <a:gd name="connsiteX47" fmla="*/ 6079618 w 6858001"/>
              <a:gd name="connsiteY47" fmla="*/ 113629 h 6985200"/>
              <a:gd name="connsiteX48" fmla="*/ 6235294 w 6858001"/>
              <a:gd name="connsiteY48" fmla="*/ 93458 h 6985200"/>
              <a:gd name="connsiteX49" fmla="*/ 6391657 w 6858001"/>
              <a:gd name="connsiteY49" fmla="*/ 73455 h 6985200"/>
              <a:gd name="connsiteX50" fmla="*/ 6547333 w 6858001"/>
              <a:gd name="connsiteY50" fmla="*/ 50091 h 6985200"/>
              <a:gd name="connsiteX51" fmla="*/ 6702324 w 6858001"/>
              <a:gd name="connsiteY51" fmla="*/ 26222 h 6985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6858001" h="6985200">
                <a:moveTo>
                  <a:pt x="6858001" y="1177"/>
                </a:moveTo>
                <a:lnTo>
                  <a:pt x="6858001" y="1344715"/>
                </a:lnTo>
                <a:lnTo>
                  <a:pt x="6858000" y="1344715"/>
                </a:lnTo>
                <a:lnTo>
                  <a:pt x="6858000" y="6985200"/>
                </a:lnTo>
                <a:lnTo>
                  <a:pt x="0" y="6985199"/>
                </a:lnTo>
                <a:lnTo>
                  <a:pt x="0" y="886772"/>
                </a:lnTo>
                <a:lnTo>
                  <a:pt x="1" y="886772"/>
                </a:lnTo>
                <a:lnTo>
                  <a:pt x="1" y="0"/>
                </a:lnTo>
                <a:lnTo>
                  <a:pt x="40463" y="5883"/>
                </a:lnTo>
                <a:lnTo>
                  <a:pt x="159107" y="23196"/>
                </a:lnTo>
                <a:lnTo>
                  <a:pt x="245518" y="35299"/>
                </a:lnTo>
                <a:lnTo>
                  <a:pt x="348388" y="48073"/>
                </a:lnTo>
                <a:lnTo>
                  <a:pt x="470460" y="63369"/>
                </a:lnTo>
                <a:lnTo>
                  <a:pt x="605563" y="79506"/>
                </a:lnTo>
                <a:lnTo>
                  <a:pt x="757810" y="96483"/>
                </a:lnTo>
                <a:lnTo>
                  <a:pt x="923774" y="114469"/>
                </a:lnTo>
                <a:lnTo>
                  <a:pt x="1104139" y="132454"/>
                </a:lnTo>
                <a:lnTo>
                  <a:pt x="1296163" y="150776"/>
                </a:lnTo>
                <a:lnTo>
                  <a:pt x="1503275" y="167753"/>
                </a:lnTo>
                <a:lnTo>
                  <a:pt x="1719988" y="184058"/>
                </a:lnTo>
                <a:lnTo>
                  <a:pt x="1949045" y="198849"/>
                </a:lnTo>
                <a:lnTo>
                  <a:pt x="2187703" y="212969"/>
                </a:lnTo>
                <a:lnTo>
                  <a:pt x="2436649" y="226248"/>
                </a:lnTo>
                <a:lnTo>
                  <a:pt x="2564208" y="230955"/>
                </a:lnTo>
                <a:lnTo>
                  <a:pt x="2694509" y="236165"/>
                </a:lnTo>
                <a:lnTo>
                  <a:pt x="2826869" y="241040"/>
                </a:lnTo>
                <a:lnTo>
                  <a:pt x="2959914" y="244234"/>
                </a:lnTo>
                <a:lnTo>
                  <a:pt x="3095702" y="247091"/>
                </a:lnTo>
                <a:lnTo>
                  <a:pt x="3232862" y="250117"/>
                </a:lnTo>
                <a:lnTo>
                  <a:pt x="3372766" y="252134"/>
                </a:lnTo>
                <a:lnTo>
                  <a:pt x="3514040" y="252134"/>
                </a:lnTo>
                <a:lnTo>
                  <a:pt x="3656686" y="253142"/>
                </a:lnTo>
                <a:lnTo>
                  <a:pt x="3800705" y="252134"/>
                </a:lnTo>
                <a:lnTo>
                  <a:pt x="3946780" y="250117"/>
                </a:lnTo>
                <a:lnTo>
                  <a:pt x="4092856" y="248268"/>
                </a:lnTo>
                <a:lnTo>
                  <a:pt x="4240988" y="244234"/>
                </a:lnTo>
                <a:lnTo>
                  <a:pt x="4390492" y="240032"/>
                </a:lnTo>
                <a:lnTo>
                  <a:pt x="4539997" y="235157"/>
                </a:lnTo>
                <a:lnTo>
                  <a:pt x="4690873" y="228266"/>
                </a:lnTo>
                <a:lnTo>
                  <a:pt x="4843120" y="220029"/>
                </a:lnTo>
                <a:lnTo>
                  <a:pt x="4996054" y="212129"/>
                </a:lnTo>
                <a:lnTo>
                  <a:pt x="5148987" y="202044"/>
                </a:lnTo>
                <a:lnTo>
                  <a:pt x="5303978" y="189941"/>
                </a:lnTo>
                <a:lnTo>
                  <a:pt x="5456911" y="177839"/>
                </a:lnTo>
                <a:lnTo>
                  <a:pt x="5612588" y="163887"/>
                </a:lnTo>
                <a:lnTo>
                  <a:pt x="5768950" y="148591"/>
                </a:lnTo>
                <a:lnTo>
                  <a:pt x="5923255" y="132455"/>
                </a:lnTo>
                <a:lnTo>
                  <a:pt x="6079618" y="113629"/>
                </a:lnTo>
                <a:lnTo>
                  <a:pt x="6235294" y="93458"/>
                </a:lnTo>
                <a:lnTo>
                  <a:pt x="6391657" y="73455"/>
                </a:lnTo>
                <a:lnTo>
                  <a:pt x="6547333" y="50091"/>
                </a:lnTo>
                <a:lnTo>
                  <a:pt x="6702324" y="26222"/>
                </a:lnTo>
                <a:close/>
              </a:path>
            </a:pathLst>
          </a:custGeom>
          <a:ln>
            <a:noFill/>
          </a:ln>
        </p:spPr>
        <p:txBody>
          <a:bodyPr/>
          <a:lstStyle/>
          <a:p>
            <a:endParaRPr lang="hu-HU"/>
          </a:p>
        </p:txBody>
      </p:sp>
      <p:sp>
        <p:nvSpPr>
          <p:cNvPr id="40" name="Rectangle 39">
            <a:extLst>
              <a:ext uri="{FF2B5EF4-FFF2-40B4-BE49-F238E27FC236}">
                <a16:creationId xmlns:a16="http://schemas.microsoft.com/office/drawing/2014/main" id="{A92A1116-1C84-41DF-B803-1F7B0883EC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42448"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hu-HU"/>
          </a:p>
        </p:txBody>
      </p:sp>
      <p:sp>
        <p:nvSpPr>
          <p:cNvPr id="29" name="Content Placeholder 7">
            <a:extLst>
              <a:ext uri="{FF2B5EF4-FFF2-40B4-BE49-F238E27FC236}">
                <a16:creationId xmlns:a16="http://schemas.microsoft.com/office/drawing/2014/main" id="{599B9FCC-6563-5D39-F268-82AD2935ABC1}"/>
              </a:ext>
            </a:extLst>
          </p:cNvPr>
          <p:cNvSpPr>
            <a:spLocks noGrp="1"/>
          </p:cNvSpPr>
          <p:nvPr>
            <p:ph idx="1"/>
          </p:nvPr>
        </p:nvSpPr>
        <p:spPr>
          <a:xfrm>
            <a:off x="682448" y="2107097"/>
            <a:ext cx="4166509" cy="3785419"/>
          </a:xfrm>
        </p:spPr>
        <p:txBody>
          <a:bodyPr vert="horz" lIns="91440" tIns="45720" rIns="91440" bIns="45720" rtlCol="0">
            <a:noAutofit/>
          </a:bodyPr>
          <a:lstStyle/>
          <a:p>
            <a:r>
              <a:rPr lang="en-US" sz="1800" dirty="0">
                <a:solidFill>
                  <a:srgbClr val="EBEBEB"/>
                </a:solidFill>
                <a:latin typeface="Times New Roman" panose="02020603050405020304" pitchFamily="18" charset="0"/>
                <a:cs typeface="Times New Roman" panose="02020603050405020304" pitchFamily="18" charset="0"/>
              </a:rPr>
              <a:t>The secretaries section is divided into 3 VLANs</a:t>
            </a:r>
          </a:p>
          <a:p>
            <a:r>
              <a:rPr lang="en-US" sz="1800" dirty="0">
                <a:solidFill>
                  <a:srgbClr val="EBEBEB"/>
                </a:solidFill>
                <a:latin typeface="Times New Roman" panose="02020603050405020304" pitchFamily="18" charset="0"/>
                <a:cs typeface="Times New Roman" panose="02020603050405020304" pitchFamily="18" charset="0"/>
              </a:rPr>
              <a:t>A firewall also operates in this network segment</a:t>
            </a:r>
          </a:p>
          <a:p>
            <a:r>
              <a:rPr lang="en-US" sz="1800" dirty="0">
                <a:solidFill>
                  <a:srgbClr val="EBEBEB"/>
                </a:solidFill>
                <a:latin typeface="Times New Roman" panose="02020603050405020304" pitchFamily="18" charset="0"/>
                <a:cs typeface="Times New Roman" panose="02020603050405020304" pitchFamily="18" charset="0"/>
              </a:rPr>
              <a:t>Finance - VLAN 10</a:t>
            </a:r>
          </a:p>
          <a:p>
            <a:r>
              <a:rPr lang="en-US" sz="1800" dirty="0">
                <a:solidFill>
                  <a:srgbClr val="EBEBEB"/>
                </a:solidFill>
                <a:latin typeface="Times New Roman" panose="02020603050405020304" pitchFamily="18" charset="0"/>
                <a:cs typeface="Times New Roman" panose="02020603050405020304" pitchFamily="18" charset="0"/>
              </a:rPr>
              <a:t>Customer Service - VLAN 20</a:t>
            </a:r>
          </a:p>
          <a:p>
            <a:r>
              <a:rPr lang="en-US" sz="1800" dirty="0">
                <a:solidFill>
                  <a:srgbClr val="EBEBEB"/>
                </a:solidFill>
                <a:latin typeface="Times New Roman" panose="02020603050405020304" pitchFamily="18" charset="0"/>
                <a:cs typeface="Times New Roman" panose="02020603050405020304" pitchFamily="18" charset="0"/>
              </a:rPr>
              <a:t>HR - VLAN 30</a:t>
            </a:r>
          </a:p>
          <a:p>
            <a:r>
              <a:rPr lang="en-US" sz="1800" dirty="0">
                <a:solidFill>
                  <a:srgbClr val="EBEBEB"/>
                </a:solidFill>
                <a:latin typeface="Times New Roman" panose="02020603050405020304" pitchFamily="18" charset="0"/>
                <a:cs typeface="Times New Roman" panose="02020603050405020304" pitchFamily="18" charset="0"/>
              </a:rPr>
              <a:t>Devices in different VLANs receive IP addresses through sub-interfaces</a:t>
            </a:r>
            <a:endParaRPr lang="hu-HU" sz="1800" dirty="0">
              <a:solidFill>
                <a:srgbClr val="EBEBEB"/>
              </a:solidFill>
              <a:latin typeface="Times New Roman" panose="02020603050405020304" pitchFamily="18" charset="0"/>
              <a:cs typeface="Times New Roman" panose="02020603050405020304" pitchFamily="18" charset="0"/>
            </a:endParaRPr>
          </a:p>
          <a:p>
            <a:r>
              <a:rPr lang="en-US" sz="1800" dirty="0">
                <a:solidFill>
                  <a:srgbClr val="EBEBEB"/>
                </a:solidFill>
                <a:latin typeface="Times New Roman" panose="02020603050405020304" pitchFamily="18" charset="0"/>
                <a:cs typeface="Times New Roman" panose="02020603050405020304" pitchFamily="18" charset="0"/>
              </a:rPr>
              <a:t>The multilayer switch performs basic switching tasks in the network</a:t>
            </a:r>
            <a:endParaRPr lang="hu-HU" sz="1800" dirty="0">
              <a:solidFill>
                <a:srgbClr val="EBEBEB"/>
              </a:solidFill>
              <a:latin typeface="Times New Roman" panose="02020603050405020304" pitchFamily="18" charset="0"/>
              <a:cs typeface="Times New Roman" panose="02020603050405020304" pitchFamily="18" charset="0"/>
            </a:endParaRPr>
          </a:p>
        </p:txBody>
      </p:sp>
      <p:pic>
        <p:nvPicPr>
          <p:cNvPr id="5" name="Kép 4">
            <a:extLst>
              <a:ext uri="{FF2B5EF4-FFF2-40B4-BE49-F238E27FC236}">
                <a16:creationId xmlns:a16="http://schemas.microsoft.com/office/drawing/2014/main" id="{608F56ED-99C4-A39B-E526-4793D1A92E74}"/>
              </a:ext>
            </a:extLst>
          </p:cNvPr>
          <p:cNvPicPr>
            <a:picLocks noChangeAspect="1"/>
          </p:cNvPicPr>
          <p:nvPr/>
        </p:nvPicPr>
        <p:blipFill>
          <a:blip r:embed="rId3"/>
          <a:stretch>
            <a:fillRect/>
          </a:stretch>
        </p:blipFill>
        <p:spPr>
          <a:xfrm>
            <a:off x="5990068" y="1854820"/>
            <a:ext cx="200053" cy="1086002"/>
          </a:xfrm>
          <a:prstGeom prst="rect">
            <a:avLst/>
          </a:prstGeom>
        </p:spPr>
      </p:pic>
      <p:pic>
        <p:nvPicPr>
          <p:cNvPr id="6" name="Kép 5" descr="A képen diagram, sor, szöveg, térkép látható  Előfordulhat, hogy a mesterséges intelligencia által létrehozott tartalom helytelen.">
            <a:extLst>
              <a:ext uri="{FF2B5EF4-FFF2-40B4-BE49-F238E27FC236}">
                <a16:creationId xmlns:a16="http://schemas.microsoft.com/office/drawing/2014/main" id="{3FE6BC47-6C9E-14BE-7317-7ACA4C9F114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649698" y="1636404"/>
            <a:ext cx="6446096" cy="4146473"/>
          </a:xfrm>
          <a:prstGeom prst="rect">
            <a:avLst/>
          </a:prstGeom>
        </p:spPr>
      </p:pic>
    </p:spTree>
    <p:extLst>
      <p:ext uri="{BB962C8B-B14F-4D97-AF65-F5344CB8AC3E}">
        <p14:creationId xmlns:p14="http://schemas.microsoft.com/office/powerpoint/2010/main" val="4283856356"/>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6" name="Rectangle 35">
            <a:extLst>
              <a:ext uri="{FF2B5EF4-FFF2-40B4-BE49-F238E27FC236}">
                <a16:creationId xmlns:a16="http://schemas.microsoft.com/office/drawing/2014/main" id="{B4AAD3FD-83A5-4B89-9F8F-01B8870865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32E49D2A-81F0-FCD0-00FC-CE93E0262C9F}"/>
              </a:ext>
            </a:extLst>
          </p:cNvPr>
          <p:cNvSpPr>
            <a:spLocks noGrp="1"/>
          </p:cNvSpPr>
          <p:nvPr>
            <p:ph type="title"/>
          </p:nvPr>
        </p:nvSpPr>
        <p:spPr>
          <a:xfrm>
            <a:off x="648931" y="629266"/>
            <a:ext cx="4166510" cy="1622321"/>
          </a:xfrm>
        </p:spPr>
        <p:txBody>
          <a:bodyPr>
            <a:normAutofit/>
          </a:bodyPr>
          <a:lstStyle/>
          <a:p>
            <a:r>
              <a:rPr lang="hu-HU" b="1" dirty="0" err="1">
                <a:solidFill>
                  <a:srgbClr val="EBEBEB"/>
                </a:solidFill>
                <a:latin typeface="Times New Roman"/>
                <a:cs typeface="Times New Roman"/>
              </a:rPr>
              <a:t>Employees</a:t>
            </a:r>
            <a:r>
              <a:rPr lang="hu-HU" b="1" dirty="0">
                <a:solidFill>
                  <a:srgbClr val="EBEBEB"/>
                </a:solidFill>
                <a:latin typeface="Times New Roman"/>
                <a:cs typeface="Times New Roman"/>
              </a:rPr>
              <a:t> Office &amp; </a:t>
            </a:r>
            <a:r>
              <a:rPr lang="hu-HU" b="1" dirty="0" err="1">
                <a:solidFill>
                  <a:srgbClr val="EBEBEB"/>
                </a:solidFill>
                <a:latin typeface="Times New Roman"/>
                <a:cs typeface="Times New Roman"/>
              </a:rPr>
              <a:t>Common</a:t>
            </a:r>
            <a:r>
              <a:rPr lang="hu-HU" b="1" dirty="0">
                <a:solidFill>
                  <a:srgbClr val="EBEBEB"/>
                </a:solidFill>
                <a:latin typeface="Times New Roman"/>
                <a:cs typeface="Times New Roman"/>
              </a:rPr>
              <a:t> </a:t>
            </a:r>
            <a:r>
              <a:rPr lang="hu-HU" b="1" dirty="0" err="1">
                <a:solidFill>
                  <a:srgbClr val="EBEBEB"/>
                </a:solidFill>
                <a:latin typeface="Times New Roman"/>
                <a:cs typeface="Times New Roman"/>
              </a:rPr>
              <a:t>Area</a:t>
            </a:r>
            <a:endParaRPr lang="hu-HU" b="1" dirty="0">
              <a:solidFill>
                <a:srgbClr val="EBEBEB"/>
              </a:solidFill>
              <a:latin typeface="Times New Roman"/>
              <a:cs typeface="Times New Roman"/>
            </a:endParaRPr>
          </a:p>
        </p:txBody>
      </p:sp>
      <p:sp>
        <p:nvSpPr>
          <p:cNvPr id="38" name="Freeform 31">
            <a:extLst>
              <a:ext uri="{FF2B5EF4-FFF2-40B4-BE49-F238E27FC236}">
                <a16:creationId xmlns:a16="http://schemas.microsoft.com/office/drawing/2014/main" id="{61752F1D-FC0F-4103-9584-630E643CCD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94020" y="-1"/>
            <a:ext cx="559472" cy="3709642"/>
          </a:xfrm>
          <a:custGeom>
            <a:avLst/>
            <a:gdLst>
              <a:gd name="connsiteX0" fmla="*/ 0 w 559472"/>
              <a:gd name="connsiteY0" fmla="*/ 0 h 3709642"/>
              <a:gd name="connsiteX1" fmla="*/ 473952 w 559472"/>
              <a:gd name="connsiteY1" fmla="*/ 0 h 3709642"/>
              <a:gd name="connsiteX2" fmla="*/ 485840 w 559472"/>
              <a:gd name="connsiteY2" fmla="*/ 161194 h 3709642"/>
              <a:gd name="connsiteX3" fmla="*/ 523949 w 559472"/>
              <a:gd name="connsiteY3" fmla="*/ 3672197 h 3709642"/>
              <a:gd name="connsiteX4" fmla="*/ 454748 w 559472"/>
              <a:gd name="connsiteY4" fmla="*/ 3709642 h 3709642"/>
              <a:gd name="connsiteX5" fmla="*/ 448224 w 559472"/>
              <a:gd name="connsiteY5" fmla="*/ 3510471 h 3709642"/>
              <a:gd name="connsiteX6" fmla="*/ 443564 w 559472"/>
              <a:gd name="connsiteY6" fmla="*/ 3408563 h 3709642"/>
              <a:gd name="connsiteX7" fmla="*/ 438902 w 559472"/>
              <a:gd name="connsiteY7" fmla="*/ 3304407 h 3709642"/>
              <a:gd name="connsiteX8" fmla="*/ 433941 w 559472"/>
              <a:gd name="connsiteY8" fmla="*/ 3198777 h 3709642"/>
              <a:gd name="connsiteX9" fmla="*/ 427584 w 559472"/>
              <a:gd name="connsiteY9" fmla="*/ 3092510 h 3709642"/>
              <a:gd name="connsiteX10" fmla="*/ 420988 w 559472"/>
              <a:gd name="connsiteY10" fmla="*/ 2984390 h 3709642"/>
              <a:gd name="connsiteX11" fmla="*/ 414330 w 559472"/>
              <a:gd name="connsiteY11" fmla="*/ 2874401 h 3709642"/>
              <a:gd name="connsiteX12" fmla="*/ 406840 w 559472"/>
              <a:gd name="connsiteY12" fmla="*/ 2762980 h 3709642"/>
              <a:gd name="connsiteX13" fmla="*/ 397745 w 559472"/>
              <a:gd name="connsiteY13" fmla="*/ 2650566 h 3709642"/>
              <a:gd name="connsiteX14" fmla="*/ 389154 w 559472"/>
              <a:gd name="connsiteY14" fmla="*/ 2536612 h 3709642"/>
              <a:gd name="connsiteX15" fmla="*/ 379225 w 559472"/>
              <a:gd name="connsiteY15" fmla="*/ 2421642 h 3709642"/>
              <a:gd name="connsiteX16" fmla="*/ 368316 w 559472"/>
              <a:gd name="connsiteY16" fmla="*/ 2305627 h 3709642"/>
              <a:gd name="connsiteX17" fmla="*/ 357466 w 559472"/>
              <a:gd name="connsiteY17" fmla="*/ 2189233 h 3709642"/>
              <a:gd name="connsiteX18" fmla="*/ 344982 w 559472"/>
              <a:gd name="connsiteY18" fmla="*/ 2071473 h 3709642"/>
              <a:gd name="connsiteX19" fmla="*/ 332466 w 559472"/>
              <a:gd name="connsiteY19" fmla="*/ 1952216 h 3709642"/>
              <a:gd name="connsiteX20" fmla="*/ 319121 w 559472"/>
              <a:gd name="connsiteY20" fmla="*/ 1833776 h 3709642"/>
              <a:gd name="connsiteX21" fmla="*/ 304408 w 559472"/>
              <a:gd name="connsiteY21" fmla="*/ 1713948 h 3709642"/>
              <a:gd name="connsiteX22" fmla="*/ 288685 w 559472"/>
              <a:gd name="connsiteY22" fmla="*/ 1592703 h 3709642"/>
              <a:gd name="connsiteX23" fmla="*/ 273050 w 559472"/>
              <a:gd name="connsiteY23" fmla="*/ 1471451 h 3709642"/>
              <a:gd name="connsiteX24" fmla="*/ 255813 w 559472"/>
              <a:gd name="connsiteY24" fmla="*/ 1350328 h 3709642"/>
              <a:gd name="connsiteX25" fmla="*/ 237060 w 559472"/>
              <a:gd name="connsiteY25" fmla="*/ 1227080 h 3709642"/>
              <a:gd name="connsiteX26" fmla="*/ 218488 w 559472"/>
              <a:gd name="connsiteY26" fmla="*/ 1106065 h 3709642"/>
              <a:gd name="connsiteX27" fmla="*/ 198221 w 559472"/>
              <a:gd name="connsiteY27" fmla="*/ 982940 h 3709642"/>
              <a:gd name="connsiteX28" fmla="*/ 177152 w 559472"/>
              <a:gd name="connsiteY28" fmla="*/ 858755 h 3709642"/>
              <a:gd name="connsiteX29" fmla="*/ 155551 w 559472"/>
              <a:gd name="connsiteY29" fmla="*/ 736861 h 3709642"/>
              <a:gd name="connsiteX30" fmla="*/ 131782 w 559472"/>
              <a:gd name="connsiteY30" fmla="*/ 613645 h 3709642"/>
              <a:gd name="connsiteX31" fmla="*/ 107123 w 559472"/>
              <a:gd name="connsiteY31" fmla="*/ 490500 h 3709642"/>
              <a:gd name="connsiteX32" fmla="*/ 82552 w 559472"/>
              <a:gd name="connsiteY32" fmla="*/ 367348 h 3709642"/>
              <a:gd name="connsiteX33" fmla="*/ 55608 w 559472"/>
              <a:gd name="connsiteY33" fmla="*/ 244762 h 3709642"/>
              <a:gd name="connsiteX34" fmla="*/ 28130 w 559472"/>
              <a:gd name="connsiteY34" fmla="*/ 122220 h 3709642"/>
              <a:gd name="connsiteX35" fmla="*/ 0 w 559472"/>
              <a:gd name="connsiteY35" fmla="*/ 0 h 37096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59472" h="3709642">
                <a:moveTo>
                  <a:pt x="0" y="0"/>
                </a:moveTo>
                <a:lnTo>
                  <a:pt x="473952" y="0"/>
                </a:lnTo>
                <a:lnTo>
                  <a:pt x="485840" y="161194"/>
                </a:lnTo>
                <a:cubicBezTo>
                  <a:pt x="552063" y="1147770"/>
                  <a:pt x="592441" y="3086737"/>
                  <a:pt x="523949" y="3672197"/>
                </a:cubicBezTo>
                <a:cubicBezTo>
                  <a:pt x="500842" y="3684557"/>
                  <a:pt x="477855" y="3697282"/>
                  <a:pt x="454748" y="3709642"/>
                </a:cubicBezTo>
                <a:lnTo>
                  <a:pt x="448224" y="3510471"/>
                </a:lnTo>
                <a:lnTo>
                  <a:pt x="443564" y="3408563"/>
                </a:lnTo>
                <a:lnTo>
                  <a:pt x="438902" y="3304407"/>
                </a:lnTo>
                <a:lnTo>
                  <a:pt x="433941" y="3198777"/>
                </a:lnTo>
                <a:lnTo>
                  <a:pt x="427584" y="3092510"/>
                </a:lnTo>
                <a:lnTo>
                  <a:pt x="420988" y="2984390"/>
                </a:lnTo>
                <a:lnTo>
                  <a:pt x="414330" y="2874401"/>
                </a:lnTo>
                <a:lnTo>
                  <a:pt x="406840" y="2762980"/>
                </a:lnTo>
                <a:lnTo>
                  <a:pt x="397745" y="2650566"/>
                </a:lnTo>
                <a:lnTo>
                  <a:pt x="389154" y="2536612"/>
                </a:lnTo>
                <a:lnTo>
                  <a:pt x="379225" y="2421642"/>
                </a:lnTo>
                <a:lnTo>
                  <a:pt x="368316" y="2305627"/>
                </a:lnTo>
                <a:lnTo>
                  <a:pt x="357466" y="2189233"/>
                </a:lnTo>
                <a:lnTo>
                  <a:pt x="344982" y="2071473"/>
                </a:lnTo>
                <a:lnTo>
                  <a:pt x="332466" y="1952216"/>
                </a:lnTo>
                <a:lnTo>
                  <a:pt x="319121" y="1833776"/>
                </a:lnTo>
                <a:lnTo>
                  <a:pt x="304408" y="1713948"/>
                </a:lnTo>
                <a:lnTo>
                  <a:pt x="288685" y="1592703"/>
                </a:lnTo>
                <a:lnTo>
                  <a:pt x="273050" y="1471451"/>
                </a:lnTo>
                <a:lnTo>
                  <a:pt x="255813" y="1350328"/>
                </a:lnTo>
                <a:lnTo>
                  <a:pt x="237060" y="1227080"/>
                </a:lnTo>
                <a:lnTo>
                  <a:pt x="218488" y="1106065"/>
                </a:lnTo>
                <a:lnTo>
                  <a:pt x="198221" y="982940"/>
                </a:lnTo>
                <a:lnTo>
                  <a:pt x="177152" y="858755"/>
                </a:lnTo>
                <a:lnTo>
                  <a:pt x="155551" y="736861"/>
                </a:lnTo>
                <a:lnTo>
                  <a:pt x="131782" y="613645"/>
                </a:lnTo>
                <a:lnTo>
                  <a:pt x="107123" y="490500"/>
                </a:lnTo>
                <a:lnTo>
                  <a:pt x="82552" y="367348"/>
                </a:lnTo>
                <a:lnTo>
                  <a:pt x="55608" y="244762"/>
                </a:lnTo>
                <a:lnTo>
                  <a:pt x="28130" y="122220"/>
                </a:lnTo>
                <a:lnTo>
                  <a:pt x="0" y="0"/>
                </a:lnTo>
                <a:close/>
              </a:path>
            </a:pathLst>
          </a:custGeom>
          <a:solidFill>
            <a:schemeClr val="bg1">
              <a:alpha val="20000"/>
            </a:schemeClr>
          </a:solidFill>
          <a:ln>
            <a:noFill/>
          </a:ln>
        </p:spPr>
        <p:txBody>
          <a:bodyPr rtlCol="0" anchor="ctr"/>
          <a:lstStyle/>
          <a:p>
            <a:pPr algn="ctr"/>
            <a:endParaRPr lang="en-US"/>
          </a:p>
        </p:txBody>
      </p:sp>
      <p:sp useBgFill="1">
        <p:nvSpPr>
          <p:cNvPr id="40" name="Freeform: Shape 39">
            <a:extLst>
              <a:ext uri="{FF2B5EF4-FFF2-40B4-BE49-F238E27FC236}">
                <a16:creationId xmlns:a16="http://schemas.microsoft.com/office/drawing/2014/main" id="{70151CB7-E7DE-4917-B831-01DF9CE013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
          <a:xfrm rot="16200000">
            <a:off x="5270819" y="-63600"/>
            <a:ext cx="6858001" cy="6985200"/>
          </a:xfrm>
          <a:custGeom>
            <a:avLst/>
            <a:gdLst>
              <a:gd name="connsiteX0" fmla="*/ 6858001 w 6858001"/>
              <a:gd name="connsiteY0" fmla="*/ 1177 h 6985200"/>
              <a:gd name="connsiteX1" fmla="*/ 6858001 w 6858001"/>
              <a:gd name="connsiteY1" fmla="*/ 1344715 h 6985200"/>
              <a:gd name="connsiteX2" fmla="*/ 6858000 w 6858001"/>
              <a:gd name="connsiteY2" fmla="*/ 1344715 h 6985200"/>
              <a:gd name="connsiteX3" fmla="*/ 6858000 w 6858001"/>
              <a:gd name="connsiteY3" fmla="*/ 6985200 h 6985200"/>
              <a:gd name="connsiteX4" fmla="*/ 0 w 6858001"/>
              <a:gd name="connsiteY4" fmla="*/ 6985199 h 6985200"/>
              <a:gd name="connsiteX5" fmla="*/ 0 w 6858001"/>
              <a:gd name="connsiteY5" fmla="*/ 886772 h 6985200"/>
              <a:gd name="connsiteX6" fmla="*/ 1 w 6858001"/>
              <a:gd name="connsiteY6" fmla="*/ 886772 h 6985200"/>
              <a:gd name="connsiteX7" fmla="*/ 1 w 6858001"/>
              <a:gd name="connsiteY7" fmla="*/ 0 h 6985200"/>
              <a:gd name="connsiteX8" fmla="*/ 40463 w 6858001"/>
              <a:gd name="connsiteY8" fmla="*/ 5883 h 6985200"/>
              <a:gd name="connsiteX9" fmla="*/ 159107 w 6858001"/>
              <a:gd name="connsiteY9" fmla="*/ 23196 h 6985200"/>
              <a:gd name="connsiteX10" fmla="*/ 245518 w 6858001"/>
              <a:gd name="connsiteY10" fmla="*/ 35299 h 6985200"/>
              <a:gd name="connsiteX11" fmla="*/ 348388 w 6858001"/>
              <a:gd name="connsiteY11" fmla="*/ 48073 h 6985200"/>
              <a:gd name="connsiteX12" fmla="*/ 470460 w 6858001"/>
              <a:gd name="connsiteY12" fmla="*/ 63369 h 6985200"/>
              <a:gd name="connsiteX13" fmla="*/ 605563 w 6858001"/>
              <a:gd name="connsiteY13" fmla="*/ 79506 h 6985200"/>
              <a:gd name="connsiteX14" fmla="*/ 757810 w 6858001"/>
              <a:gd name="connsiteY14" fmla="*/ 96483 h 6985200"/>
              <a:gd name="connsiteX15" fmla="*/ 923774 w 6858001"/>
              <a:gd name="connsiteY15" fmla="*/ 114469 h 6985200"/>
              <a:gd name="connsiteX16" fmla="*/ 1104139 w 6858001"/>
              <a:gd name="connsiteY16" fmla="*/ 132454 h 6985200"/>
              <a:gd name="connsiteX17" fmla="*/ 1296163 w 6858001"/>
              <a:gd name="connsiteY17" fmla="*/ 150776 h 6985200"/>
              <a:gd name="connsiteX18" fmla="*/ 1503275 w 6858001"/>
              <a:gd name="connsiteY18" fmla="*/ 167753 h 6985200"/>
              <a:gd name="connsiteX19" fmla="*/ 1719988 w 6858001"/>
              <a:gd name="connsiteY19" fmla="*/ 184058 h 6985200"/>
              <a:gd name="connsiteX20" fmla="*/ 1949045 w 6858001"/>
              <a:gd name="connsiteY20" fmla="*/ 198849 h 6985200"/>
              <a:gd name="connsiteX21" fmla="*/ 2187703 w 6858001"/>
              <a:gd name="connsiteY21" fmla="*/ 212969 h 6985200"/>
              <a:gd name="connsiteX22" fmla="*/ 2436649 w 6858001"/>
              <a:gd name="connsiteY22" fmla="*/ 226248 h 6985200"/>
              <a:gd name="connsiteX23" fmla="*/ 2564208 w 6858001"/>
              <a:gd name="connsiteY23" fmla="*/ 230955 h 6985200"/>
              <a:gd name="connsiteX24" fmla="*/ 2694509 w 6858001"/>
              <a:gd name="connsiteY24" fmla="*/ 236165 h 6985200"/>
              <a:gd name="connsiteX25" fmla="*/ 2826869 w 6858001"/>
              <a:gd name="connsiteY25" fmla="*/ 241040 h 6985200"/>
              <a:gd name="connsiteX26" fmla="*/ 2959914 w 6858001"/>
              <a:gd name="connsiteY26" fmla="*/ 244234 h 6985200"/>
              <a:gd name="connsiteX27" fmla="*/ 3095702 w 6858001"/>
              <a:gd name="connsiteY27" fmla="*/ 247091 h 6985200"/>
              <a:gd name="connsiteX28" fmla="*/ 3232862 w 6858001"/>
              <a:gd name="connsiteY28" fmla="*/ 250117 h 6985200"/>
              <a:gd name="connsiteX29" fmla="*/ 3372766 w 6858001"/>
              <a:gd name="connsiteY29" fmla="*/ 252134 h 6985200"/>
              <a:gd name="connsiteX30" fmla="*/ 3514040 w 6858001"/>
              <a:gd name="connsiteY30" fmla="*/ 252134 h 6985200"/>
              <a:gd name="connsiteX31" fmla="*/ 3656686 w 6858001"/>
              <a:gd name="connsiteY31" fmla="*/ 253142 h 6985200"/>
              <a:gd name="connsiteX32" fmla="*/ 3800705 w 6858001"/>
              <a:gd name="connsiteY32" fmla="*/ 252134 h 6985200"/>
              <a:gd name="connsiteX33" fmla="*/ 3946780 w 6858001"/>
              <a:gd name="connsiteY33" fmla="*/ 250117 h 6985200"/>
              <a:gd name="connsiteX34" fmla="*/ 4092856 w 6858001"/>
              <a:gd name="connsiteY34" fmla="*/ 248268 h 6985200"/>
              <a:gd name="connsiteX35" fmla="*/ 4240988 w 6858001"/>
              <a:gd name="connsiteY35" fmla="*/ 244234 h 6985200"/>
              <a:gd name="connsiteX36" fmla="*/ 4390492 w 6858001"/>
              <a:gd name="connsiteY36" fmla="*/ 240032 h 6985200"/>
              <a:gd name="connsiteX37" fmla="*/ 4539997 w 6858001"/>
              <a:gd name="connsiteY37" fmla="*/ 235157 h 6985200"/>
              <a:gd name="connsiteX38" fmla="*/ 4690873 w 6858001"/>
              <a:gd name="connsiteY38" fmla="*/ 228266 h 6985200"/>
              <a:gd name="connsiteX39" fmla="*/ 4843120 w 6858001"/>
              <a:gd name="connsiteY39" fmla="*/ 220029 h 6985200"/>
              <a:gd name="connsiteX40" fmla="*/ 4996054 w 6858001"/>
              <a:gd name="connsiteY40" fmla="*/ 212129 h 6985200"/>
              <a:gd name="connsiteX41" fmla="*/ 5148987 w 6858001"/>
              <a:gd name="connsiteY41" fmla="*/ 202044 h 6985200"/>
              <a:gd name="connsiteX42" fmla="*/ 5303978 w 6858001"/>
              <a:gd name="connsiteY42" fmla="*/ 189941 h 6985200"/>
              <a:gd name="connsiteX43" fmla="*/ 5456911 w 6858001"/>
              <a:gd name="connsiteY43" fmla="*/ 177839 h 6985200"/>
              <a:gd name="connsiteX44" fmla="*/ 5612588 w 6858001"/>
              <a:gd name="connsiteY44" fmla="*/ 163887 h 6985200"/>
              <a:gd name="connsiteX45" fmla="*/ 5768950 w 6858001"/>
              <a:gd name="connsiteY45" fmla="*/ 148591 h 6985200"/>
              <a:gd name="connsiteX46" fmla="*/ 5923255 w 6858001"/>
              <a:gd name="connsiteY46" fmla="*/ 132455 h 6985200"/>
              <a:gd name="connsiteX47" fmla="*/ 6079618 w 6858001"/>
              <a:gd name="connsiteY47" fmla="*/ 113629 h 6985200"/>
              <a:gd name="connsiteX48" fmla="*/ 6235294 w 6858001"/>
              <a:gd name="connsiteY48" fmla="*/ 93458 h 6985200"/>
              <a:gd name="connsiteX49" fmla="*/ 6391657 w 6858001"/>
              <a:gd name="connsiteY49" fmla="*/ 73455 h 6985200"/>
              <a:gd name="connsiteX50" fmla="*/ 6547333 w 6858001"/>
              <a:gd name="connsiteY50" fmla="*/ 50091 h 6985200"/>
              <a:gd name="connsiteX51" fmla="*/ 6702324 w 6858001"/>
              <a:gd name="connsiteY51" fmla="*/ 26222 h 6985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6858001" h="6985200">
                <a:moveTo>
                  <a:pt x="6858001" y="1177"/>
                </a:moveTo>
                <a:lnTo>
                  <a:pt x="6858001" y="1344715"/>
                </a:lnTo>
                <a:lnTo>
                  <a:pt x="6858000" y="1344715"/>
                </a:lnTo>
                <a:lnTo>
                  <a:pt x="6858000" y="6985200"/>
                </a:lnTo>
                <a:lnTo>
                  <a:pt x="0" y="6985199"/>
                </a:lnTo>
                <a:lnTo>
                  <a:pt x="0" y="886772"/>
                </a:lnTo>
                <a:lnTo>
                  <a:pt x="1" y="886772"/>
                </a:lnTo>
                <a:lnTo>
                  <a:pt x="1" y="0"/>
                </a:lnTo>
                <a:lnTo>
                  <a:pt x="40463" y="5883"/>
                </a:lnTo>
                <a:lnTo>
                  <a:pt x="159107" y="23196"/>
                </a:lnTo>
                <a:lnTo>
                  <a:pt x="245518" y="35299"/>
                </a:lnTo>
                <a:lnTo>
                  <a:pt x="348388" y="48073"/>
                </a:lnTo>
                <a:lnTo>
                  <a:pt x="470460" y="63369"/>
                </a:lnTo>
                <a:lnTo>
                  <a:pt x="605563" y="79506"/>
                </a:lnTo>
                <a:lnTo>
                  <a:pt x="757810" y="96483"/>
                </a:lnTo>
                <a:lnTo>
                  <a:pt x="923774" y="114469"/>
                </a:lnTo>
                <a:lnTo>
                  <a:pt x="1104139" y="132454"/>
                </a:lnTo>
                <a:lnTo>
                  <a:pt x="1296163" y="150776"/>
                </a:lnTo>
                <a:lnTo>
                  <a:pt x="1503275" y="167753"/>
                </a:lnTo>
                <a:lnTo>
                  <a:pt x="1719988" y="184058"/>
                </a:lnTo>
                <a:lnTo>
                  <a:pt x="1949045" y="198849"/>
                </a:lnTo>
                <a:lnTo>
                  <a:pt x="2187703" y="212969"/>
                </a:lnTo>
                <a:lnTo>
                  <a:pt x="2436649" y="226248"/>
                </a:lnTo>
                <a:lnTo>
                  <a:pt x="2564208" y="230955"/>
                </a:lnTo>
                <a:lnTo>
                  <a:pt x="2694509" y="236165"/>
                </a:lnTo>
                <a:lnTo>
                  <a:pt x="2826869" y="241040"/>
                </a:lnTo>
                <a:lnTo>
                  <a:pt x="2959914" y="244234"/>
                </a:lnTo>
                <a:lnTo>
                  <a:pt x="3095702" y="247091"/>
                </a:lnTo>
                <a:lnTo>
                  <a:pt x="3232862" y="250117"/>
                </a:lnTo>
                <a:lnTo>
                  <a:pt x="3372766" y="252134"/>
                </a:lnTo>
                <a:lnTo>
                  <a:pt x="3514040" y="252134"/>
                </a:lnTo>
                <a:lnTo>
                  <a:pt x="3656686" y="253142"/>
                </a:lnTo>
                <a:lnTo>
                  <a:pt x="3800705" y="252134"/>
                </a:lnTo>
                <a:lnTo>
                  <a:pt x="3946780" y="250117"/>
                </a:lnTo>
                <a:lnTo>
                  <a:pt x="4092856" y="248268"/>
                </a:lnTo>
                <a:lnTo>
                  <a:pt x="4240988" y="244234"/>
                </a:lnTo>
                <a:lnTo>
                  <a:pt x="4390492" y="240032"/>
                </a:lnTo>
                <a:lnTo>
                  <a:pt x="4539997" y="235157"/>
                </a:lnTo>
                <a:lnTo>
                  <a:pt x="4690873" y="228266"/>
                </a:lnTo>
                <a:lnTo>
                  <a:pt x="4843120" y="220029"/>
                </a:lnTo>
                <a:lnTo>
                  <a:pt x="4996054" y="212129"/>
                </a:lnTo>
                <a:lnTo>
                  <a:pt x="5148987" y="202044"/>
                </a:lnTo>
                <a:lnTo>
                  <a:pt x="5303978" y="189941"/>
                </a:lnTo>
                <a:lnTo>
                  <a:pt x="5456911" y="177839"/>
                </a:lnTo>
                <a:lnTo>
                  <a:pt x="5612588" y="163887"/>
                </a:lnTo>
                <a:lnTo>
                  <a:pt x="5768950" y="148591"/>
                </a:lnTo>
                <a:lnTo>
                  <a:pt x="5923255" y="132455"/>
                </a:lnTo>
                <a:lnTo>
                  <a:pt x="6079618" y="113629"/>
                </a:lnTo>
                <a:lnTo>
                  <a:pt x="6235294" y="93458"/>
                </a:lnTo>
                <a:lnTo>
                  <a:pt x="6391657" y="73455"/>
                </a:lnTo>
                <a:lnTo>
                  <a:pt x="6547333" y="50091"/>
                </a:lnTo>
                <a:lnTo>
                  <a:pt x="6702324" y="26222"/>
                </a:lnTo>
                <a:close/>
              </a:path>
            </a:pathLst>
          </a:custGeom>
          <a:ln>
            <a:noFill/>
          </a:ln>
        </p:spPr>
        <p:txBody>
          <a:bodyPr/>
          <a:lstStyle/>
          <a:p>
            <a:endParaRPr lang="hu-HU"/>
          </a:p>
        </p:txBody>
      </p:sp>
      <p:pic>
        <p:nvPicPr>
          <p:cNvPr id="6" name="Kép 5" descr="A képen sor, diagram, tervezés látható  Előfordulhat, hogy az AI által létrehozott tartalom helytelen.">
            <a:extLst>
              <a:ext uri="{FF2B5EF4-FFF2-40B4-BE49-F238E27FC236}">
                <a16:creationId xmlns:a16="http://schemas.microsoft.com/office/drawing/2014/main" id="{899F8A61-97DF-76E7-7B91-DC5BBE0E5F2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64371" y="974357"/>
            <a:ext cx="6658331" cy="3545560"/>
          </a:xfrm>
          <a:prstGeom prst="rect">
            <a:avLst/>
          </a:prstGeom>
          <a:effectLst/>
        </p:spPr>
      </p:pic>
      <p:sp>
        <p:nvSpPr>
          <p:cNvPr id="42" name="Rectangle 41">
            <a:extLst>
              <a:ext uri="{FF2B5EF4-FFF2-40B4-BE49-F238E27FC236}">
                <a16:creationId xmlns:a16="http://schemas.microsoft.com/office/drawing/2014/main" id="{A92A1116-1C84-41DF-B803-1F7B0883EC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42448"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hu-HU"/>
          </a:p>
        </p:txBody>
      </p:sp>
      <p:pic>
        <p:nvPicPr>
          <p:cNvPr id="8" name="Tartalom helye 7" descr="A képen szöveg, képernyőkép, diagram, sor látható  Előfordulhat, hogy az AI által létrehozott tartalom helytelen.">
            <a:extLst>
              <a:ext uri="{FF2B5EF4-FFF2-40B4-BE49-F238E27FC236}">
                <a16:creationId xmlns:a16="http://schemas.microsoft.com/office/drawing/2014/main" id="{AE6E50B9-5A91-A0C0-2C7C-DC150EDB54DB}"/>
              </a:ext>
            </a:extLst>
          </p:cNvPr>
          <p:cNvPicPr>
            <a:picLocks noGrp="1" noChangeAspect="1"/>
          </p:cNvPicPr>
          <p:nvPr>
            <p:ph idx="1"/>
          </p:nvPr>
        </p:nvPicPr>
        <p:blipFill>
          <a:blip r:embed="rId4">
            <a:extLst>
              <a:ext uri="{28A0092B-C50C-407E-A947-70E740481C1C}">
                <a14:useLocalDpi xmlns:a14="http://schemas.microsoft.com/office/drawing/2010/main" val="0"/>
              </a:ext>
            </a:extLst>
          </a:blip>
          <a:stretch>
            <a:fillRect/>
          </a:stretch>
        </p:blipFill>
        <p:spPr>
          <a:xfrm>
            <a:off x="7186335" y="4334150"/>
            <a:ext cx="2861905" cy="2461928"/>
          </a:xfrm>
        </p:spPr>
      </p:pic>
      <p:sp>
        <p:nvSpPr>
          <p:cNvPr id="10" name="Content Placeholder 7">
            <a:extLst>
              <a:ext uri="{FF2B5EF4-FFF2-40B4-BE49-F238E27FC236}">
                <a16:creationId xmlns:a16="http://schemas.microsoft.com/office/drawing/2014/main" id="{8B7FF0CF-0BD4-A123-FC1C-45203ECB111D}"/>
              </a:ext>
            </a:extLst>
          </p:cNvPr>
          <p:cNvSpPr txBox="1">
            <a:spLocks/>
          </p:cNvSpPr>
          <p:nvPr/>
        </p:nvSpPr>
        <p:spPr>
          <a:xfrm>
            <a:off x="579633" y="2251587"/>
            <a:ext cx="4166509" cy="3785419"/>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a:lstStyle>
          <a:p>
            <a:r>
              <a:rPr lang="en-US" sz="1800" dirty="0">
                <a:solidFill>
                  <a:srgbClr val="EBEBEB"/>
                </a:solidFill>
                <a:latin typeface="Times New Roman" panose="02020603050405020304" pitchFamily="18" charset="0"/>
                <a:cs typeface="Times New Roman" panose="02020603050405020304" pitchFamily="18" charset="0"/>
              </a:rPr>
              <a:t>Similar structure to the secretaries office</a:t>
            </a:r>
          </a:p>
          <a:p>
            <a:r>
              <a:rPr lang="en-US" sz="1800" dirty="0">
                <a:solidFill>
                  <a:srgbClr val="EBEBEB"/>
                </a:solidFill>
                <a:latin typeface="Times New Roman" panose="02020603050405020304" pitchFamily="18" charset="0"/>
                <a:cs typeface="Times New Roman" panose="02020603050405020304" pitchFamily="18" charset="0"/>
              </a:rPr>
              <a:t>3 VLANs (HR, Finance, Customer Service)</a:t>
            </a:r>
          </a:p>
          <a:p>
            <a:r>
              <a:rPr lang="en-US" sz="1800" dirty="0">
                <a:solidFill>
                  <a:srgbClr val="EBEBEB"/>
                </a:solidFill>
                <a:latin typeface="Times New Roman" panose="02020603050405020304" pitchFamily="18" charset="0"/>
                <a:cs typeface="Times New Roman" panose="02020603050405020304" pitchFamily="18" charset="0"/>
              </a:rPr>
              <a:t>DHCP </a:t>
            </a:r>
            <a:r>
              <a:rPr lang="en-US" sz="1800" dirty="0" err="1">
                <a:solidFill>
                  <a:srgbClr val="EBEBEB"/>
                </a:solidFill>
                <a:latin typeface="Times New Roman" panose="02020603050405020304" pitchFamily="18" charset="0"/>
                <a:cs typeface="Times New Roman" panose="02020603050405020304" pitchFamily="18" charset="0"/>
              </a:rPr>
              <a:t>through</a:t>
            </a:r>
            <a:r>
              <a:rPr lang="en-US" sz="1800" dirty="0">
                <a:solidFill>
                  <a:srgbClr val="EBEBEB"/>
                </a:solidFill>
                <a:latin typeface="Times New Roman" panose="02020603050405020304" pitchFamily="18" charset="0"/>
                <a:cs typeface="Times New Roman" panose="02020603050405020304" pitchFamily="18" charset="0"/>
              </a:rPr>
              <a:t> sub-interfaces</a:t>
            </a:r>
          </a:p>
          <a:p>
            <a:r>
              <a:rPr lang="en-US" sz="1800" dirty="0">
                <a:solidFill>
                  <a:srgbClr val="EBEBEB"/>
                </a:solidFill>
                <a:latin typeface="Times New Roman" panose="02020603050405020304" pitchFamily="18" charset="0"/>
                <a:cs typeface="Times New Roman" panose="02020603050405020304" pitchFamily="18" charset="0"/>
              </a:rPr>
              <a:t>ACL: VLAN 20 can see others but this is not reciprocal</a:t>
            </a:r>
          </a:p>
          <a:p>
            <a:r>
              <a:rPr lang="en-US" sz="1800" dirty="0">
                <a:solidFill>
                  <a:srgbClr val="EBEBEB"/>
                </a:solidFill>
                <a:latin typeface="Times New Roman" panose="02020603050405020304" pitchFamily="18" charset="0"/>
                <a:cs typeface="Times New Roman" panose="02020603050405020304" pitchFamily="18" charset="0"/>
              </a:rPr>
              <a:t>Common Area:</a:t>
            </a:r>
          </a:p>
          <a:p>
            <a:pPr lvl="1"/>
            <a:r>
              <a:rPr lang="hu-HU" dirty="0">
                <a:solidFill>
                  <a:srgbClr val="EBEBEB"/>
                </a:solidFill>
                <a:latin typeface="Times New Roman" panose="02020603050405020304" pitchFamily="18" charset="0"/>
                <a:cs typeface="Times New Roman" panose="02020603050405020304" pitchFamily="18" charset="0"/>
              </a:rPr>
              <a:t>WIFI</a:t>
            </a:r>
            <a:r>
              <a:rPr lang="en-US" dirty="0">
                <a:solidFill>
                  <a:srgbClr val="EBEBEB"/>
                </a:solidFill>
                <a:latin typeface="Times New Roman" panose="02020603050405020304" pitchFamily="18" charset="0"/>
                <a:cs typeface="Times New Roman" panose="02020603050405020304" pitchFamily="18" charset="0"/>
              </a:rPr>
              <a:t> router, Access point and phones</a:t>
            </a:r>
            <a:endParaRPr lang="hu-HU" dirty="0">
              <a:solidFill>
                <a:srgbClr val="EBEBEB"/>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792065796"/>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52BEFF1-896C-45B1-B02C-96A6A1BC389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10" name="Freeform 36">
            <a:extLst>
              <a:ext uri="{FF2B5EF4-FFF2-40B4-BE49-F238E27FC236}">
                <a16:creationId xmlns:a16="http://schemas.microsoft.com/office/drawing/2014/main" id="{BB237A14-61B1-4C00-A670-5D8D68A8668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644637" y="0"/>
            <a:ext cx="559472" cy="3709642"/>
          </a:xfrm>
          <a:custGeom>
            <a:avLst/>
            <a:gdLst>
              <a:gd name="connsiteX0" fmla="*/ 0 w 559472"/>
              <a:gd name="connsiteY0" fmla="*/ 0 h 3709642"/>
              <a:gd name="connsiteX1" fmla="*/ 473952 w 559472"/>
              <a:gd name="connsiteY1" fmla="*/ 0 h 3709642"/>
              <a:gd name="connsiteX2" fmla="*/ 485840 w 559472"/>
              <a:gd name="connsiteY2" fmla="*/ 161194 h 3709642"/>
              <a:gd name="connsiteX3" fmla="*/ 523949 w 559472"/>
              <a:gd name="connsiteY3" fmla="*/ 3672197 h 3709642"/>
              <a:gd name="connsiteX4" fmla="*/ 454748 w 559472"/>
              <a:gd name="connsiteY4" fmla="*/ 3709642 h 3709642"/>
              <a:gd name="connsiteX5" fmla="*/ 448224 w 559472"/>
              <a:gd name="connsiteY5" fmla="*/ 3510471 h 3709642"/>
              <a:gd name="connsiteX6" fmla="*/ 443564 w 559472"/>
              <a:gd name="connsiteY6" fmla="*/ 3408563 h 3709642"/>
              <a:gd name="connsiteX7" fmla="*/ 438902 w 559472"/>
              <a:gd name="connsiteY7" fmla="*/ 3304407 h 3709642"/>
              <a:gd name="connsiteX8" fmla="*/ 433941 w 559472"/>
              <a:gd name="connsiteY8" fmla="*/ 3198777 h 3709642"/>
              <a:gd name="connsiteX9" fmla="*/ 427584 w 559472"/>
              <a:gd name="connsiteY9" fmla="*/ 3092510 h 3709642"/>
              <a:gd name="connsiteX10" fmla="*/ 420988 w 559472"/>
              <a:gd name="connsiteY10" fmla="*/ 2984390 h 3709642"/>
              <a:gd name="connsiteX11" fmla="*/ 414330 w 559472"/>
              <a:gd name="connsiteY11" fmla="*/ 2874401 h 3709642"/>
              <a:gd name="connsiteX12" fmla="*/ 406840 w 559472"/>
              <a:gd name="connsiteY12" fmla="*/ 2762980 h 3709642"/>
              <a:gd name="connsiteX13" fmla="*/ 397745 w 559472"/>
              <a:gd name="connsiteY13" fmla="*/ 2650566 h 3709642"/>
              <a:gd name="connsiteX14" fmla="*/ 389154 w 559472"/>
              <a:gd name="connsiteY14" fmla="*/ 2536612 h 3709642"/>
              <a:gd name="connsiteX15" fmla="*/ 379225 w 559472"/>
              <a:gd name="connsiteY15" fmla="*/ 2421642 h 3709642"/>
              <a:gd name="connsiteX16" fmla="*/ 368316 w 559472"/>
              <a:gd name="connsiteY16" fmla="*/ 2305627 h 3709642"/>
              <a:gd name="connsiteX17" fmla="*/ 357466 w 559472"/>
              <a:gd name="connsiteY17" fmla="*/ 2189233 h 3709642"/>
              <a:gd name="connsiteX18" fmla="*/ 344982 w 559472"/>
              <a:gd name="connsiteY18" fmla="*/ 2071473 h 3709642"/>
              <a:gd name="connsiteX19" fmla="*/ 332466 w 559472"/>
              <a:gd name="connsiteY19" fmla="*/ 1952216 h 3709642"/>
              <a:gd name="connsiteX20" fmla="*/ 319121 w 559472"/>
              <a:gd name="connsiteY20" fmla="*/ 1833776 h 3709642"/>
              <a:gd name="connsiteX21" fmla="*/ 304408 w 559472"/>
              <a:gd name="connsiteY21" fmla="*/ 1713948 h 3709642"/>
              <a:gd name="connsiteX22" fmla="*/ 288685 w 559472"/>
              <a:gd name="connsiteY22" fmla="*/ 1592703 h 3709642"/>
              <a:gd name="connsiteX23" fmla="*/ 273050 w 559472"/>
              <a:gd name="connsiteY23" fmla="*/ 1471451 h 3709642"/>
              <a:gd name="connsiteX24" fmla="*/ 255813 w 559472"/>
              <a:gd name="connsiteY24" fmla="*/ 1350328 h 3709642"/>
              <a:gd name="connsiteX25" fmla="*/ 237060 w 559472"/>
              <a:gd name="connsiteY25" fmla="*/ 1227080 h 3709642"/>
              <a:gd name="connsiteX26" fmla="*/ 218488 w 559472"/>
              <a:gd name="connsiteY26" fmla="*/ 1106065 h 3709642"/>
              <a:gd name="connsiteX27" fmla="*/ 198221 w 559472"/>
              <a:gd name="connsiteY27" fmla="*/ 982940 h 3709642"/>
              <a:gd name="connsiteX28" fmla="*/ 177152 w 559472"/>
              <a:gd name="connsiteY28" fmla="*/ 858755 h 3709642"/>
              <a:gd name="connsiteX29" fmla="*/ 155551 w 559472"/>
              <a:gd name="connsiteY29" fmla="*/ 736861 h 3709642"/>
              <a:gd name="connsiteX30" fmla="*/ 131782 w 559472"/>
              <a:gd name="connsiteY30" fmla="*/ 613645 h 3709642"/>
              <a:gd name="connsiteX31" fmla="*/ 107123 w 559472"/>
              <a:gd name="connsiteY31" fmla="*/ 490500 h 3709642"/>
              <a:gd name="connsiteX32" fmla="*/ 82552 w 559472"/>
              <a:gd name="connsiteY32" fmla="*/ 367348 h 3709642"/>
              <a:gd name="connsiteX33" fmla="*/ 55608 w 559472"/>
              <a:gd name="connsiteY33" fmla="*/ 244762 h 3709642"/>
              <a:gd name="connsiteX34" fmla="*/ 28130 w 559472"/>
              <a:gd name="connsiteY34" fmla="*/ 122220 h 3709642"/>
              <a:gd name="connsiteX35" fmla="*/ 0 w 559472"/>
              <a:gd name="connsiteY35" fmla="*/ 0 h 37096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59472" h="3709642">
                <a:moveTo>
                  <a:pt x="0" y="0"/>
                </a:moveTo>
                <a:lnTo>
                  <a:pt x="473952" y="0"/>
                </a:lnTo>
                <a:lnTo>
                  <a:pt x="485840" y="161194"/>
                </a:lnTo>
                <a:cubicBezTo>
                  <a:pt x="552063" y="1147770"/>
                  <a:pt x="592441" y="3086737"/>
                  <a:pt x="523949" y="3672197"/>
                </a:cubicBezTo>
                <a:cubicBezTo>
                  <a:pt x="500842" y="3684557"/>
                  <a:pt x="477855" y="3697282"/>
                  <a:pt x="454748" y="3709642"/>
                </a:cubicBezTo>
                <a:lnTo>
                  <a:pt x="448224" y="3510471"/>
                </a:lnTo>
                <a:lnTo>
                  <a:pt x="443564" y="3408563"/>
                </a:lnTo>
                <a:lnTo>
                  <a:pt x="438902" y="3304407"/>
                </a:lnTo>
                <a:lnTo>
                  <a:pt x="433941" y="3198777"/>
                </a:lnTo>
                <a:lnTo>
                  <a:pt x="427584" y="3092510"/>
                </a:lnTo>
                <a:lnTo>
                  <a:pt x="420988" y="2984390"/>
                </a:lnTo>
                <a:lnTo>
                  <a:pt x="414330" y="2874401"/>
                </a:lnTo>
                <a:lnTo>
                  <a:pt x="406840" y="2762980"/>
                </a:lnTo>
                <a:lnTo>
                  <a:pt x="397745" y="2650566"/>
                </a:lnTo>
                <a:lnTo>
                  <a:pt x="389154" y="2536612"/>
                </a:lnTo>
                <a:lnTo>
                  <a:pt x="379225" y="2421642"/>
                </a:lnTo>
                <a:lnTo>
                  <a:pt x="368316" y="2305627"/>
                </a:lnTo>
                <a:lnTo>
                  <a:pt x="357466" y="2189233"/>
                </a:lnTo>
                <a:lnTo>
                  <a:pt x="344982" y="2071473"/>
                </a:lnTo>
                <a:lnTo>
                  <a:pt x="332466" y="1952216"/>
                </a:lnTo>
                <a:lnTo>
                  <a:pt x="319121" y="1833776"/>
                </a:lnTo>
                <a:lnTo>
                  <a:pt x="304408" y="1713948"/>
                </a:lnTo>
                <a:lnTo>
                  <a:pt x="288685" y="1592703"/>
                </a:lnTo>
                <a:lnTo>
                  <a:pt x="273050" y="1471451"/>
                </a:lnTo>
                <a:lnTo>
                  <a:pt x="255813" y="1350328"/>
                </a:lnTo>
                <a:lnTo>
                  <a:pt x="237060" y="1227080"/>
                </a:lnTo>
                <a:lnTo>
                  <a:pt x="218488" y="1106065"/>
                </a:lnTo>
                <a:lnTo>
                  <a:pt x="198221" y="982940"/>
                </a:lnTo>
                <a:lnTo>
                  <a:pt x="177152" y="858755"/>
                </a:lnTo>
                <a:lnTo>
                  <a:pt x="155551" y="736861"/>
                </a:lnTo>
                <a:lnTo>
                  <a:pt x="131782" y="613645"/>
                </a:lnTo>
                <a:lnTo>
                  <a:pt x="107123" y="490500"/>
                </a:lnTo>
                <a:lnTo>
                  <a:pt x="82552" y="367348"/>
                </a:lnTo>
                <a:lnTo>
                  <a:pt x="55608" y="244762"/>
                </a:lnTo>
                <a:lnTo>
                  <a:pt x="28130" y="122220"/>
                </a:lnTo>
                <a:lnTo>
                  <a:pt x="0" y="0"/>
                </a:lnTo>
                <a:close/>
              </a:path>
            </a:pathLst>
          </a:custGeom>
          <a:solidFill>
            <a:schemeClr val="tx2">
              <a:alpha val="20000"/>
            </a:schemeClr>
          </a:solidFill>
          <a:ln>
            <a:noFill/>
          </a:ln>
        </p:spPr>
        <p:txBody>
          <a:bodyPr rtlCol="0" anchor="ctr"/>
          <a:lstStyle/>
          <a:p>
            <a:pPr algn="ctr"/>
            <a:endParaRPr lang="en-US"/>
          </a:p>
        </p:txBody>
      </p:sp>
      <p:sp>
        <p:nvSpPr>
          <p:cNvPr id="12" name="Freeform: Shape 11">
            <a:extLst>
              <a:ext uri="{FF2B5EF4-FFF2-40B4-BE49-F238E27FC236}">
                <a16:creationId xmlns:a16="http://schemas.microsoft.com/office/drawing/2014/main" id="{8598F259-6F54-47A3-8D13-1603D786A3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4990911" cy="6858001"/>
          </a:xfrm>
          <a:custGeom>
            <a:avLst/>
            <a:gdLst>
              <a:gd name="connsiteX0" fmla="*/ 3646196 w 4990911"/>
              <a:gd name="connsiteY0" fmla="*/ 0 h 6858001"/>
              <a:gd name="connsiteX1" fmla="*/ 4989734 w 4990911"/>
              <a:gd name="connsiteY1" fmla="*/ 0 h 6858001"/>
              <a:gd name="connsiteX2" fmla="*/ 4964689 w 4990911"/>
              <a:gd name="connsiteY2" fmla="*/ 155677 h 6858001"/>
              <a:gd name="connsiteX3" fmla="*/ 4940820 w 4990911"/>
              <a:gd name="connsiteY3" fmla="*/ 310668 h 6858001"/>
              <a:gd name="connsiteX4" fmla="*/ 4917456 w 4990911"/>
              <a:gd name="connsiteY4" fmla="*/ 466344 h 6858001"/>
              <a:gd name="connsiteX5" fmla="*/ 4897453 w 4990911"/>
              <a:gd name="connsiteY5" fmla="*/ 622707 h 6858001"/>
              <a:gd name="connsiteX6" fmla="*/ 4877282 w 4990911"/>
              <a:gd name="connsiteY6" fmla="*/ 778383 h 6858001"/>
              <a:gd name="connsiteX7" fmla="*/ 4858456 w 4990911"/>
              <a:gd name="connsiteY7" fmla="*/ 934746 h 6858001"/>
              <a:gd name="connsiteX8" fmla="*/ 4842320 w 4990911"/>
              <a:gd name="connsiteY8" fmla="*/ 1089051 h 6858001"/>
              <a:gd name="connsiteX9" fmla="*/ 4827024 w 4990911"/>
              <a:gd name="connsiteY9" fmla="*/ 1245413 h 6858001"/>
              <a:gd name="connsiteX10" fmla="*/ 4813072 w 4990911"/>
              <a:gd name="connsiteY10" fmla="*/ 1401090 h 6858001"/>
              <a:gd name="connsiteX11" fmla="*/ 4800970 w 4990911"/>
              <a:gd name="connsiteY11" fmla="*/ 1554023 h 6858001"/>
              <a:gd name="connsiteX12" fmla="*/ 4788867 w 4990911"/>
              <a:gd name="connsiteY12" fmla="*/ 1709014 h 6858001"/>
              <a:gd name="connsiteX13" fmla="*/ 4778782 w 4990911"/>
              <a:gd name="connsiteY13" fmla="*/ 1861947 h 6858001"/>
              <a:gd name="connsiteX14" fmla="*/ 4770882 w 4990911"/>
              <a:gd name="connsiteY14" fmla="*/ 2014881 h 6858001"/>
              <a:gd name="connsiteX15" fmla="*/ 4762645 w 4990911"/>
              <a:gd name="connsiteY15" fmla="*/ 2167128 h 6858001"/>
              <a:gd name="connsiteX16" fmla="*/ 4755754 w 4990911"/>
              <a:gd name="connsiteY16" fmla="*/ 2318004 h 6858001"/>
              <a:gd name="connsiteX17" fmla="*/ 4750879 w 4990911"/>
              <a:gd name="connsiteY17" fmla="*/ 2467509 h 6858001"/>
              <a:gd name="connsiteX18" fmla="*/ 4746677 w 4990911"/>
              <a:gd name="connsiteY18" fmla="*/ 2617013 h 6858001"/>
              <a:gd name="connsiteX19" fmla="*/ 4742643 w 4990911"/>
              <a:gd name="connsiteY19" fmla="*/ 2765146 h 6858001"/>
              <a:gd name="connsiteX20" fmla="*/ 4740794 w 4990911"/>
              <a:gd name="connsiteY20" fmla="*/ 2911221 h 6858001"/>
              <a:gd name="connsiteX21" fmla="*/ 4738777 w 4990911"/>
              <a:gd name="connsiteY21" fmla="*/ 3057297 h 6858001"/>
              <a:gd name="connsiteX22" fmla="*/ 4737768 w 4990911"/>
              <a:gd name="connsiteY22" fmla="*/ 3201315 h 6858001"/>
              <a:gd name="connsiteX23" fmla="*/ 4738777 w 4990911"/>
              <a:gd name="connsiteY23" fmla="*/ 3343961 h 6858001"/>
              <a:gd name="connsiteX24" fmla="*/ 4738777 w 4990911"/>
              <a:gd name="connsiteY24" fmla="*/ 3485236 h 6858001"/>
              <a:gd name="connsiteX25" fmla="*/ 4740794 w 4990911"/>
              <a:gd name="connsiteY25" fmla="*/ 3625139 h 6858001"/>
              <a:gd name="connsiteX26" fmla="*/ 4743819 w 4990911"/>
              <a:gd name="connsiteY26" fmla="*/ 3762299 h 6858001"/>
              <a:gd name="connsiteX27" fmla="*/ 4746677 w 4990911"/>
              <a:gd name="connsiteY27" fmla="*/ 3898087 h 6858001"/>
              <a:gd name="connsiteX28" fmla="*/ 4749871 w 4990911"/>
              <a:gd name="connsiteY28" fmla="*/ 4031133 h 6858001"/>
              <a:gd name="connsiteX29" fmla="*/ 4754745 w 4990911"/>
              <a:gd name="connsiteY29" fmla="*/ 4163492 h 6858001"/>
              <a:gd name="connsiteX30" fmla="*/ 4759956 w 4990911"/>
              <a:gd name="connsiteY30" fmla="*/ 4293793 h 6858001"/>
              <a:gd name="connsiteX31" fmla="*/ 4764662 w 4990911"/>
              <a:gd name="connsiteY31" fmla="*/ 4421352 h 6858001"/>
              <a:gd name="connsiteX32" fmla="*/ 4777942 w 4990911"/>
              <a:gd name="connsiteY32" fmla="*/ 4670298 h 6858001"/>
              <a:gd name="connsiteX33" fmla="*/ 4792061 w 4990911"/>
              <a:gd name="connsiteY33" fmla="*/ 4908956 h 6858001"/>
              <a:gd name="connsiteX34" fmla="*/ 4806853 w 4990911"/>
              <a:gd name="connsiteY34" fmla="*/ 5138013 h 6858001"/>
              <a:gd name="connsiteX35" fmla="*/ 4823158 w 4990911"/>
              <a:gd name="connsiteY35" fmla="*/ 5354726 h 6858001"/>
              <a:gd name="connsiteX36" fmla="*/ 4840135 w 4990911"/>
              <a:gd name="connsiteY36" fmla="*/ 5561838 h 6858001"/>
              <a:gd name="connsiteX37" fmla="*/ 4858456 w 4990911"/>
              <a:gd name="connsiteY37" fmla="*/ 5753862 h 6858001"/>
              <a:gd name="connsiteX38" fmla="*/ 4876442 w 4990911"/>
              <a:gd name="connsiteY38" fmla="*/ 5934227 h 6858001"/>
              <a:gd name="connsiteX39" fmla="*/ 4894427 w 4990911"/>
              <a:gd name="connsiteY39" fmla="*/ 6100191 h 6858001"/>
              <a:gd name="connsiteX40" fmla="*/ 4911404 w 4990911"/>
              <a:gd name="connsiteY40" fmla="*/ 6252438 h 6858001"/>
              <a:gd name="connsiteX41" fmla="*/ 4927541 w 4990911"/>
              <a:gd name="connsiteY41" fmla="*/ 6387541 h 6858001"/>
              <a:gd name="connsiteX42" fmla="*/ 4942837 w 4990911"/>
              <a:gd name="connsiteY42" fmla="*/ 6509613 h 6858001"/>
              <a:gd name="connsiteX43" fmla="*/ 4955612 w 4990911"/>
              <a:gd name="connsiteY43" fmla="*/ 6612483 h 6858001"/>
              <a:gd name="connsiteX44" fmla="*/ 4967714 w 4990911"/>
              <a:gd name="connsiteY44" fmla="*/ 6698894 h 6858001"/>
              <a:gd name="connsiteX45" fmla="*/ 4985028 w 4990911"/>
              <a:gd name="connsiteY45" fmla="*/ 6817538 h 6858001"/>
              <a:gd name="connsiteX46" fmla="*/ 4990911 w 4990911"/>
              <a:gd name="connsiteY46" fmla="*/ 6858000 h 6858001"/>
              <a:gd name="connsiteX47" fmla="*/ 4085557 w 4990911"/>
              <a:gd name="connsiteY47" fmla="*/ 6858000 h 6858001"/>
              <a:gd name="connsiteX48" fmla="*/ 4085557 w 4990911"/>
              <a:gd name="connsiteY48" fmla="*/ 6858001 h 6858001"/>
              <a:gd name="connsiteX49" fmla="*/ 0 w 4990911"/>
              <a:gd name="connsiteY49" fmla="*/ 6858001 h 6858001"/>
              <a:gd name="connsiteX50" fmla="*/ 0 w 4990911"/>
              <a:gd name="connsiteY50" fmla="*/ 1 h 6858001"/>
              <a:gd name="connsiteX51" fmla="*/ 3646196 w 4990911"/>
              <a:gd name="connsiteY51" fmla="*/ 1 h 6858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4990911" h="6858001">
                <a:moveTo>
                  <a:pt x="3646196" y="0"/>
                </a:moveTo>
                <a:lnTo>
                  <a:pt x="4989734" y="0"/>
                </a:lnTo>
                <a:lnTo>
                  <a:pt x="4964689" y="155677"/>
                </a:lnTo>
                <a:lnTo>
                  <a:pt x="4940820" y="310668"/>
                </a:lnTo>
                <a:lnTo>
                  <a:pt x="4917456" y="466344"/>
                </a:lnTo>
                <a:lnTo>
                  <a:pt x="4897453" y="622707"/>
                </a:lnTo>
                <a:lnTo>
                  <a:pt x="4877282" y="778383"/>
                </a:lnTo>
                <a:lnTo>
                  <a:pt x="4858456" y="934746"/>
                </a:lnTo>
                <a:lnTo>
                  <a:pt x="4842320" y="1089051"/>
                </a:lnTo>
                <a:lnTo>
                  <a:pt x="4827024" y="1245413"/>
                </a:lnTo>
                <a:lnTo>
                  <a:pt x="4813072" y="1401090"/>
                </a:lnTo>
                <a:lnTo>
                  <a:pt x="4800970" y="1554023"/>
                </a:lnTo>
                <a:lnTo>
                  <a:pt x="4788867" y="1709014"/>
                </a:lnTo>
                <a:lnTo>
                  <a:pt x="4778782" y="1861947"/>
                </a:lnTo>
                <a:lnTo>
                  <a:pt x="4770882" y="2014881"/>
                </a:lnTo>
                <a:lnTo>
                  <a:pt x="4762645" y="2167128"/>
                </a:lnTo>
                <a:lnTo>
                  <a:pt x="4755754" y="2318004"/>
                </a:lnTo>
                <a:lnTo>
                  <a:pt x="4750879" y="2467509"/>
                </a:lnTo>
                <a:lnTo>
                  <a:pt x="4746677" y="2617013"/>
                </a:lnTo>
                <a:lnTo>
                  <a:pt x="4742643" y="2765146"/>
                </a:lnTo>
                <a:lnTo>
                  <a:pt x="4740794" y="2911221"/>
                </a:lnTo>
                <a:lnTo>
                  <a:pt x="4738777" y="3057297"/>
                </a:lnTo>
                <a:lnTo>
                  <a:pt x="4737768" y="3201315"/>
                </a:lnTo>
                <a:lnTo>
                  <a:pt x="4738777" y="3343961"/>
                </a:lnTo>
                <a:lnTo>
                  <a:pt x="4738777" y="3485236"/>
                </a:lnTo>
                <a:lnTo>
                  <a:pt x="4740794" y="3625139"/>
                </a:lnTo>
                <a:lnTo>
                  <a:pt x="4743819" y="3762299"/>
                </a:lnTo>
                <a:lnTo>
                  <a:pt x="4746677" y="3898087"/>
                </a:lnTo>
                <a:lnTo>
                  <a:pt x="4749871" y="4031133"/>
                </a:lnTo>
                <a:lnTo>
                  <a:pt x="4754745" y="4163492"/>
                </a:lnTo>
                <a:lnTo>
                  <a:pt x="4759956" y="4293793"/>
                </a:lnTo>
                <a:lnTo>
                  <a:pt x="4764662" y="4421352"/>
                </a:lnTo>
                <a:lnTo>
                  <a:pt x="4777942" y="4670298"/>
                </a:lnTo>
                <a:lnTo>
                  <a:pt x="4792061" y="4908956"/>
                </a:lnTo>
                <a:lnTo>
                  <a:pt x="4806853" y="5138013"/>
                </a:lnTo>
                <a:lnTo>
                  <a:pt x="4823158" y="5354726"/>
                </a:lnTo>
                <a:lnTo>
                  <a:pt x="4840135" y="5561838"/>
                </a:lnTo>
                <a:lnTo>
                  <a:pt x="4858456" y="5753862"/>
                </a:lnTo>
                <a:lnTo>
                  <a:pt x="4876442" y="5934227"/>
                </a:lnTo>
                <a:lnTo>
                  <a:pt x="4894427" y="6100191"/>
                </a:lnTo>
                <a:lnTo>
                  <a:pt x="4911404" y="6252438"/>
                </a:lnTo>
                <a:lnTo>
                  <a:pt x="4927541" y="6387541"/>
                </a:lnTo>
                <a:lnTo>
                  <a:pt x="4942837" y="6509613"/>
                </a:lnTo>
                <a:lnTo>
                  <a:pt x="4955612" y="6612483"/>
                </a:lnTo>
                <a:lnTo>
                  <a:pt x="4967714" y="6698894"/>
                </a:lnTo>
                <a:lnTo>
                  <a:pt x="4985028" y="6817538"/>
                </a:lnTo>
                <a:lnTo>
                  <a:pt x="4990911" y="6858000"/>
                </a:lnTo>
                <a:lnTo>
                  <a:pt x="4085557" y="6858000"/>
                </a:lnTo>
                <a:lnTo>
                  <a:pt x="4085557" y="6858001"/>
                </a:lnTo>
                <a:lnTo>
                  <a:pt x="0" y="6858001"/>
                </a:lnTo>
                <a:lnTo>
                  <a:pt x="0" y="1"/>
                </a:lnTo>
                <a:lnTo>
                  <a:pt x="3646196" y="1"/>
                </a:lnTo>
                <a:close/>
              </a:path>
            </a:pathLst>
          </a:cu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0BA768A8-4FED-4ED8-9E46-6BE72188EC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hu-HU"/>
          </a:p>
        </p:txBody>
      </p:sp>
      <p:sp>
        <p:nvSpPr>
          <p:cNvPr id="2" name="Cím 1">
            <a:extLst>
              <a:ext uri="{FF2B5EF4-FFF2-40B4-BE49-F238E27FC236}">
                <a16:creationId xmlns:a16="http://schemas.microsoft.com/office/drawing/2014/main" id="{EDCE472C-D595-4987-1BDF-F6CFC00D81FE}"/>
              </a:ext>
            </a:extLst>
          </p:cNvPr>
          <p:cNvSpPr>
            <a:spLocks noGrp="1"/>
          </p:cNvSpPr>
          <p:nvPr>
            <p:ph type="title"/>
          </p:nvPr>
        </p:nvSpPr>
        <p:spPr>
          <a:xfrm>
            <a:off x="348642" y="676656"/>
            <a:ext cx="3522879" cy="932688"/>
          </a:xfrm>
        </p:spPr>
        <p:txBody>
          <a:bodyPr>
            <a:normAutofit/>
          </a:bodyPr>
          <a:lstStyle/>
          <a:p>
            <a:r>
              <a:rPr lang="hu-HU" b="1" dirty="0" err="1">
                <a:solidFill>
                  <a:srgbClr val="FFFFFF"/>
                </a:solidFill>
                <a:latin typeface="Times New Roman" panose="02020603050405020304" pitchFamily="18" charset="0"/>
                <a:cs typeface="Times New Roman" panose="02020603050405020304" pitchFamily="18" charset="0"/>
              </a:rPr>
              <a:t>Redundancy</a:t>
            </a:r>
            <a:endParaRPr lang="hu-HU" b="1" dirty="0">
              <a:solidFill>
                <a:srgbClr val="FFFFFF"/>
              </a:solidFill>
              <a:latin typeface="Times New Roman" panose="02020603050405020304" pitchFamily="18" charset="0"/>
              <a:cs typeface="Times New Roman" panose="02020603050405020304" pitchFamily="18" charset="0"/>
            </a:endParaRPr>
          </a:p>
        </p:txBody>
      </p:sp>
      <p:pic>
        <p:nvPicPr>
          <p:cNvPr id="5" name="Tartalom helye 4" descr="A képen diagram, sor, szöveg, térkép látható  Előfordulhat, hogy a mesterséges intelligencia által létrehozott tartalom helytelen.">
            <a:extLst>
              <a:ext uri="{FF2B5EF4-FFF2-40B4-BE49-F238E27FC236}">
                <a16:creationId xmlns:a16="http://schemas.microsoft.com/office/drawing/2014/main" id="{0E8D3C66-A4D6-18FB-CF33-561111B84533}"/>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5725776" y="1383677"/>
            <a:ext cx="5580762" cy="5158122"/>
          </a:xfrm>
        </p:spPr>
      </p:pic>
      <p:sp>
        <p:nvSpPr>
          <p:cNvPr id="16" name="Content Placeholder 7">
            <a:extLst>
              <a:ext uri="{FF2B5EF4-FFF2-40B4-BE49-F238E27FC236}">
                <a16:creationId xmlns:a16="http://schemas.microsoft.com/office/drawing/2014/main" id="{DEB89432-E0B3-BB1A-EFBF-13100EE0F5AF}"/>
              </a:ext>
            </a:extLst>
          </p:cNvPr>
          <p:cNvSpPr txBox="1">
            <a:spLocks/>
          </p:cNvSpPr>
          <p:nvPr/>
        </p:nvSpPr>
        <p:spPr>
          <a:xfrm>
            <a:off x="412201" y="1907080"/>
            <a:ext cx="4166509" cy="4111316"/>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a:lstStyle>
          <a:p>
            <a:r>
              <a:rPr lang="en-US" sz="2200" dirty="0">
                <a:solidFill>
                  <a:srgbClr val="EBEBEB"/>
                </a:solidFill>
                <a:latin typeface="Times New Roman" panose="02020603050405020304" pitchFamily="18" charset="0"/>
                <a:cs typeface="Times New Roman" panose="02020603050405020304" pitchFamily="18" charset="0"/>
              </a:rPr>
              <a:t>A router "ring" is located in the center of the network</a:t>
            </a:r>
          </a:p>
          <a:p>
            <a:r>
              <a:rPr lang="en-US" sz="2200" dirty="0">
                <a:solidFill>
                  <a:srgbClr val="EBEBEB"/>
                </a:solidFill>
                <a:latin typeface="Times New Roman" panose="02020603050405020304" pitchFamily="18" charset="0"/>
                <a:cs typeface="Times New Roman" panose="02020603050405020304" pitchFamily="18" charset="0"/>
              </a:rPr>
              <a:t>All routers are interconnected with each other, this is redundancy</a:t>
            </a:r>
          </a:p>
          <a:p>
            <a:r>
              <a:rPr lang="en-US" sz="2200" dirty="0">
                <a:solidFill>
                  <a:srgbClr val="EBEBEB"/>
                </a:solidFill>
                <a:latin typeface="Times New Roman" panose="02020603050405020304" pitchFamily="18" charset="0"/>
                <a:cs typeface="Times New Roman" panose="02020603050405020304" pitchFamily="18" charset="0"/>
              </a:rPr>
              <a:t>This technology is a backup system</a:t>
            </a:r>
          </a:p>
          <a:p>
            <a:r>
              <a:rPr lang="en-US" sz="2200" dirty="0">
                <a:solidFill>
                  <a:srgbClr val="EBEBEB"/>
                </a:solidFill>
                <a:latin typeface="Times New Roman" panose="02020603050405020304" pitchFamily="18" charset="0"/>
                <a:cs typeface="Times New Roman" panose="02020603050405020304" pitchFamily="18" charset="0"/>
              </a:rPr>
              <a:t>If one router fails, information will reach from point A to point B via the fastest possible route</a:t>
            </a:r>
            <a:endParaRPr lang="hu-HU" sz="2200" dirty="0">
              <a:solidFill>
                <a:srgbClr val="EBEBEB"/>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4538950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52BEFF1-896C-45B1-B02C-96A6A1BC389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10" name="Freeform 36">
            <a:extLst>
              <a:ext uri="{FF2B5EF4-FFF2-40B4-BE49-F238E27FC236}">
                <a16:creationId xmlns:a16="http://schemas.microsoft.com/office/drawing/2014/main" id="{BB237A14-61B1-4C00-A670-5D8D68A8668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644637" y="0"/>
            <a:ext cx="559472" cy="3709642"/>
          </a:xfrm>
          <a:custGeom>
            <a:avLst/>
            <a:gdLst>
              <a:gd name="connsiteX0" fmla="*/ 0 w 559472"/>
              <a:gd name="connsiteY0" fmla="*/ 0 h 3709642"/>
              <a:gd name="connsiteX1" fmla="*/ 473952 w 559472"/>
              <a:gd name="connsiteY1" fmla="*/ 0 h 3709642"/>
              <a:gd name="connsiteX2" fmla="*/ 485840 w 559472"/>
              <a:gd name="connsiteY2" fmla="*/ 161194 h 3709642"/>
              <a:gd name="connsiteX3" fmla="*/ 523949 w 559472"/>
              <a:gd name="connsiteY3" fmla="*/ 3672197 h 3709642"/>
              <a:gd name="connsiteX4" fmla="*/ 454748 w 559472"/>
              <a:gd name="connsiteY4" fmla="*/ 3709642 h 3709642"/>
              <a:gd name="connsiteX5" fmla="*/ 448224 w 559472"/>
              <a:gd name="connsiteY5" fmla="*/ 3510471 h 3709642"/>
              <a:gd name="connsiteX6" fmla="*/ 443564 w 559472"/>
              <a:gd name="connsiteY6" fmla="*/ 3408563 h 3709642"/>
              <a:gd name="connsiteX7" fmla="*/ 438902 w 559472"/>
              <a:gd name="connsiteY7" fmla="*/ 3304407 h 3709642"/>
              <a:gd name="connsiteX8" fmla="*/ 433941 w 559472"/>
              <a:gd name="connsiteY8" fmla="*/ 3198777 h 3709642"/>
              <a:gd name="connsiteX9" fmla="*/ 427584 w 559472"/>
              <a:gd name="connsiteY9" fmla="*/ 3092510 h 3709642"/>
              <a:gd name="connsiteX10" fmla="*/ 420988 w 559472"/>
              <a:gd name="connsiteY10" fmla="*/ 2984390 h 3709642"/>
              <a:gd name="connsiteX11" fmla="*/ 414330 w 559472"/>
              <a:gd name="connsiteY11" fmla="*/ 2874401 h 3709642"/>
              <a:gd name="connsiteX12" fmla="*/ 406840 w 559472"/>
              <a:gd name="connsiteY12" fmla="*/ 2762980 h 3709642"/>
              <a:gd name="connsiteX13" fmla="*/ 397745 w 559472"/>
              <a:gd name="connsiteY13" fmla="*/ 2650566 h 3709642"/>
              <a:gd name="connsiteX14" fmla="*/ 389154 w 559472"/>
              <a:gd name="connsiteY14" fmla="*/ 2536612 h 3709642"/>
              <a:gd name="connsiteX15" fmla="*/ 379225 w 559472"/>
              <a:gd name="connsiteY15" fmla="*/ 2421642 h 3709642"/>
              <a:gd name="connsiteX16" fmla="*/ 368316 w 559472"/>
              <a:gd name="connsiteY16" fmla="*/ 2305627 h 3709642"/>
              <a:gd name="connsiteX17" fmla="*/ 357466 w 559472"/>
              <a:gd name="connsiteY17" fmla="*/ 2189233 h 3709642"/>
              <a:gd name="connsiteX18" fmla="*/ 344982 w 559472"/>
              <a:gd name="connsiteY18" fmla="*/ 2071473 h 3709642"/>
              <a:gd name="connsiteX19" fmla="*/ 332466 w 559472"/>
              <a:gd name="connsiteY19" fmla="*/ 1952216 h 3709642"/>
              <a:gd name="connsiteX20" fmla="*/ 319121 w 559472"/>
              <a:gd name="connsiteY20" fmla="*/ 1833776 h 3709642"/>
              <a:gd name="connsiteX21" fmla="*/ 304408 w 559472"/>
              <a:gd name="connsiteY21" fmla="*/ 1713948 h 3709642"/>
              <a:gd name="connsiteX22" fmla="*/ 288685 w 559472"/>
              <a:gd name="connsiteY22" fmla="*/ 1592703 h 3709642"/>
              <a:gd name="connsiteX23" fmla="*/ 273050 w 559472"/>
              <a:gd name="connsiteY23" fmla="*/ 1471451 h 3709642"/>
              <a:gd name="connsiteX24" fmla="*/ 255813 w 559472"/>
              <a:gd name="connsiteY24" fmla="*/ 1350328 h 3709642"/>
              <a:gd name="connsiteX25" fmla="*/ 237060 w 559472"/>
              <a:gd name="connsiteY25" fmla="*/ 1227080 h 3709642"/>
              <a:gd name="connsiteX26" fmla="*/ 218488 w 559472"/>
              <a:gd name="connsiteY26" fmla="*/ 1106065 h 3709642"/>
              <a:gd name="connsiteX27" fmla="*/ 198221 w 559472"/>
              <a:gd name="connsiteY27" fmla="*/ 982940 h 3709642"/>
              <a:gd name="connsiteX28" fmla="*/ 177152 w 559472"/>
              <a:gd name="connsiteY28" fmla="*/ 858755 h 3709642"/>
              <a:gd name="connsiteX29" fmla="*/ 155551 w 559472"/>
              <a:gd name="connsiteY29" fmla="*/ 736861 h 3709642"/>
              <a:gd name="connsiteX30" fmla="*/ 131782 w 559472"/>
              <a:gd name="connsiteY30" fmla="*/ 613645 h 3709642"/>
              <a:gd name="connsiteX31" fmla="*/ 107123 w 559472"/>
              <a:gd name="connsiteY31" fmla="*/ 490500 h 3709642"/>
              <a:gd name="connsiteX32" fmla="*/ 82552 w 559472"/>
              <a:gd name="connsiteY32" fmla="*/ 367348 h 3709642"/>
              <a:gd name="connsiteX33" fmla="*/ 55608 w 559472"/>
              <a:gd name="connsiteY33" fmla="*/ 244762 h 3709642"/>
              <a:gd name="connsiteX34" fmla="*/ 28130 w 559472"/>
              <a:gd name="connsiteY34" fmla="*/ 122220 h 3709642"/>
              <a:gd name="connsiteX35" fmla="*/ 0 w 559472"/>
              <a:gd name="connsiteY35" fmla="*/ 0 h 37096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559472" h="3709642">
                <a:moveTo>
                  <a:pt x="0" y="0"/>
                </a:moveTo>
                <a:lnTo>
                  <a:pt x="473952" y="0"/>
                </a:lnTo>
                <a:lnTo>
                  <a:pt x="485840" y="161194"/>
                </a:lnTo>
                <a:cubicBezTo>
                  <a:pt x="552063" y="1147770"/>
                  <a:pt x="592441" y="3086737"/>
                  <a:pt x="523949" y="3672197"/>
                </a:cubicBezTo>
                <a:cubicBezTo>
                  <a:pt x="500842" y="3684557"/>
                  <a:pt x="477855" y="3697282"/>
                  <a:pt x="454748" y="3709642"/>
                </a:cubicBezTo>
                <a:lnTo>
                  <a:pt x="448224" y="3510471"/>
                </a:lnTo>
                <a:lnTo>
                  <a:pt x="443564" y="3408563"/>
                </a:lnTo>
                <a:lnTo>
                  <a:pt x="438902" y="3304407"/>
                </a:lnTo>
                <a:lnTo>
                  <a:pt x="433941" y="3198777"/>
                </a:lnTo>
                <a:lnTo>
                  <a:pt x="427584" y="3092510"/>
                </a:lnTo>
                <a:lnTo>
                  <a:pt x="420988" y="2984390"/>
                </a:lnTo>
                <a:lnTo>
                  <a:pt x="414330" y="2874401"/>
                </a:lnTo>
                <a:lnTo>
                  <a:pt x="406840" y="2762980"/>
                </a:lnTo>
                <a:lnTo>
                  <a:pt x="397745" y="2650566"/>
                </a:lnTo>
                <a:lnTo>
                  <a:pt x="389154" y="2536612"/>
                </a:lnTo>
                <a:lnTo>
                  <a:pt x="379225" y="2421642"/>
                </a:lnTo>
                <a:lnTo>
                  <a:pt x="368316" y="2305627"/>
                </a:lnTo>
                <a:lnTo>
                  <a:pt x="357466" y="2189233"/>
                </a:lnTo>
                <a:lnTo>
                  <a:pt x="344982" y="2071473"/>
                </a:lnTo>
                <a:lnTo>
                  <a:pt x="332466" y="1952216"/>
                </a:lnTo>
                <a:lnTo>
                  <a:pt x="319121" y="1833776"/>
                </a:lnTo>
                <a:lnTo>
                  <a:pt x="304408" y="1713948"/>
                </a:lnTo>
                <a:lnTo>
                  <a:pt x="288685" y="1592703"/>
                </a:lnTo>
                <a:lnTo>
                  <a:pt x="273050" y="1471451"/>
                </a:lnTo>
                <a:lnTo>
                  <a:pt x="255813" y="1350328"/>
                </a:lnTo>
                <a:lnTo>
                  <a:pt x="237060" y="1227080"/>
                </a:lnTo>
                <a:lnTo>
                  <a:pt x="218488" y="1106065"/>
                </a:lnTo>
                <a:lnTo>
                  <a:pt x="198221" y="982940"/>
                </a:lnTo>
                <a:lnTo>
                  <a:pt x="177152" y="858755"/>
                </a:lnTo>
                <a:lnTo>
                  <a:pt x="155551" y="736861"/>
                </a:lnTo>
                <a:lnTo>
                  <a:pt x="131782" y="613645"/>
                </a:lnTo>
                <a:lnTo>
                  <a:pt x="107123" y="490500"/>
                </a:lnTo>
                <a:lnTo>
                  <a:pt x="82552" y="367348"/>
                </a:lnTo>
                <a:lnTo>
                  <a:pt x="55608" y="244762"/>
                </a:lnTo>
                <a:lnTo>
                  <a:pt x="28130" y="122220"/>
                </a:lnTo>
                <a:lnTo>
                  <a:pt x="0" y="0"/>
                </a:lnTo>
                <a:close/>
              </a:path>
            </a:pathLst>
          </a:custGeom>
          <a:solidFill>
            <a:schemeClr val="tx2">
              <a:alpha val="20000"/>
            </a:schemeClr>
          </a:solidFill>
          <a:ln>
            <a:noFill/>
          </a:ln>
        </p:spPr>
        <p:txBody>
          <a:bodyPr rtlCol="0" anchor="ctr"/>
          <a:lstStyle/>
          <a:p>
            <a:pPr algn="ctr"/>
            <a:endParaRPr lang="en-US"/>
          </a:p>
        </p:txBody>
      </p:sp>
      <p:sp>
        <p:nvSpPr>
          <p:cNvPr id="12" name="Freeform: Shape 11">
            <a:extLst>
              <a:ext uri="{FF2B5EF4-FFF2-40B4-BE49-F238E27FC236}">
                <a16:creationId xmlns:a16="http://schemas.microsoft.com/office/drawing/2014/main" id="{8598F259-6F54-47A3-8D13-1603D786A3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4990911" cy="6858001"/>
          </a:xfrm>
          <a:custGeom>
            <a:avLst/>
            <a:gdLst>
              <a:gd name="connsiteX0" fmla="*/ 3646196 w 4990911"/>
              <a:gd name="connsiteY0" fmla="*/ 0 h 6858001"/>
              <a:gd name="connsiteX1" fmla="*/ 4989734 w 4990911"/>
              <a:gd name="connsiteY1" fmla="*/ 0 h 6858001"/>
              <a:gd name="connsiteX2" fmla="*/ 4964689 w 4990911"/>
              <a:gd name="connsiteY2" fmla="*/ 155677 h 6858001"/>
              <a:gd name="connsiteX3" fmla="*/ 4940820 w 4990911"/>
              <a:gd name="connsiteY3" fmla="*/ 310668 h 6858001"/>
              <a:gd name="connsiteX4" fmla="*/ 4917456 w 4990911"/>
              <a:gd name="connsiteY4" fmla="*/ 466344 h 6858001"/>
              <a:gd name="connsiteX5" fmla="*/ 4897453 w 4990911"/>
              <a:gd name="connsiteY5" fmla="*/ 622707 h 6858001"/>
              <a:gd name="connsiteX6" fmla="*/ 4877282 w 4990911"/>
              <a:gd name="connsiteY6" fmla="*/ 778383 h 6858001"/>
              <a:gd name="connsiteX7" fmla="*/ 4858456 w 4990911"/>
              <a:gd name="connsiteY7" fmla="*/ 934746 h 6858001"/>
              <a:gd name="connsiteX8" fmla="*/ 4842320 w 4990911"/>
              <a:gd name="connsiteY8" fmla="*/ 1089051 h 6858001"/>
              <a:gd name="connsiteX9" fmla="*/ 4827024 w 4990911"/>
              <a:gd name="connsiteY9" fmla="*/ 1245413 h 6858001"/>
              <a:gd name="connsiteX10" fmla="*/ 4813072 w 4990911"/>
              <a:gd name="connsiteY10" fmla="*/ 1401090 h 6858001"/>
              <a:gd name="connsiteX11" fmla="*/ 4800970 w 4990911"/>
              <a:gd name="connsiteY11" fmla="*/ 1554023 h 6858001"/>
              <a:gd name="connsiteX12" fmla="*/ 4788867 w 4990911"/>
              <a:gd name="connsiteY12" fmla="*/ 1709014 h 6858001"/>
              <a:gd name="connsiteX13" fmla="*/ 4778782 w 4990911"/>
              <a:gd name="connsiteY13" fmla="*/ 1861947 h 6858001"/>
              <a:gd name="connsiteX14" fmla="*/ 4770882 w 4990911"/>
              <a:gd name="connsiteY14" fmla="*/ 2014881 h 6858001"/>
              <a:gd name="connsiteX15" fmla="*/ 4762645 w 4990911"/>
              <a:gd name="connsiteY15" fmla="*/ 2167128 h 6858001"/>
              <a:gd name="connsiteX16" fmla="*/ 4755754 w 4990911"/>
              <a:gd name="connsiteY16" fmla="*/ 2318004 h 6858001"/>
              <a:gd name="connsiteX17" fmla="*/ 4750879 w 4990911"/>
              <a:gd name="connsiteY17" fmla="*/ 2467509 h 6858001"/>
              <a:gd name="connsiteX18" fmla="*/ 4746677 w 4990911"/>
              <a:gd name="connsiteY18" fmla="*/ 2617013 h 6858001"/>
              <a:gd name="connsiteX19" fmla="*/ 4742643 w 4990911"/>
              <a:gd name="connsiteY19" fmla="*/ 2765146 h 6858001"/>
              <a:gd name="connsiteX20" fmla="*/ 4740794 w 4990911"/>
              <a:gd name="connsiteY20" fmla="*/ 2911221 h 6858001"/>
              <a:gd name="connsiteX21" fmla="*/ 4738777 w 4990911"/>
              <a:gd name="connsiteY21" fmla="*/ 3057297 h 6858001"/>
              <a:gd name="connsiteX22" fmla="*/ 4737768 w 4990911"/>
              <a:gd name="connsiteY22" fmla="*/ 3201315 h 6858001"/>
              <a:gd name="connsiteX23" fmla="*/ 4738777 w 4990911"/>
              <a:gd name="connsiteY23" fmla="*/ 3343961 h 6858001"/>
              <a:gd name="connsiteX24" fmla="*/ 4738777 w 4990911"/>
              <a:gd name="connsiteY24" fmla="*/ 3485236 h 6858001"/>
              <a:gd name="connsiteX25" fmla="*/ 4740794 w 4990911"/>
              <a:gd name="connsiteY25" fmla="*/ 3625139 h 6858001"/>
              <a:gd name="connsiteX26" fmla="*/ 4743819 w 4990911"/>
              <a:gd name="connsiteY26" fmla="*/ 3762299 h 6858001"/>
              <a:gd name="connsiteX27" fmla="*/ 4746677 w 4990911"/>
              <a:gd name="connsiteY27" fmla="*/ 3898087 h 6858001"/>
              <a:gd name="connsiteX28" fmla="*/ 4749871 w 4990911"/>
              <a:gd name="connsiteY28" fmla="*/ 4031133 h 6858001"/>
              <a:gd name="connsiteX29" fmla="*/ 4754745 w 4990911"/>
              <a:gd name="connsiteY29" fmla="*/ 4163492 h 6858001"/>
              <a:gd name="connsiteX30" fmla="*/ 4759956 w 4990911"/>
              <a:gd name="connsiteY30" fmla="*/ 4293793 h 6858001"/>
              <a:gd name="connsiteX31" fmla="*/ 4764662 w 4990911"/>
              <a:gd name="connsiteY31" fmla="*/ 4421352 h 6858001"/>
              <a:gd name="connsiteX32" fmla="*/ 4777942 w 4990911"/>
              <a:gd name="connsiteY32" fmla="*/ 4670298 h 6858001"/>
              <a:gd name="connsiteX33" fmla="*/ 4792061 w 4990911"/>
              <a:gd name="connsiteY33" fmla="*/ 4908956 h 6858001"/>
              <a:gd name="connsiteX34" fmla="*/ 4806853 w 4990911"/>
              <a:gd name="connsiteY34" fmla="*/ 5138013 h 6858001"/>
              <a:gd name="connsiteX35" fmla="*/ 4823158 w 4990911"/>
              <a:gd name="connsiteY35" fmla="*/ 5354726 h 6858001"/>
              <a:gd name="connsiteX36" fmla="*/ 4840135 w 4990911"/>
              <a:gd name="connsiteY36" fmla="*/ 5561838 h 6858001"/>
              <a:gd name="connsiteX37" fmla="*/ 4858456 w 4990911"/>
              <a:gd name="connsiteY37" fmla="*/ 5753862 h 6858001"/>
              <a:gd name="connsiteX38" fmla="*/ 4876442 w 4990911"/>
              <a:gd name="connsiteY38" fmla="*/ 5934227 h 6858001"/>
              <a:gd name="connsiteX39" fmla="*/ 4894427 w 4990911"/>
              <a:gd name="connsiteY39" fmla="*/ 6100191 h 6858001"/>
              <a:gd name="connsiteX40" fmla="*/ 4911404 w 4990911"/>
              <a:gd name="connsiteY40" fmla="*/ 6252438 h 6858001"/>
              <a:gd name="connsiteX41" fmla="*/ 4927541 w 4990911"/>
              <a:gd name="connsiteY41" fmla="*/ 6387541 h 6858001"/>
              <a:gd name="connsiteX42" fmla="*/ 4942837 w 4990911"/>
              <a:gd name="connsiteY42" fmla="*/ 6509613 h 6858001"/>
              <a:gd name="connsiteX43" fmla="*/ 4955612 w 4990911"/>
              <a:gd name="connsiteY43" fmla="*/ 6612483 h 6858001"/>
              <a:gd name="connsiteX44" fmla="*/ 4967714 w 4990911"/>
              <a:gd name="connsiteY44" fmla="*/ 6698894 h 6858001"/>
              <a:gd name="connsiteX45" fmla="*/ 4985028 w 4990911"/>
              <a:gd name="connsiteY45" fmla="*/ 6817538 h 6858001"/>
              <a:gd name="connsiteX46" fmla="*/ 4990911 w 4990911"/>
              <a:gd name="connsiteY46" fmla="*/ 6858000 h 6858001"/>
              <a:gd name="connsiteX47" fmla="*/ 4085557 w 4990911"/>
              <a:gd name="connsiteY47" fmla="*/ 6858000 h 6858001"/>
              <a:gd name="connsiteX48" fmla="*/ 4085557 w 4990911"/>
              <a:gd name="connsiteY48" fmla="*/ 6858001 h 6858001"/>
              <a:gd name="connsiteX49" fmla="*/ 0 w 4990911"/>
              <a:gd name="connsiteY49" fmla="*/ 6858001 h 6858001"/>
              <a:gd name="connsiteX50" fmla="*/ 0 w 4990911"/>
              <a:gd name="connsiteY50" fmla="*/ 1 h 6858001"/>
              <a:gd name="connsiteX51" fmla="*/ 3646196 w 4990911"/>
              <a:gd name="connsiteY51" fmla="*/ 1 h 6858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4990911" h="6858001">
                <a:moveTo>
                  <a:pt x="3646196" y="0"/>
                </a:moveTo>
                <a:lnTo>
                  <a:pt x="4989734" y="0"/>
                </a:lnTo>
                <a:lnTo>
                  <a:pt x="4964689" y="155677"/>
                </a:lnTo>
                <a:lnTo>
                  <a:pt x="4940820" y="310668"/>
                </a:lnTo>
                <a:lnTo>
                  <a:pt x="4917456" y="466344"/>
                </a:lnTo>
                <a:lnTo>
                  <a:pt x="4897453" y="622707"/>
                </a:lnTo>
                <a:lnTo>
                  <a:pt x="4877282" y="778383"/>
                </a:lnTo>
                <a:lnTo>
                  <a:pt x="4858456" y="934746"/>
                </a:lnTo>
                <a:lnTo>
                  <a:pt x="4842320" y="1089051"/>
                </a:lnTo>
                <a:lnTo>
                  <a:pt x="4827024" y="1245413"/>
                </a:lnTo>
                <a:lnTo>
                  <a:pt x="4813072" y="1401090"/>
                </a:lnTo>
                <a:lnTo>
                  <a:pt x="4800970" y="1554023"/>
                </a:lnTo>
                <a:lnTo>
                  <a:pt x="4788867" y="1709014"/>
                </a:lnTo>
                <a:lnTo>
                  <a:pt x="4778782" y="1861947"/>
                </a:lnTo>
                <a:lnTo>
                  <a:pt x="4770882" y="2014881"/>
                </a:lnTo>
                <a:lnTo>
                  <a:pt x="4762645" y="2167128"/>
                </a:lnTo>
                <a:lnTo>
                  <a:pt x="4755754" y="2318004"/>
                </a:lnTo>
                <a:lnTo>
                  <a:pt x="4750879" y="2467509"/>
                </a:lnTo>
                <a:lnTo>
                  <a:pt x="4746677" y="2617013"/>
                </a:lnTo>
                <a:lnTo>
                  <a:pt x="4742643" y="2765146"/>
                </a:lnTo>
                <a:lnTo>
                  <a:pt x="4740794" y="2911221"/>
                </a:lnTo>
                <a:lnTo>
                  <a:pt x="4738777" y="3057297"/>
                </a:lnTo>
                <a:lnTo>
                  <a:pt x="4737768" y="3201315"/>
                </a:lnTo>
                <a:lnTo>
                  <a:pt x="4738777" y="3343961"/>
                </a:lnTo>
                <a:lnTo>
                  <a:pt x="4738777" y="3485236"/>
                </a:lnTo>
                <a:lnTo>
                  <a:pt x="4740794" y="3625139"/>
                </a:lnTo>
                <a:lnTo>
                  <a:pt x="4743819" y="3762299"/>
                </a:lnTo>
                <a:lnTo>
                  <a:pt x="4746677" y="3898087"/>
                </a:lnTo>
                <a:lnTo>
                  <a:pt x="4749871" y="4031133"/>
                </a:lnTo>
                <a:lnTo>
                  <a:pt x="4754745" y="4163492"/>
                </a:lnTo>
                <a:lnTo>
                  <a:pt x="4759956" y="4293793"/>
                </a:lnTo>
                <a:lnTo>
                  <a:pt x="4764662" y="4421352"/>
                </a:lnTo>
                <a:lnTo>
                  <a:pt x="4777942" y="4670298"/>
                </a:lnTo>
                <a:lnTo>
                  <a:pt x="4792061" y="4908956"/>
                </a:lnTo>
                <a:lnTo>
                  <a:pt x="4806853" y="5138013"/>
                </a:lnTo>
                <a:lnTo>
                  <a:pt x="4823158" y="5354726"/>
                </a:lnTo>
                <a:lnTo>
                  <a:pt x="4840135" y="5561838"/>
                </a:lnTo>
                <a:lnTo>
                  <a:pt x="4858456" y="5753862"/>
                </a:lnTo>
                <a:lnTo>
                  <a:pt x="4876442" y="5934227"/>
                </a:lnTo>
                <a:lnTo>
                  <a:pt x="4894427" y="6100191"/>
                </a:lnTo>
                <a:lnTo>
                  <a:pt x="4911404" y="6252438"/>
                </a:lnTo>
                <a:lnTo>
                  <a:pt x="4927541" y="6387541"/>
                </a:lnTo>
                <a:lnTo>
                  <a:pt x="4942837" y="6509613"/>
                </a:lnTo>
                <a:lnTo>
                  <a:pt x="4955612" y="6612483"/>
                </a:lnTo>
                <a:lnTo>
                  <a:pt x="4967714" y="6698894"/>
                </a:lnTo>
                <a:lnTo>
                  <a:pt x="4985028" y="6817538"/>
                </a:lnTo>
                <a:lnTo>
                  <a:pt x="4990911" y="6858000"/>
                </a:lnTo>
                <a:lnTo>
                  <a:pt x="4085557" y="6858000"/>
                </a:lnTo>
                <a:lnTo>
                  <a:pt x="4085557" y="6858001"/>
                </a:lnTo>
                <a:lnTo>
                  <a:pt x="0" y="6858001"/>
                </a:lnTo>
                <a:lnTo>
                  <a:pt x="0" y="1"/>
                </a:lnTo>
                <a:lnTo>
                  <a:pt x="3646196" y="1"/>
                </a:lnTo>
                <a:close/>
              </a:path>
            </a:pathLst>
          </a:cu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0BA768A8-4FED-4ED8-9E46-6BE72188EC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hu-HU"/>
          </a:p>
        </p:txBody>
      </p:sp>
      <p:sp>
        <p:nvSpPr>
          <p:cNvPr id="2" name="Cím 1">
            <a:extLst>
              <a:ext uri="{FF2B5EF4-FFF2-40B4-BE49-F238E27FC236}">
                <a16:creationId xmlns:a16="http://schemas.microsoft.com/office/drawing/2014/main" id="{EDCE472C-D595-4987-1BDF-F6CFC00D81FE}"/>
              </a:ext>
            </a:extLst>
          </p:cNvPr>
          <p:cNvSpPr>
            <a:spLocks noGrp="1"/>
          </p:cNvSpPr>
          <p:nvPr>
            <p:ph type="title"/>
          </p:nvPr>
        </p:nvSpPr>
        <p:spPr>
          <a:xfrm>
            <a:off x="560880" y="568040"/>
            <a:ext cx="3522879" cy="932688"/>
          </a:xfrm>
        </p:spPr>
        <p:txBody>
          <a:bodyPr>
            <a:normAutofit fontScale="90000"/>
          </a:bodyPr>
          <a:lstStyle/>
          <a:p>
            <a:pPr algn="ctr"/>
            <a:r>
              <a:rPr lang="en-US" b="1" dirty="0">
                <a:solidFill>
                  <a:srgbClr val="FFFFFF"/>
                </a:solidFill>
                <a:latin typeface="Times New Roman" panose="02020603050405020304" pitchFamily="18" charset="0"/>
                <a:cs typeface="Times New Roman" panose="02020603050405020304" pitchFamily="18" charset="0"/>
              </a:rPr>
              <a:t>NAT-PAT and RIP Protocol</a:t>
            </a:r>
            <a:endParaRPr lang="hu-HU" b="1" dirty="0">
              <a:solidFill>
                <a:srgbClr val="FFFFFF"/>
              </a:solidFill>
              <a:latin typeface="Times New Roman" panose="02020603050405020304" pitchFamily="18" charset="0"/>
              <a:cs typeface="Times New Roman" panose="02020603050405020304" pitchFamily="18" charset="0"/>
            </a:endParaRPr>
          </a:p>
        </p:txBody>
      </p:sp>
      <p:sp>
        <p:nvSpPr>
          <p:cNvPr id="16" name="Content Placeholder 7">
            <a:extLst>
              <a:ext uri="{FF2B5EF4-FFF2-40B4-BE49-F238E27FC236}">
                <a16:creationId xmlns:a16="http://schemas.microsoft.com/office/drawing/2014/main" id="{DEB89432-E0B3-BB1A-EFBF-13100EE0F5AF}"/>
              </a:ext>
            </a:extLst>
          </p:cNvPr>
          <p:cNvSpPr txBox="1">
            <a:spLocks/>
          </p:cNvSpPr>
          <p:nvPr/>
        </p:nvSpPr>
        <p:spPr>
          <a:xfrm>
            <a:off x="443812" y="2238636"/>
            <a:ext cx="4166509" cy="4111316"/>
          </a:xfrm>
          <a:prstGeom prst="rect">
            <a:avLst/>
          </a:prstGeom>
        </p:spPr>
        <p:txBody>
          <a:bodyPr vert="horz" lIns="91440" tIns="45720" rIns="91440" bIns="45720" rtlCol="0">
            <a:normAutofit fontScale="92500" lnSpcReduction="10000"/>
          </a:bodyPr>
          <a:lst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a:lstStyle>
          <a:p>
            <a:r>
              <a:rPr lang="en-US" sz="2200" dirty="0">
                <a:solidFill>
                  <a:srgbClr val="EBEBEB"/>
                </a:solidFill>
                <a:latin typeface="Times New Roman" panose="02020603050405020304" pitchFamily="18" charset="0"/>
                <a:cs typeface="Times New Roman" panose="02020603050405020304" pitchFamily="18" charset="0"/>
              </a:rPr>
              <a:t>NAT translates private IP addresses to public IP addresses.</a:t>
            </a:r>
          </a:p>
          <a:p>
            <a:r>
              <a:rPr lang="en-US" sz="2200" dirty="0">
                <a:solidFill>
                  <a:srgbClr val="EBEBEB"/>
                </a:solidFill>
                <a:latin typeface="Times New Roman" panose="02020603050405020304" pitchFamily="18" charset="0"/>
                <a:cs typeface="Times New Roman" panose="02020603050405020304" pitchFamily="18" charset="0"/>
              </a:rPr>
              <a:t>It runs on a router at the boundary between internal and external networks.</a:t>
            </a:r>
          </a:p>
          <a:p>
            <a:r>
              <a:rPr lang="en-US" sz="2200" dirty="0">
                <a:solidFill>
                  <a:srgbClr val="EBEBEB"/>
                </a:solidFill>
                <a:latin typeface="Times New Roman" panose="02020603050405020304" pitchFamily="18" charset="0"/>
                <a:cs typeface="Times New Roman" panose="02020603050405020304" pitchFamily="18" charset="0"/>
              </a:rPr>
              <a:t>PAT (Port Address Translation) enables multiple devices to communicate through a single IP.</a:t>
            </a:r>
          </a:p>
          <a:p>
            <a:r>
              <a:rPr lang="en-US" sz="2200" dirty="0">
                <a:solidFill>
                  <a:srgbClr val="EBEBEB"/>
                </a:solidFill>
                <a:latin typeface="Times New Roman" panose="02020603050405020304" pitchFamily="18" charset="0"/>
                <a:cs typeface="Times New Roman" panose="02020603050405020304" pitchFamily="18" charset="0"/>
              </a:rPr>
              <a:t>RIP (Routing Information Protocol) is a distance-vector routing protocol that shares network information only with neighbors.</a:t>
            </a:r>
            <a:endParaRPr lang="hu-HU" sz="2200" dirty="0">
              <a:solidFill>
                <a:srgbClr val="EBEBEB"/>
              </a:solidFill>
              <a:latin typeface="Times New Roman" panose="02020603050405020304" pitchFamily="18" charset="0"/>
              <a:cs typeface="Times New Roman" panose="02020603050405020304" pitchFamily="18" charset="0"/>
            </a:endParaRPr>
          </a:p>
        </p:txBody>
      </p:sp>
      <p:pic>
        <p:nvPicPr>
          <p:cNvPr id="6" name="Picture 2" descr="Understanding NAT/PAT - A Step-by-Step Guide with Ostinato">
            <a:extLst>
              <a:ext uri="{FF2B5EF4-FFF2-40B4-BE49-F238E27FC236}">
                <a16:creationId xmlns:a16="http://schemas.microsoft.com/office/drawing/2014/main" id="{94ABC7AE-DE86-7AB3-7D69-609B612D650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72740" y="1037844"/>
            <a:ext cx="3695047" cy="3436394"/>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4" descr="Routing Information Protocol (RIP) ⋆ | Basic Routing Protocol RIPv2">
            <a:extLst>
              <a:ext uri="{FF2B5EF4-FFF2-40B4-BE49-F238E27FC236}">
                <a16:creationId xmlns:a16="http://schemas.microsoft.com/office/drawing/2014/main" id="{65A5071C-9BEA-7C88-79C7-12975303D07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214500" y="3928186"/>
            <a:ext cx="3695047" cy="26975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287376"/>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blipFill rotWithShape="1">
          <a:blip r:embed="rId3">
            <a:duotone>
              <a:schemeClr val="bg2">
                <a:shade val="69000"/>
                <a:hueMod val="108000"/>
                <a:satMod val="164000"/>
                <a:lumMod val="74000"/>
              </a:schemeClr>
              <a:schemeClr val="bg2">
                <a:tint val="96000"/>
                <a:hueMod val="88000"/>
                <a:satMod val="140000"/>
                <a:lumMod val="132000"/>
              </a:schemeClr>
            </a:duotone>
          </a:blip>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23E8915-D2AA-4327-A45A-972C3CA957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8302FC3C-9804-4950-B721-5FD704BA60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0" y="0"/>
            <a:ext cx="12188952" cy="6858000"/>
          </a:xfrm>
          <a:prstGeom prst="rect">
            <a:avLst/>
          </a:prstGeom>
          <a:ln w="127000" cap="sq" cmpd="thinThick">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6B9695BD-ECF6-49CA-8877-8C493193C65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54295" y="1828800"/>
            <a:ext cx="0" cy="3200400"/>
          </a:xfrm>
          <a:prstGeom prst="line">
            <a:avLst/>
          </a:prstGeom>
          <a:ln w="19050">
            <a:solidFill>
              <a:schemeClr val="bg2">
                <a:lumMod val="60000"/>
                <a:lumOff val="40000"/>
              </a:schemeClr>
            </a:solidFill>
          </a:ln>
        </p:spPr>
        <p:style>
          <a:lnRef idx="1">
            <a:schemeClr val="accent1"/>
          </a:lnRef>
          <a:fillRef idx="0">
            <a:schemeClr val="accent1"/>
          </a:fillRef>
          <a:effectRef idx="0">
            <a:schemeClr val="accent1"/>
          </a:effectRef>
          <a:fontRef idx="minor">
            <a:schemeClr val="tx1"/>
          </a:fontRef>
        </p:style>
      </p:cxnSp>
      <p:pic>
        <p:nvPicPr>
          <p:cNvPr id="14" name="Picture 13">
            <a:extLst>
              <a:ext uri="{FF2B5EF4-FFF2-40B4-BE49-F238E27FC236}">
                <a16:creationId xmlns:a16="http://schemas.microsoft.com/office/drawing/2014/main" id="{3BC6EBB2-9BDC-4075-BA6B-43A9FBF9C86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4">
            <a:extLst>
              <a:ext uri="{28A0092B-C50C-407E-A947-70E740481C1C}">
                <a14:useLocalDpi xmlns:a14="http://schemas.microsoft.com/office/drawing/2010/main" val="0"/>
              </a:ext>
            </a:extLst>
          </a:blip>
          <a:srcRect b="23320"/>
          <a:stretch/>
        </p:blipFill>
        <p:spPr>
          <a:xfrm>
            <a:off x="8605878" y="6228080"/>
            <a:ext cx="993734" cy="762000"/>
          </a:xfrm>
          <a:prstGeom prst="rect">
            <a:avLst/>
          </a:prstGeom>
        </p:spPr>
      </p:pic>
      <p:sp>
        <p:nvSpPr>
          <p:cNvPr id="16" name="Freeform 5">
            <a:extLst>
              <a:ext uri="{FF2B5EF4-FFF2-40B4-BE49-F238E27FC236}">
                <a16:creationId xmlns:a16="http://schemas.microsoft.com/office/drawing/2014/main" id="{F3798573-F27B-47EB-8EA4-7EE34954C2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
          <a:xfrm>
            <a:off x="-1588" y="0"/>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tx1"/>
          </a:solidFill>
          <a:ln>
            <a:noFill/>
          </a:ln>
        </p:spPr>
        <p:txBody>
          <a:bodyPr/>
          <a:lstStyle/>
          <a:p>
            <a:endParaRPr lang="hu-HU"/>
          </a:p>
        </p:txBody>
      </p:sp>
      <p:sp>
        <p:nvSpPr>
          <p:cNvPr id="2" name="Cím 1">
            <a:extLst>
              <a:ext uri="{FF2B5EF4-FFF2-40B4-BE49-F238E27FC236}">
                <a16:creationId xmlns:a16="http://schemas.microsoft.com/office/drawing/2014/main" id="{47834B54-0E7B-82D8-C68A-D91A6A0DD562}"/>
              </a:ext>
            </a:extLst>
          </p:cNvPr>
          <p:cNvSpPr>
            <a:spLocks noGrp="1"/>
          </p:cNvSpPr>
          <p:nvPr>
            <p:ph type="title"/>
          </p:nvPr>
        </p:nvSpPr>
        <p:spPr>
          <a:xfrm>
            <a:off x="806195" y="804672"/>
            <a:ext cx="3521359" cy="5248656"/>
          </a:xfrm>
        </p:spPr>
        <p:txBody>
          <a:bodyPr anchor="ctr">
            <a:normAutofit/>
          </a:bodyPr>
          <a:lstStyle/>
          <a:p>
            <a:pPr algn="ctr"/>
            <a:r>
              <a:rPr lang="hu-HU" b="1" dirty="0" err="1">
                <a:latin typeface="Times New Roman" panose="02020603050405020304" pitchFamily="18" charset="0"/>
                <a:cs typeface="Times New Roman" panose="02020603050405020304" pitchFamily="18" charset="0"/>
              </a:rPr>
              <a:t>Virtual</a:t>
            </a:r>
            <a:r>
              <a:rPr lang="hu-HU" b="1" dirty="0">
                <a:latin typeface="Times New Roman" panose="02020603050405020304" pitchFamily="18" charset="0"/>
                <a:cs typeface="Times New Roman" panose="02020603050405020304" pitchFamily="18" charset="0"/>
              </a:rPr>
              <a:t> servers</a:t>
            </a:r>
          </a:p>
        </p:txBody>
      </p:sp>
      <p:sp>
        <p:nvSpPr>
          <p:cNvPr id="3" name="Tartalom helye 2">
            <a:extLst>
              <a:ext uri="{FF2B5EF4-FFF2-40B4-BE49-F238E27FC236}">
                <a16:creationId xmlns:a16="http://schemas.microsoft.com/office/drawing/2014/main" id="{A063AE5D-6921-2728-7FD7-1A430E693581}"/>
              </a:ext>
            </a:extLst>
          </p:cNvPr>
          <p:cNvSpPr>
            <a:spLocks noGrp="1"/>
          </p:cNvSpPr>
          <p:nvPr>
            <p:ph idx="1"/>
          </p:nvPr>
        </p:nvSpPr>
        <p:spPr>
          <a:xfrm>
            <a:off x="4975861" y="804671"/>
            <a:ext cx="6399930" cy="5248657"/>
          </a:xfrm>
        </p:spPr>
        <p:txBody>
          <a:bodyPr anchor="ctr">
            <a:normAutofit/>
          </a:bodyPr>
          <a:lstStyle/>
          <a:p>
            <a:pPr>
              <a:buFont typeface="Arial" panose="020B0604020202020204" pitchFamily="34" charset="0"/>
              <a:buChar char="•"/>
            </a:pPr>
            <a:r>
              <a:rPr lang="hu-HU" dirty="0" err="1">
                <a:latin typeface="Times New Roman" panose="02020603050405020304" pitchFamily="18" charset="0"/>
                <a:cs typeface="Times New Roman" panose="02020603050405020304" pitchFamily="18" charset="0"/>
              </a:rPr>
              <a:t>We</a:t>
            </a:r>
            <a:r>
              <a:rPr lang="hu-HU" dirty="0">
                <a:latin typeface="Times New Roman" panose="02020603050405020304" pitchFamily="18" charset="0"/>
                <a:cs typeface="Times New Roman" panose="02020603050405020304" pitchFamily="18" charset="0"/>
              </a:rPr>
              <a:t> </a:t>
            </a:r>
            <a:r>
              <a:rPr lang="hu-HU" dirty="0" err="1">
                <a:latin typeface="Times New Roman" panose="02020603050405020304" pitchFamily="18" charset="0"/>
                <a:cs typeface="Times New Roman" panose="02020603050405020304" pitchFamily="18" charset="0"/>
              </a:rPr>
              <a:t>used</a:t>
            </a:r>
            <a:r>
              <a:rPr lang="hu-HU" dirty="0">
                <a:latin typeface="Times New Roman" panose="02020603050405020304" pitchFamily="18" charset="0"/>
                <a:cs typeface="Times New Roman" panose="02020603050405020304" pitchFamily="18" charset="0"/>
              </a:rPr>
              <a:t> </a:t>
            </a:r>
            <a:r>
              <a:rPr lang="hu-HU" dirty="0" err="1">
                <a:latin typeface="Times New Roman" panose="02020603050405020304" pitchFamily="18" charset="0"/>
                <a:cs typeface="Times New Roman" panose="02020603050405020304" pitchFamily="18" charset="0"/>
              </a:rPr>
              <a:t>Virtual</a:t>
            </a:r>
            <a:r>
              <a:rPr lang="hu-HU" dirty="0">
                <a:latin typeface="Times New Roman" panose="02020603050405020304" pitchFamily="18" charset="0"/>
                <a:cs typeface="Times New Roman" panose="02020603050405020304" pitchFamily="18" charset="0"/>
              </a:rPr>
              <a:t> </a:t>
            </a:r>
            <a:r>
              <a:rPr lang="hu-HU" dirty="0" err="1">
                <a:latin typeface="Times New Roman" panose="02020603050405020304" pitchFamily="18" charset="0"/>
                <a:cs typeface="Times New Roman" panose="02020603050405020304" pitchFamily="18" charset="0"/>
              </a:rPr>
              <a:t>box</a:t>
            </a:r>
            <a:endParaRPr lang="hu-HU" dirty="0">
              <a:latin typeface="Times New Roman" panose="02020603050405020304" pitchFamily="18" charset="0"/>
              <a:cs typeface="Times New Roman" panose="02020603050405020304" pitchFamily="18" charset="0"/>
            </a:endParaRPr>
          </a:p>
          <a:p>
            <a:pPr lvl="1"/>
            <a:r>
              <a:rPr lang="hu-HU" dirty="0">
                <a:latin typeface="Times New Roman" panose="02020603050405020304" pitchFamily="18" charset="0"/>
                <a:cs typeface="Times New Roman" panose="02020603050405020304" pitchFamily="18" charset="0"/>
              </a:rPr>
              <a:t>Windows 2019:</a:t>
            </a:r>
          </a:p>
          <a:p>
            <a:pPr lvl="2">
              <a:buFont typeface="Courier New" panose="02070309020205020404" pitchFamily="49" charset="0"/>
              <a:buChar char="o"/>
            </a:pPr>
            <a:r>
              <a:rPr lang="hu-HU" dirty="0" err="1">
                <a:latin typeface="Times New Roman" panose="02020603050405020304" pitchFamily="18" charset="0"/>
                <a:cs typeface="Times New Roman" panose="02020603050405020304" pitchFamily="18" charset="0"/>
              </a:rPr>
              <a:t>Active</a:t>
            </a:r>
            <a:r>
              <a:rPr lang="hu-HU" dirty="0">
                <a:latin typeface="Times New Roman" panose="02020603050405020304" pitchFamily="18" charset="0"/>
                <a:cs typeface="Times New Roman" panose="02020603050405020304" pitchFamily="18" charset="0"/>
              </a:rPr>
              <a:t> </a:t>
            </a:r>
            <a:r>
              <a:rPr lang="hu-HU" dirty="0" err="1">
                <a:latin typeface="Times New Roman" panose="02020603050405020304" pitchFamily="18" charset="0"/>
                <a:cs typeface="Times New Roman" panose="02020603050405020304" pitchFamily="18" charset="0"/>
              </a:rPr>
              <a:t>Directory</a:t>
            </a:r>
            <a:endParaRPr lang="hu-HU" dirty="0">
              <a:latin typeface="Times New Roman" panose="02020603050405020304" pitchFamily="18" charset="0"/>
              <a:cs typeface="Times New Roman" panose="02020603050405020304" pitchFamily="18" charset="0"/>
            </a:endParaRPr>
          </a:p>
          <a:p>
            <a:pPr lvl="2">
              <a:buFont typeface="Courier New" panose="02070309020205020404" pitchFamily="49" charset="0"/>
              <a:buChar char="o"/>
            </a:pPr>
            <a:r>
              <a:rPr lang="hu-HU" dirty="0">
                <a:latin typeface="Times New Roman" panose="02020603050405020304" pitchFamily="18" charset="0"/>
                <a:cs typeface="Times New Roman" panose="02020603050405020304" pitchFamily="18" charset="0"/>
              </a:rPr>
              <a:t>DNS server</a:t>
            </a:r>
          </a:p>
          <a:p>
            <a:pPr lvl="2">
              <a:buFont typeface="Courier New" panose="02070309020205020404" pitchFamily="49" charset="0"/>
              <a:buChar char="o"/>
            </a:pPr>
            <a:r>
              <a:rPr lang="hu-HU" dirty="0">
                <a:latin typeface="Times New Roman" panose="02020603050405020304" pitchFamily="18" charset="0"/>
                <a:cs typeface="Times New Roman" panose="02020603050405020304" pitchFamily="18" charset="0"/>
              </a:rPr>
              <a:t>DHCP server </a:t>
            </a:r>
          </a:p>
          <a:p>
            <a:pPr lvl="2">
              <a:buFont typeface="Courier New" panose="02070309020205020404" pitchFamily="49" charset="0"/>
              <a:buChar char="o"/>
            </a:pPr>
            <a:r>
              <a:rPr lang="hu-HU" dirty="0">
                <a:latin typeface="Times New Roman" panose="02020603050405020304" pitchFamily="18" charset="0"/>
                <a:cs typeface="Times New Roman" panose="02020603050405020304" pitchFamily="18" charset="0"/>
              </a:rPr>
              <a:t>HTTP/HTTPS</a:t>
            </a:r>
          </a:p>
          <a:p>
            <a:pPr lvl="2">
              <a:buFont typeface="Courier New" panose="02070309020205020404" pitchFamily="49" charset="0"/>
              <a:buChar char="o"/>
            </a:pPr>
            <a:r>
              <a:rPr lang="hu-HU" dirty="0">
                <a:latin typeface="Times New Roman" panose="02020603050405020304" pitchFamily="18" charset="0"/>
                <a:cs typeface="Times New Roman" panose="02020603050405020304" pitchFamily="18" charset="0"/>
              </a:rPr>
              <a:t>File and printer </a:t>
            </a:r>
            <a:r>
              <a:rPr lang="hu-HU" dirty="0" err="1">
                <a:latin typeface="Times New Roman" panose="02020603050405020304" pitchFamily="18" charset="0"/>
                <a:cs typeface="Times New Roman" panose="02020603050405020304" pitchFamily="18" charset="0"/>
              </a:rPr>
              <a:t>sharing</a:t>
            </a:r>
            <a:endParaRPr lang="hu-HU" dirty="0">
              <a:latin typeface="Times New Roman" panose="02020603050405020304" pitchFamily="18" charset="0"/>
              <a:cs typeface="Times New Roman" panose="02020603050405020304" pitchFamily="18" charset="0"/>
            </a:endParaRPr>
          </a:p>
          <a:p>
            <a:pPr lvl="2">
              <a:buFont typeface="Courier New" panose="02070309020205020404" pitchFamily="49" charset="0"/>
              <a:buChar char="o"/>
            </a:pPr>
            <a:r>
              <a:rPr lang="en-US" dirty="0">
                <a:latin typeface="Times New Roman" panose="02020603050405020304" pitchFamily="18" charset="0"/>
                <a:cs typeface="Times New Roman" panose="02020603050405020304" pitchFamily="18" charset="0"/>
              </a:rPr>
              <a:t>Automated software deployment to client computers</a:t>
            </a:r>
            <a:endParaRPr lang="hu-HU" dirty="0">
              <a:latin typeface="Times New Roman" panose="02020603050405020304" pitchFamily="18" charset="0"/>
              <a:cs typeface="Times New Roman" panose="02020603050405020304" pitchFamily="18" charset="0"/>
            </a:endParaRPr>
          </a:p>
          <a:p>
            <a:pPr lvl="1"/>
            <a:r>
              <a:rPr lang="hu-HU" dirty="0">
                <a:latin typeface="Times New Roman" panose="02020603050405020304" pitchFamily="18" charset="0"/>
                <a:cs typeface="Times New Roman" panose="02020603050405020304" pitchFamily="18" charset="0"/>
              </a:rPr>
              <a:t>Linux Debian 2013</a:t>
            </a:r>
          </a:p>
          <a:p>
            <a:pPr lvl="2">
              <a:buFont typeface="Courier New" panose="02070309020205020404" pitchFamily="49" charset="0"/>
              <a:buChar char="o"/>
            </a:pPr>
            <a:r>
              <a:rPr lang="hu-HU" dirty="0" err="1">
                <a:latin typeface="Times New Roman" panose="02020603050405020304" pitchFamily="18" charset="0"/>
                <a:cs typeface="Times New Roman" panose="02020603050405020304" pitchFamily="18" charset="0"/>
              </a:rPr>
              <a:t>Automated</a:t>
            </a:r>
            <a:r>
              <a:rPr lang="hu-HU" dirty="0">
                <a:latin typeface="Times New Roman" panose="02020603050405020304" pitchFamily="18" charset="0"/>
                <a:cs typeface="Times New Roman" panose="02020603050405020304" pitchFamily="18" charset="0"/>
              </a:rPr>
              <a:t> backup</a:t>
            </a:r>
          </a:p>
        </p:txBody>
      </p:sp>
    </p:spTree>
    <p:extLst>
      <p:ext uri="{BB962C8B-B14F-4D97-AF65-F5344CB8AC3E}">
        <p14:creationId xmlns:p14="http://schemas.microsoft.com/office/powerpoint/2010/main" val="28822572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532E8706-6376-6F93-3595-3DEBC8D4C3B0}"/>
              </a:ext>
            </a:extLst>
          </p:cNvPr>
          <p:cNvSpPr>
            <a:spLocks noGrp="1"/>
          </p:cNvSpPr>
          <p:nvPr>
            <p:ph type="title"/>
          </p:nvPr>
        </p:nvSpPr>
        <p:spPr>
          <a:xfrm>
            <a:off x="7760740" y="1544134"/>
            <a:ext cx="2289113" cy="1400530"/>
          </a:xfrm>
        </p:spPr>
        <p:txBody>
          <a:bodyPr/>
          <a:lstStyle/>
          <a:p>
            <a:r>
              <a:rPr lang="hu-HU" b="1" dirty="0">
                <a:latin typeface="Times New Roman" panose="02020603050405020304" pitchFamily="18" charset="0"/>
                <a:cs typeface="Times New Roman" panose="02020603050405020304" pitchFamily="18" charset="0"/>
              </a:rPr>
              <a:t>Testing</a:t>
            </a:r>
          </a:p>
        </p:txBody>
      </p:sp>
      <p:pic>
        <p:nvPicPr>
          <p:cNvPr id="4" name="Kép 3">
            <a:extLst>
              <a:ext uri="{FF2B5EF4-FFF2-40B4-BE49-F238E27FC236}">
                <a16:creationId xmlns:a16="http://schemas.microsoft.com/office/drawing/2014/main" id="{F3D43DD1-911F-2F6A-C39D-36F348F1392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rot="20714728">
            <a:off x="483783" y="1291287"/>
            <a:ext cx="5692331" cy="2618472"/>
          </a:xfrm>
          <a:prstGeom prst="rect">
            <a:avLst/>
          </a:prstGeom>
          <a:effectLst/>
        </p:spPr>
      </p:pic>
      <p:pic>
        <p:nvPicPr>
          <p:cNvPr id="5" name="Tartalom helye 5" descr="A képen szöveg, képernyőkép, szám, Betűtípus látható">
            <a:extLst>
              <a:ext uri="{FF2B5EF4-FFF2-40B4-BE49-F238E27FC236}">
                <a16:creationId xmlns:a16="http://schemas.microsoft.com/office/drawing/2014/main" id="{B70E6A44-E655-76D8-28C5-1FF2CEEA92A5}"/>
              </a:ext>
            </a:extLst>
          </p:cNvPr>
          <p:cNvPicPr>
            <a:picLocks noChangeAspect="1"/>
          </p:cNvPicPr>
          <p:nvPr/>
        </p:nvPicPr>
        <p:blipFill>
          <a:blip r:embed="rId4"/>
          <a:stretch>
            <a:fillRect/>
          </a:stretch>
        </p:blipFill>
        <p:spPr>
          <a:xfrm>
            <a:off x="5623561" y="3443900"/>
            <a:ext cx="6025458" cy="2982601"/>
          </a:xfrm>
          <a:prstGeom prst="rect">
            <a:avLst/>
          </a:prstGeom>
          <a:effectLst/>
        </p:spPr>
      </p:pic>
    </p:spTree>
    <p:extLst>
      <p:ext uri="{BB962C8B-B14F-4D97-AF65-F5344CB8AC3E}">
        <p14:creationId xmlns:p14="http://schemas.microsoft.com/office/powerpoint/2010/main" val="134435226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15436C9C-066E-E527-C164-1C649033B2A0}"/>
              </a:ext>
            </a:extLst>
          </p:cNvPr>
          <p:cNvSpPr>
            <a:spLocks noGrp="1"/>
          </p:cNvSpPr>
          <p:nvPr>
            <p:ph type="title"/>
          </p:nvPr>
        </p:nvSpPr>
        <p:spPr>
          <a:xfrm>
            <a:off x="729796" y="677335"/>
            <a:ext cx="3020937" cy="778932"/>
          </a:xfrm>
        </p:spPr>
        <p:txBody>
          <a:bodyPr/>
          <a:lstStyle/>
          <a:p>
            <a:r>
              <a:rPr lang="hu-HU" b="1">
                <a:latin typeface="Times New Roman" panose="02020603050405020304" pitchFamily="18" charset="0"/>
                <a:cs typeface="Times New Roman" panose="02020603050405020304" pitchFamily="18" charset="0"/>
              </a:rPr>
              <a:t>GIT</a:t>
            </a:r>
          </a:p>
        </p:txBody>
      </p:sp>
      <p:sp>
        <p:nvSpPr>
          <p:cNvPr id="3" name="Tartalom helye 2">
            <a:extLst>
              <a:ext uri="{FF2B5EF4-FFF2-40B4-BE49-F238E27FC236}">
                <a16:creationId xmlns:a16="http://schemas.microsoft.com/office/drawing/2014/main" id="{E2D5F620-8ED6-4226-FDAD-7C6C2C6C6273}"/>
              </a:ext>
            </a:extLst>
          </p:cNvPr>
          <p:cNvSpPr>
            <a:spLocks noGrp="1"/>
          </p:cNvSpPr>
          <p:nvPr>
            <p:ph idx="1"/>
          </p:nvPr>
        </p:nvSpPr>
        <p:spPr>
          <a:xfrm>
            <a:off x="1103312" y="1691092"/>
            <a:ext cx="8946541" cy="1147482"/>
          </a:xfrm>
        </p:spPr>
        <p:txBody>
          <a:bodyPr/>
          <a:lstStyle/>
          <a:p>
            <a:pPr algn="just">
              <a:lnSpc>
                <a:spcPct val="115000"/>
              </a:lnSpc>
              <a:spcAft>
                <a:spcPts val="600"/>
              </a:spcAft>
            </a:pPr>
            <a:r>
              <a:rPr lang="en-US" sz="1800" dirty="0">
                <a:effectLst/>
                <a:latin typeface="Times New Roman" panose="02020603050405020304" pitchFamily="18" charset="0"/>
                <a:ea typeface="Aptos" panose="020B0004020202020204" pitchFamily="34" charset="0"/>
              </a:rPr>
              <a:t>Git is a version control system that can be used for efficient management and tracking of code changes. It enables developers to manage different file versions and modifications, allowing restoration to previous states.</a:t>
            </a:r>
            <a:endParaRPr lang="hu-HU" dirty="0"/>
          </a:p>
        </p:txBody>
      </p:sp>
      <p:pic>
        <p:nvPicPr>
          <p:cNvPr id="5" name="Kép 4">
            <a:extLst>
              <a:ext uri="{FF2B5EF4-FFF2-40B4-BE49-F238E27FC236}">
                <a16:creationId xmlns:a16="http://schemas.microsoft.com/office/drawing/2014/main" id="{3ECB429A-A68C-B41E-20D5-939DECB5D4BA}"/>
              </a:ext>
            </a:extLst>
          </p:cNvPr>
          <p:cNvPicPr>
            <a:picLocks noChangeAspect="1"/>
          </p:cNvPicPr>
          <p:nvPr/>
        </p:nvPicPr>
        <p:blipFill>
          <a:blip r:embed="rId3"/>
          <a:stretch>
            <a:fillRect/>
          </a:stretch>
        </p:blipFill>
        <p:spPr>
          <a:xfrm>
            <a:off x="2297289" y="3073400"/>
            <a:ext cx="7597422" cy="3598779"/>
          </a:xfrm>
          <a:prstGeom prst="rect">
            <a:avLst/>
          </a:prstGeom>
        </p:spPr>
      </p:pic>
    </p:spTree>
    <p:extLst>
      <p:ext uri="{BB962C8B-B14F-4D97-AF65-F5344CB8AC3E}">
        <p14:creationId xmlns:p14="http://schemas.microsoft.com/office/powerpoint/2010/main" val="291969718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33571C21-4360-C576-027C-A66D9C40F926}"/>
              </a:ext>
            </a:extLst>
          </p:cNvPr>
          <p:cNvSpPr>
            <a:spLocks noGrp="1"/>
          </p:cNvSpPr>
          <p:nvPr>
            <p:ph type="title"/>
          </p:nvPr>
        </p:nvSpPr>
        <p:spPr>
          <a:xfrm>
            <a:off x="823912" y="706718"/>
            <a:ext cx="1165756" cy="690282"/>
          </a:xfrm>
        </p:spPr>
        <p:txBody>
          <a:bodyPr/>
          <a:lstStyle/>
          <a:p>
            <a:r>
              <a:rPr lang="hu-HU" b="1" err="1">
                <a:latin typeface="Times New Roman" panose="02020603050405020304" pitchFamily="18" charset="0"/>
                <a:cs typeface="Times New Roman" panose="02020603050405020304" pitchFamily="18" charset="0"/>
              </a:rPr>
              <a:t>Jira</a:t>
            </a:r>
            <a:endParaRPr lang="hu-HU"/>
          </a:p>
        </p:txBody>
      </p:sp>
      <p:sp>
        <p:nvSpPr>
          <p:cNvPr id="3" name="Tartalom helye 2">
            <a:extLst>
              <a:ext uri="{FF2B5EF4-FFF2-40B4-BE49-F238E27FC236}">
                <a16:creationId xmlns:a16="http://schemas.microsoft.com/office/drawing/2014/main" id="{889F2F75-2855-D29B-1342-94170D198FBC}"/>
              </a:ext>
            </a:extLst>
          </p:cNvPr>
          <p:cNvSpPr>
            <a:spLocks noGrp="1"/>
          </p:cNvSpPr>
          <p:nvPr>
            <p:ph idx="1"/>
          </p:nvPr>
        </p:nvSpPr>
        <p:spPr>
          <a:xfrm>
            <a:off x="1094168" y="1750845"/>
            <a:ext cx="8946541" cy="1372821"/>
          </a:xfrm>
        </p:spPr>
        <p:txBody>
          <a:bodyPr>
            <a:normAutofit/>
          </a:bodyPr>
          <a:lstStyle/>
          <a:p>
            <a:r>
              <a:rPr lang="en-US" sz="2400" dirty="0">
                <a:latin typeface="Times New Roman" panose="02020603050405020304" pitchFamily="18" charset="0"/>
                <a:cs typeface="Times New Roman" panose="02020603050405020304" pitchFamily="18" charset="0"/>
              </a:rPr>
              <a:t>We log work hours in Jira. This platform is used to verify at the end whether actual work was done during the year or if the project was just hastily assembled.</a:t>
            </a:r>
            <a:endParaRPr lang="hu-HU" sz="2400" dirty="0">
              <a:latin typeface="Times New Roman" panose="02020603050405020304" pitchFamily="18" charset="0"/>
              <a:cs typeface="Times New Roman" panose="02020603050405020304" pitchFamily="18" charset="0"/>
            </a:endParaRPr>
          </a:p>
        </p:txBody>
      </p:sp>
      <p:pic>
        <p:nvPicPr>
          <p:cNvPr id="5" name="Kép 4">
            <a:extLst>
              <a:ext uri="{FF2B5EF4-FFF2-40B4-BE49-F238E27FC236}">
                <a16:creationId xmlns:a16="http://schemas.microsoft.com/office/drawing/2014/main" id="{610B53AA-05ED-4376-94CB-CEE8A3B7EF83}"/>
              </a:ext>
            </a:extLst>
          </p:cNvPr>
          <p:cNvPicPr>
            <a:picLocks noChangeAspect="1"/>
          </p:cNvPicPr>
          <p:nvPr/>
        </p:nvPicPr>
        <p:blipFill>
          <a:blip r:embed="rId3"/>
          <a:stretch>
            <a:fillRect/>
          </a:stretch>
        </p:blipFill>
        <p:spPr>
          <a:xfrm>
            <a:off x="2516612" y="3252004"/>
            <a:ext cx="7158775" cy="3416433"/>
          </a:xfrm>
          <a:prstGeom prst="rect">
            <a:avLst/>
          </a:prstGeom>
        </p:spPr>
      </p:pic>
    </p:spTree>
    <p:extLst>
      <p:ext uri="{BB962C8B-B14F-4D97-AF65-F5344CB8AC3E}">
        <p14:creationId xmlns:p14="http://schemas.microsoft.com/office/powerpoint/2010/main" val="2046129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45239B4D-3DA6-29BC-08AE-2D61DC655214}"/>
              </a:ext>
            </a:extLst>
          </p:cNvPr>
          <p:cNvSpPr>
            <a:spLocks noGrp="1"/>
          </p:cNvSpPr>
          <p:nvPr>
            <p:ph type="title"/>
          </p:nvPr>
        </p:nvSpPr>
        <p:spPr>
          <a:xfrm>
            <a:off x="645130" y="701341"/>
            <a:ext cx="9404723" cy="1400530"/>
          </a:xfrm>
        </p:spPr>
        <p:txBody>
          <a:bodyPr/>
          <a:lstStyle/>
          <a:p>
            <a:r>
              <a:rPr lang="hu-HU" sz="6000" b="1" dirty="0">
                <a:latin typeface="Times New Roman" panose="02020603050405020304" pitchFamily="18" charset="0"/>
                <a:cs typeface="Times New Roman" panose="02020603050405020304" pitchFamily="18" charset="0"/>
              </a:rPr>
              <a:t>Team Time </a:t>
            </a:r>
            <a:r>
              <a:rPr lang="hu-HU" sz="6000" b="1" dirty="0" err="1">
                <a:latin typeface="Times New Roman" panose="02020603050405020304" pitchFamily="18" charset="0"/>
                <a:cs typeface="Times New Roman" panose="02020603050405020304" pitchFamily="18" charset="0"/>
              </a:rPr>
              <a:t>Distribution</a:t>
            </a:r>
            <a:endParaRPr lang="hu-HU" sz="6000" b="1" dirty="0">
              <a:latin typeface="Times New Roman" panose="02020603050405020304" pitchFamily="18" charset="0"/>
              <a:cs typeface="Times New Roman" panose="02020603050405020304" pitchFamily="18" charset="0"/>
            </a:endParaRPr>
          </a:p>
        </p:txBody>
      </p:sp>
      <p:pic>
        <p:nvPicPr>
          <p:cNvPr id="3" name="Kép 2" descr="A képen képernyőkép, diagram, sor látható">
            <a:extLst>
              <a:ext uri="{FF2B5EF4-FFF2-40B4-BE49-F238E27FC236}">
                <a16:creationId xmlns:a16="http://schemas.microsoft.com/office/drawing/2014/main" id="{66EBA0F1-6849-897B-2863-BE95749AEFB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42051" y="2487803"/>
            <a:ext cx="7776375" cy="2945597"/>
          </a:xfrm>
          <a:prstGeom prst="rect">
            <a:avLst/>
          </a:prstGeom>
        </p:spPr>
      </p:pic>
      <p:pic>
        <p:nvPicPr>
          <p:cNvPr id="4" name="Kép 3">
            <a:extLst>
              <a:ext uri="{FF2B5EF4-FFF2-40B4-BE49-F238E27FC236}">
                <a16:creationId xmlns:a16="http://schemas.microsoft.com/office/drawing/2014/main" id="{3E2DBA1B-CC96-BD52-5477-5B5D817D8FA3}"/>
              </a:ext>
            </a:extLst>
          </p:cNvPr>
          <p:cNvPicPr>
            <a:picLocks noChangeAspect="1"/>
          </p:cNvPicPr>
          <p:nvPr/>
        </p:nvPicPr>
        <p:blipFill>
          <a:blip r:embed="rId4"/>
          <a:stretch>
            <a:fillRect/>
          </a:stretch>
        </p:blipFill>
        <p:spPr>
          <a:xfrm>
            <a:off x="874775" y="6005038"/>
            <a:ext cx="10442448" cy="536968"/>
          </a:xfrm>
          <a:prstGeom prst="rect">
            <a:avLst/>
          </a:prstGeom>
        </p:spPr>
      </p:pic>
    </p:spTree>
    <p:extLst>
      <p:ext uri="{BB962C8B-B14F-4D97-AF65-F5344CB8AC3E}">
        <p14:creationId xmlns:p14="http://schemas.microsoft.com/office/powerpoint/2010/main" val="31598885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blipFill rotWithShape="1">
          <a:blip r:embed="rId3">
            <a:duotone>
              <a:schemeClr val="bg2">
                <a:shade val="69000"/>
                <a:hueMod val="108000"/>
                <a:satMod val="164000"/>
                <a:lumMod val="74000"/>
              </a:schemeClr>
              <a:schemeClr val="bg2">
                <a:tint val="96000"/>
                <a:hueMod val="88000"/>
                <a:satMod val="140000"/>
                <a:lumMod val="132000"/>
              </a:schemeClr>
            </a:duotone>
          </a:blip>
          <a:stretch/>
        </a:blipFill>
        <a:effectLst/>
      </p:bgPr>
    </p:bg>
    <p:spTree>
      <p:nvGrpSpPr>
        <p:cNvPr id="1" name="">
          <a:extLst>
            <a:ext uri="{FF2B5EF4-FFF2-40B4-BE49-F238E27FC236}">
              <a16:creationId xmlns:a16="http://schemas.microsoft.com/office/drawing/2014/main" id="{220C2181-6C81-4346-8AF5-27A924D08089}"/>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923E8915-D2AA-4327-A45A-972C3CA957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8302FC3C-9804-4950-B721-5FD704BA60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0" y="0"/>
            <a:ext cx="12188952" cy="6858000"/>
          </a:xfrm>
          <a:prstGeom prst="rect">
            <a:avLst/>
          </a:prstGeom>
          <a:ln w="127000" cap="sq" cmpd="thinThick">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6B9695BD-ECF6-49CA-8877-8C493193C65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54295" y="1828800"/>
            <a:ext cx="0" cy="3200400"/>
          </a:xfrm>
          <a:prstGeom prst="line">
            <a:avLst/>
          </a:prstGeom>
          <a:ln w="19050">
            <a:solidFill>
              <a:schemeClr val="bg2">
                <a:lumMod val="60000"/>
                <a:lumOff val="40000"/>
              </a:schemeClr>
            </a:solidFill>
          </a:ln>
        </p:spPr>
        <p:style>
          <a:lnRef idx="1">
            <a:schemeClr val="accent1"/>
          </a:lnRef>
          <a:fillRef idx="0">
            <a:schemeClr val="accent1"/>
          </a:fillRef>
          <a:effectRef idx="0">
            <a:schemeClr val="accent1"/>
          </a:effectRef>
          <a:fontRef idx="minor">
            <a:schemeClr val="tx1"/>
          </a:fontRef>
        </p:style>
      </p:cxnSp>
      <p:pic>
        <p:nvPicPr>
          <p:cNvPr id="14" name="Picture 13">
            <a:extLst>
              <a:ext uri="{FF2B5EF4-FFF2-40B4-BE49-F238E27FC236}">
                <a16:creationId xmlns:a16="http://schemas.microsoft.com/office/drawing/2014/main" id="{3BC6EBB2-9BDC-4075-BA6B-43A9FBF9C86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4">
            <a:extLst>
              <a:ext uri="{28A0092B-C50C-407E-A947-70E740481C1C}">
                <a14:useLocalDpi xmlns:a14="http://schemas.microsoft.com/office/drawing/2010/main" val="0"/>
              </a:ext>
            </a:extLst>
          </a:blip>
          <a:srcRect b="23320"/>
          <a:stretch/>
        </p:blipFill>
        <p:spPr>
          <a:xfrm>
            <a:off x="8605878" y="6228080"/>
            <a:ext cx="993734" cy="762000"/>
          </a:xfrm>
          <a:prstGeom prst="rect">
            <a:avLst/>
          </a:prstGeom>
        </p:spPr>
      </p:pic>
      <p:sp>
        <p:nvSpPr>
          <p:cNvPr id="16" name="Freeform 5">
            <a:extLst>
              <a:ext uri="{FF2B5EF4-FFF2-40B4-BE49-F238E27FC236}">
                <a16:creationId xmlns:a16="http://schemas.microsoft.com/office/drawing/2014/main" id="{F3798573-F27B-47EB-8EA4-7EE34954C2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
          <a:xfrm>
            <a:off x="-1588" y="0"/>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tx1"/>
          </a:solidFill>
          <a:ln>
            <a:noFill/>
          </a:ln>
        </p:spPr>
        <p:txBody>
          <a:bodyPr/>
          <a:lstStyle/>
          <a:p>
            <a:endParaRPr lang="hu-HU"/>
          </a:p>
        </p:txBody>
      </p:sp>
      <p:sp>
        <p:nvSpPr>
          <p:cNvPr id="2" name="Cím 1">
            <a:extLst>
              <a:ext uri="{FF2B5EF4-FFF2-40B4-BE49-F238E27FC236}">
                <a16:creationId xmlns:a16="http://schemas.microsoft.com/office/drawing/2014/main" id="{ECAAB136-F220-5D11-D9E1-D851A348CF13}"/>
              </a:ext>
            </a:extLst>
          </p:cNvPr>
          <p:cNvSpPr>
            <a:spLocks noGrp="1"/>
          </p:cNvSpPr>
          <p:nvPr>
            <p:ph type="title"/>
          </p:nvPr>
        </p:nvSpPr>
        <p:spPr>
          <a:xfrm>
            <a:off x="806195" y="804672"/>
            <a:ext cx="3521359" cy="5248656"/>
          </a:xfrm>
        </p:spPr>
        <p:txBody>
          <a:bodyPr anchor="ctr">
            <a:normAutofit/>
          </a:bodyPr>
          <a:lstStyle/>
          <a:p>
            <a:pPr algn="ctr"/>
            <a:r>
              <a:rPr lang="hu-HU" b="1" dirty="0" err="1">
                <a:latin typeface="Times New Roman" panose="02020603050405020304" pitchFamily="18" charset="0"/>
                <a:cs typeface="Times New Roman" panose="02020603050405020304" pitchFamily="18" charset="0"/>
              </a:rPr>
              <a:t>Future</a:t>
            </a:r>
            <a:r>
              <a:rPr lang="hu-HU" b="1" dirty="0">
                <a:latin typeface="Times New Roman" panose="02020603050405020304" pitchFamily="18" charset="0"/>
                <a:cs typeface="Times New Roman" panose="02020603050405020304" pitchFamily="18" charset="0"/>
              </a:rPr>
              <a:t> </a:t>
            </a:r>
            <a:r>
              <a:rPr lang="hu-HU" b="1" dirty="0" err="1">
                <a:latin typeface="Times New Roman" panose="02020603050405020304" pitchFamily="18" charset="0"/>
                <a:cs typeface="Times New Roman" panose="02020603050405020304" pitchFamily="18" charset="0"/>
              </a:rPr>
              <a:t>Development</a:t>
            </a:r>
            <a:r>
              <a:rPr lang="hu-HU" b="1" dirty="0">
                <a:latin typeface="Times New Roman" panose="02020603050405020304" pitchFamily="18" charset="0"/>
                <a:cs typeface="Times New Roman" panose="02020603050405020304" pitchFamily="18" charset="0"/>
              </a:rPr>
              <a:t> </a:t>
            </a:r>
            <a:r>
              <a:rPr lang="hu-HU" b="1" dirty="0" err="1">
                <a:latin typeface="Times New Roman" panose="02020603050405020304" pitchFamily="18" charset="0"/>
                <a:cs typeface="Times New Roman" panose="02020603050405020304" pitchFamily="18" charset="0"/>
              </a:rPr>
              <a:t>Plans</a:t>
            </a:r>
            <a:endParaRPr lang="hu-HU" b="1" dirty="0">
              <a:latin typeface="Times New Roman" panose="02020603050405020304" pitchFamily="18" charset="0"/>
              <a:cs typeface="Times New Roman" panose="02020603050405020304" pitchFamily="18" charset="0"/>
            </a:endParaRPr>
          </a:p>
        </p:txBody>
      </p:sp>
      <p:sp>
        <p:nvSpPr>
          <p:cNvPr id="3" name="Tartalom helye 2">
            <a:extLst>
              <a:ext uri="{FF2B5EF4-FFF2-40B4-BE49-F238E27FC236}">
                <a16:creationId xmlns:a16="http://schemas.microsoft.com/office/drawing/2014/main" id="{1144816E-DE1F-33F8-C2A0-AA12AFDCC993}"/>
              </a:ext>
            </a:extLst>
          </p:cNvPr>
          <p:cNvSpPr>
            <a:spLocks noGrp="1"/>
          </p:cNvSpPr>
          <p:nvPr>
            <p:ph idx="1"/>
          </p:nvPr>
        </p:nvSpPr>
        <p:spPr>
          <a:xfrm>
            <a:off x="4975861" y="804671"/>
            <a:ext cx="6399930" cy="5248657"/>
          </a:xfrm>
        </p:spPr>
        <p:txBody>
          <a:bodyPr anchor="ctr">
            <a:normAutofit/>
          </a:bodyPr>
          <a:lstStyle/>
          <a:p>
            <a:pPr lvl="0">
              <a:buClr>
                <a:srgbClr val="8AD0D6"/>
              </a:buClr>
            </a:pPr>
            <a:r>
              <a:rPr lang="en-US" sz="2000" b="1" dirty="0">
                <a:latin typeface="Times New Roman" panose="02020603050405020304" pitchFamily="18" charset="0"/>
                <a:cs typeface="Times New Roman" panose="02020603050405020304" pitchFamily="18" charset="0"/>
              </a:rPr>
              <a:t>Layer 2 Redundancy</a:t>
            </a:r>
          </a:p>
          <a:p>
            <a:pPr lvl="0">
              <a:buClr>
                <a:srgbClr val="8AD0D6"/>
              </a:buClr>
            </a:pPr>
            <a:r>
              <a:rPr lang="en-US" sz="2000" b="1" dirty="0">
                <a:latin typeface="Times New Roman" panose="02020603050405020304" pitchFamily="18" charset="0"/>
                <a:cs typeface="Times New Roman" panose="02020603050405020304" pitchFamily="18" charset="0"/>
              </a:rPr>
              <a:t>Security </a:t>
            </a:r>
            <a:r>
              <a:rPr lang="hu-HU" sz="2000" b="1" dirty="0" err="1">
                <a:latin typeface="Times New Roman" panose="02020603050405020304" pitchFamily="18" charset="0"/>
                <a:cs typeface="Times New Roman" panose="02020603050405020304" pitchFamily="18" charset="0"/>
              </a:rPr>
              <a:t>Development</a:t>
            </a:r>
            <a:endParaRPr lang="en-US" sz="2000" b="1" dirty="0">
              <a:latin typeface="Times New Roman" panose="02020603050405020304" pitchFamily="18" charset="0"/>
              <a:cs typeface="Times New Roman" panose="02020603050405020304" pitchFamily="18" charset="0"/>
            </a:endParaRPr>
          </a:p>
          <a:p>
            <a:pPr lvl="0">
              <a:buClr>
                <a:srgbClr val="8AD0D6"/>
              </a:buClr>
            </a:pPr>
            <a:r>
              <a:rPr lang="hu-HU" b="1" dirty="0" err="1">
                <a:latin typeface="Times New Roman" panose="02020603050405020304" pitchFamily="18" charset="0"/>
                <a:cs typeface="Times New Roman" panose="02020603050405020304" pitchFamily="18" charset="0"/>
              </a:rPr>
              <a:t>Expansion</a:t>
            </a:r>
            <a:r>
              <a:rPr lang="hu-HU" b="1" dirty="0">
                <a:latin typeface="Times New Roman" panose="02020603050405020304" pitchFamily="18" charset="0"/>
                <a:cs typeface="Times New Roman" panose="02020603050405020304" pitchFamily="18" charset="0"/>
              </a:rPr>
              <a:t> (more </a:t>
            </a:r>
            <a:r>
              <a:rPr lang="hu-HU" b="1" dirty="0" err="1">
                <a:latin typeface="Times New Roman" panose="02020603050405020304" pitchFamily="18" charset="0"/>
                <a:cs typeface="Times New Roman" panose="02020603050405020304" pitchFamily="18" charset="0"/>
              </a:rPr>
              <a:t>offices</a:t>
            </a:r>
            <a:r>
              <a:rPr lang="hu-HU" b="1" dirty="0">
                <a:latin typeface="Times New Roman" panose="02020603050405020304" pitchFamily="18" charset="0"/>
                <a:cs typeface="Times New Roman" panose="02020603050405020304" pitchFamily="18" charset="0"/>
              </a:rPr>
              <a:t>, </a:t>
            </a:r>
            <a:r>
              <a:rPr lang="hu-HU" b="1" dirty="0" err="1">
                <a:latin typeface="Times New Roman" panose="02020603050405020304" pitchFamily="18" charset="0"/>
                <a:cs typeface="Times New Roman" panose="02020603050405020304" pitchFamily="18" charset="0"/>
              </a:rPr>
              <a:t>protocolls</a:t>
            </a:r>
            <a:r>
              <a:rPr lang="hu-HU" b="1" dirty="0">
                <a:latin typeface="Times New Roman" panose="02020603050405020304" pitchFamily="18" charset="0"/>
                <a:cs typeface="Times New Roman" panose="02020603050405020304" pitchFamily="18" charset="0"/>
              </a:rPr>
              <a:t>)</a:t>
            </a:r>
            <a:endParaRPr lang="en-US" sz="20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0285870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zövegdoboz 3">
            <a:extLst>
              <a:ext uri="{FF2B5EF4-FFF2-40B4-BE49-F238E27FC236}">
                <a16:creationId xmlns:a16="http://schemas.microsoft.com/office/drawing/2014/main" id="{CBF5C63A-B0A4-07A1-974B-B252346C2B50}"/>
              </a:ext>
            </a:extLst>
          </p:cNvPr>
          <p:cNvSpPr txBox="1"/>
          <p:nvPr/>
        </p:nvSpPr>
        <p:spPr>
          <a:xfrm>
            <a:off x="1869440" y="2875002"/>
            <a:ext cx="8453120" cy="1107996"/>
          </a:xfrm>
          <a:prstGeom prst="rect">
            <a:avLst/>
          </a:prstGeom>
          <a:noFill/>
        </p:spPr>
        <p:txBody>
          <a:bodyPr wrap="square" rtlCol="0">
            <a:spAutoFit/>
          </a:bodyPr>
          <a:lstStyle/>
          <a:p>
            <a:pPr algn="ctr"/>
            <a:r>
              <a:rPr lang="hu-HU" sz="6600" b="1" dirty="0" err="1">
                <a:latin typeface="Times New Roman" panose="02020603050405020304" pitchFamily="18" charset="0"/>
                <a:cs typeface="Times New Roman" panose="02020603050405020304" pitchFamily="18" charset="0"/>
              </a:rPr>
              <a:t>Thank</a:t>
            </a:r>
            <a:r>
              <a:rPr lang="hu-HU" sz="6600" b="1" dirty="0">
                <a:latin typeface="Times New Roman" panose="02020603050405020304" pitchFamily="18" charset="0"/>
                <a:cs typeface="Times New Roman" panose="02020603050405020304" pitchFamily="18" charset="0"/>
              </a:rPr>
              <a:t> </a:t>
            </a:r>
            <a:r>
              <a:rPr lang="hu-HU" sz="6600" b="1" dirty="0" err="1">
                <a:latin typeface="Times New Roman" panose="02020603050405020304" pitchFamily="18" charset="0"/>
                <a:cs typeface="Times New Roman" panose="02020603050405020304" pitchFamily="18" charset="0"/>
              </a:rPr>
              <a:t>you</a:t>
            </a:r>
            <a:endParaRPr lang="hu-HU"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1910966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
  <a:themeElements>
    <a:clrScheme name="Ion">
      <a:dk1>
        <a:sysClr val="windowText" lastClr="000000"/>
      </a:dk1>
      <a:lt1>
        <a:sysClr val="window" lastClr="FFFFFF"/>
      </a:lt1>
      <a:dk2>
        <a:srgbClr val="1E5155"/>
      </a:dk2>
      <a:lt2>
        <a:srgbClr val="EBEBEB"/>
      </a:lt2>
      <a:accent1>
        <a:srgbClr val="B01513"/>
      </a:accent1>
      <a:accent2>
        <a:srgbClr val="EA6312"/>
      </a:accent2>
      <a:accent3>
        <a:srgbClr val="E6B729"/>
      </a:accent3>
      <a:accent4>
        <a:srgbClr val="6AAC90"/>
      </a:accent4>
      <a:accent5>
        <a:srgbClr val="54849A"/>
      </a:accent5>
      <a:accent6>
        <a:srgbClr val="9E5E9B"/>
      </a:accent6>
      <a:hlink>
        <a:srgbClr val="58C1BA"/>
      </a:hlink>
      <a:folHlink>
        <a:srgbClr val="9DFFCB"/>
      </a:folHlink>
    </a:clrScheme>
    <a:fontScheme name="Ion">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7000"/>
                <a:hueMod val="88000"/>
                <a:satMod val="130000"/>
                <a:lumMod val="124000"/>
              </a:schemeClr>
            </a:gs>
            <a:gs pos="100000">
              <a:schemeClr val="phClr">
                <a:tint val="96000"/>
                <a:shade val="88000"/>
                <a:hueMod val="108000"/>
                <a:satMod val="164000"/>
                <a:lumMod val="76000"/>
              </a:schemeClr>
            </a:gs>
          </a:gsLst>
          <a:path path="circle">
            <a:fillToRect l="45000" t="65000" r="125000" b="100000"/>
          </a:path>
        </a:gradFill>
        <a:blipFill rotWithShape="1">
          <a:blip xmlns:r="http://schemas.openxmlformats.org/officeDocument/2006/relationships" r:embed="rId1">
            <a:duotone>
              <a:schemeClr val="phClr">
                <a:shade val="69000"/>
                <a:hueMod val="108000"/>
                <a:satMod val="164000"/>
                <a:lumMod val="74000"/>
              </a:schemeClr>
              <a:schemeClr val="phClr">
                <a:tint val="96000"/>
                <a:hueMod val="88000"/>
                <a:satMod val="140000"/>
                <a:lumMod val="132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292E63A9-BB86-4E3D-B92A-7223C6510D2E}"/>
    </a:ext>
  </a:extLst>
</a:theme>
</file>

<file path=ppt/theme/theme2.xml><?xml version="1.0" encoding="utf-8"?>
<a:theme xmlns:a="http://schemas.openxmlformats.org/drawingml/2006/main" name="Office-té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Ion</Template>
  <TotalTime>130</TotalTime>
  <Words>2051</Words>
  <Application>Microsoft Office PowerPoint</Application>
  <PresentationFormat>Szélesvásznú</PresentationFormat>
  <Paragraphs>125</Paragraphs>
  <Slides>17</Slides>
  <Notes>17</Notes>
  <HiddenSlides>0</HiddenSlides>
  <MMClips>0</MMClips>
  <ScaleCrop>false</ScaleCrop>
  <HeadingPairs>
    <vt:vector size="6" baseType="variant">
      <vt:variant>
        <vt:lpstr>Használt betűtípusok</vt:lpstr>
      </vt:variant>
      <vt:variant>
        <vt:i4>5</vt:i4>
      </vt:variant>
      <vt:variant>
        <vt:lpstr>Téma</vt:lpstr>
      </vt:variant>
      <vt:variant>
        <vt:i4>1</vt:i4>
      </vt:variant>
      <vt:variant>
        <vt:lpstr>Diacímek</vt:lpstr>
      </vt:variant>
      <vt:variant>
        <vt:i4>17</vt:i4>
      </vt:variant>
    </vt:vector>
  </HeadingPairs>
  <TitlesOfParts>
    <vt:vector size="23" baseType="lpstr">
      <vt:lpstr>Arial</vt:lpstr>
      <vt:lpstr>Century Gothic</vt:lpstr>
      <vt:lpstr>Courier New</vt:lpstr>
      <vt:lpstr>Times New Roman</vt:lpstr>
      <vt:lpstr>Wingdings 3</vt:lpstr>
      <vt:lpstr>Ion</vt:lpstr>
      <vt:lpstr>Kovta Nyrt.</vt:lpstr>
      <vt:lpstr>Company history</vt:lpstr>
      <vt:lpstr>Offices</vt:lpstr>
      <vt:lpstr>Manager Office &amp; Admin Office</vt:lpstr>
      <vt:lpstr>IT Sector</vt:lpstr>
      <vt:lpstr>Server room</vt:lpstr>
      <vt:lpstr>Secretaries  Office</vt:lpstr>
      <vt:lpstr>Employees Office &amp; Common Area</vt:lpstr>
      <vt:lpstr>Redundancy</vt:lpstr>
      <vt:lpstr>NAT-PAT and RIP Protocol</vt:lpstr>
      <vt:lpstr>Virtual servers</vt:lpstr>
      <vt:lpstr>Testing</vt:lpstr>
      <vt:lpstr>GIT</vt:lpstr>
      <vt:lpstr>Jira</vt:lpstr>
      <vt:lpstr>Team Time Distribution</vt:lpstr>
      <vt:lpstr>Future Development Plans</vt:lpstr>
      <vt:lpstr>PowerPoint-bemutató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Kristóf Szőke</dc:creator>
  <cp:lastModifiedBy>Bálint Bánkuti</cp:lastModifiedBy>
  <cp:revision>79</cp:revision>
  <dcterms:created xsi:type="dcterms:W3CDTF">2025-10-06T10:45:57Z</dcterms:created>
  <dcterms:modified xsi:type="dcterms:W3CDTF">2026-03-03T16:46:56Z</dcterms:modified>
</cp:coreProperties>
</file>