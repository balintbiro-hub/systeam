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61" r:id="rId3"/>
    <p:sldId id="257" r:id="rId4"/>
    <p:sldId id="258" r:id="rId5"/>
    <p:sldId id="270" r:id="rId6"/>
    <p:sldId id="260" r:id="rId7"/>
    <p:sldId id="266" r:id="rId8"/>
    <p:sldId id="267" r:id="rId9"/>
    <p:sldId id="269" r:id="rId10"/>
    <p:sldId id="273" r:id="rId11"/>
    <p:sldId id="275" r:id="rId12"/>
    <p:sldId id="268" r:id="rId13"/>
    <p:sldId id="263" r:id="rId14"/>
    <p:sldId id="264" r:id="rId15"/>
    <p:sldId id="265" r:id="rId16"/>
    <p:sldId id="274" r:id="rId17"/>
    <p:sldId id="25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DB5DA4-5A93-8235-2CB7-FE92BAED39EE}" v="229" dt="2026-01-06T09:28:46.799"/>
    <p1510:client id="{F5ECD082-5A49-0AC8-DE9A-CD5A7A025F87}" v="155" dt="2026-01-06T10:47:11.1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zőke Kristóf" userId="S::pmszokri@perczel.tmszc.hu::352383ba-3d94-414c-80d4-a71cfa4ada9e" providerId="AD" clId="Web-{F5ECD082-5A49-0AC8-DE9A-CD5A7A025F87}"/>
    <pc:docChg chg="modSld">
      <pc:chgData name="Szőke Kristóf" userId="S::pmszokri@perczel.tmszc.hu::352383ba-3d94-414c-80d4-a71cfa4ada9e" providerId="AD" clId="Web-{F5ECD082-5A49-0AC8-DE9A-CD5A7A025F87}" dt="2026-01-06T10:50:53.730" v="154"/>
      <pc:docMkLst>
        <pc:docMk/>
      </pc:docMkLst>
      <pc:sldChg chg="modSp">
        <pc:chgData name="Szőke Kristóf" userId="S::pmszokri@perczel.tmszc.hu::352383ba-3d94-414c-80d4-a71cfa4ada9e" providerId="AD" clId="Web-{F5ECD082-5A49-0AC8-DE9A-CD5A7A025F87}" dt="2026-01-06T10:40:18.522" v="144" actId="20577"/>
        <pc:sldMkLst>
          <pc:docMk/>
          <pc:sldMk cId="759748806" sldId="258"/>
        </pc:sldMkLst>
        <pc:spChg chg="mod">
          <ac:chgData name="Szőke Kristóf" userId="S::pmszokri@perczel.tmszc.hu::352383ba-3d94-414c-80d4-a71cfa4ada9e" providerId="AD" clId="Web-{F5ECD082-5A49-0AC8-DE9A-CD5A7A025F87}" dt="2026-01-06T10:40:18.522" v="144" actId="20577"/>
          <ac:spMkLst>
            <pc:docMk/>
            <pc:sldMk cId="759748806" sldId="258"/>
            <ac:spMk id="3" creationId="{06CD59AB-6F63-C1CF-64C4-DE0C90F84913}"/>
          </ac:spMkLst>
        </pc:spChg>
      </pc:sldChg>
      <pc:sldChg chg="addSp delSp modSp mod setBg">
        <pc:chgData name="Szőke Kristóf" userId="S::pmszokri@perczel.tmszc.hu::352383ba-3d94-414c-80d4-a71cfa4ada9e" providerId="AD" clId="Web-{F5ECD082-5A49-0AC8-DE9A-CD5A7A025F87}" dt="2026-01-06T10:50:53.730" v="154"/>
        <pc:sldMkLst>
          <pc:docMk/>
          <pc:sldMk cId="2791164856" sldId="262"/>
        </pc:sldMkLst>
        <pc:spChg chg="mod">
          <ac:chgData name="Szőke Kristóf" userId="S::pmszokri@perczel.tmszc.hu::352383ba-3d94-414c-80d4-a71cfa4ada9e" providerId="AD" clId="Web-{F5ECD082-5A49-0AC8-DE9A-CD5A7A025F87}" dt="2026-01-06T10:50:53.730" v="154"/>
          <ac:spMkLst>
            <pc:docMk/>
            <pc:sldMk cId="2791164856" sldId="262"/>
            <ac:spMk id="2" creationId="{ABC8194D-FAD7-BC6C-1BCD-7B3245432F56}"/>
          </ac:spMkLst>
        </pc:spChg>
        <pc:spChg chg="add del mod">
          <ac:chgData name="Szőke Kristóf" userId="S::pmszokri@perczel.tmszc.hu::352383ba-3d94-414c-80d4-a71cfa4ada9e" providerId="AD" clId="Web-{F5ECD082-5A49-0AC8-DE9A-CD5A7A025F87}" dt="2026-01-06T10:46:27.016" v="146"/>
          <ac:spMkLst>
            <pc:docMk/>
            <pc:sldMk cId="2791164856" sldId="262"/>
            <ac:spMk id="4" creationId="{56A3469E-6117-D2C6-7C13-91A3C857CCB4}"/>
          </ac:spMkLst>
        </pc:spChg>
        <pc:spChg chg="ord">
          <ac:chgData name="Szőke Kristóf" userId="S::pmszokri@perczel.tmszc.hu::352383ba-3d94-414c-80d4-a71cfa4ada9e" providerId="AD" clId="Web-{F5ECD082-5A49-0AC8-DE9A-CD5A7A025F87}" dt="2026-01-06T10:50:53.730" v="154"/>
          <ac:spMkLst>
            <pc:docMk/>
            <pc:sldMk cId="2791164856" sldId="262"/>
            <ac:spMk id="8" creationId="{DF60717F-9BBC-B926-057B-16C6F0749BF0}"/>
          </ac:spMkLst>
        </pc:spChg>
        <pc:spChg chg="add">
          <ac:chgData name="Szőke Kristóf" userId="S::pmszokri@perczel.tmszc.hu::352383ba-3d94-414c-80d4-a71cfa4ada9e" providerId="AD" clId="Web-{F5ECD082-5A49-0AC8-DE9A-CD5A7A025F87}" dt="2026-01-06T10:50:53.730" v="154"/>
          <ac:spMkLst>
            <pc:docMk/>
            <pc:sldMk cId="2791164856" sldId="262"/>
            <ac:spMk id="12" creationId="{678C4427-031B-A477-12F3-C25759B3EF92}"/>
          </ac:spMkLst>
        </pc:spChg>
        <pc:spChg chg="add">
          <ac:chgData name="Szőke Kristóf" userId="S::pmszokri@perczel.tmszc.hu::352383ba-3d94-414c-80d4-a71cfa4ada9e" providerId="AD" clId="Web-{F5ECD082-5A49-0AC8-DE9A-CD5A7A025F87}" dt="2026-01-06T10:50:53.730" v="154"/>
          <ac:spMkLst>
            <pc:docMk/>
            <pc:sldMk cId="2791164856" sldId="262"/>
            <ac:spMk id="15" creationId="{B52D69C2-6C47-427C-AE60-582FE30B22A7}"/>
          </ac:spMkLst>
        </pc:spChg>
        <pc:spChg chg="add">
          <ac:chgData name="Szőke Kristóf" userId="S::pmszokri@perczel.tmszc.hu::352383ba-3d94-414c-80d4-a71cfa4ada9e" providerId="AD" clId="Web-{F5ECD082-5A49-0AC8-DE9A-CD5A7A025F87}" dt="2026-01-06T10:50:53.730" v="154"/>
          <ac:spMkLst>
            <pc:docMk/>
            <pc:sldMk cId="2791164856" sldId="262"/>
            <ac:spMk id="17" creationId="{E849FE61-12C4-4A06-A722-B545DE0C8A24}"/>
          </ac:spMkLst>
        </pc:spChg>
        <pc:spChg chg="add">
          <ac:chgData name="Szőke Kristóf" userId="S::pmszokri@perczel.tmszc.hu::352383ba-3d94-414c-80d4-a71cfa4ada9e" providerId="AD" clId="Web-{F5ECD082-5A49-0AC8-DE9A-CD5A7A025F87}" dt="2026-01-06T10:50:53.730" v="154"/>
          <ac:spMkLst>
            <pc:docMk/>
            <pc:sldMk cId="2791164856" sldId="262"/>
            <ac:spMk id="19" creationId="{7FB12D8C-572F-4417-9FE1-D691A132F69F}"/>
          </ac:spMkLst>
        </pc:spChg>
        <pc:picChg chg="del">
          <ac:chgData name="Szőke Kristóf" userId="S::pmszokri@perczel.tmszc.hu::352383ba-3d94-414c-80d4-a71cfa4ada9e" providerId="AD" clId="Web-{F5ECD082-5A49-0AC8-DE9A-CD5A7A025F87}" dt="2026-01-06T10:46:25.656" v="145"/>
          <ac:picMkLst>
            <pc:docMk/>
            <pc:sldMk cId="2791164856" sldId="262"/>
            <ac:picMk id="5" creationId="{EE3620BB-92B9-DD90-84CE-1AD5E862ABDD}"/>
          </ac:picMkLst>
        </pc:picChg>
        <pc:picChg chg="add mod ord">
          <ac:chgData name="Szőke Kristóf" userId="S::pmszokri@perczel.tmszc.hu::352383ba-3d94-414c-80d4-a71cfa4ada9e" providerId="AD" clId="Web-{F5ECD082-5A49-0AC8-DE9A-CD5A7A025F87}" dt="2026-01-06T10:50:53.730" v="154"/>
          <ac:picMkLst>
            <pc:docMk/>
            <pc:sldMk cId="2791164856" sldId="262"/>
            <ac:picMk id="6" creationId="{286AB106-7A8C-8DC7-6011-5CB48EBDD422}"/>
          </ac:picMkLst>
        </pc:picChg>
        <pc:picChg chg="mod">
          <ac:chgData name="Szőke Kristóf" userId="S::pmszokri@perczel.tmszc.hu::352383ba-3d94-414c-80d4-a71cfa4ada9e" providerId="AD" clId="Web-{F5ECD082-5A49-0AC8-DE9A-CD5A7A025F87}" dt="2026-01-06T10:50:53.730" v="154"/>
          <ac:picMkLst>
            <pc:docMk/>
            <pc:sldMk cId="2791164856" sldId="262"/>
            <ac:picMk id="7" creationId="{34D4C731-E5F6-7326-B9F9-347042D0BC58}"/>
          </ac:picMkLst>
        </pc:picChg>
      </pc:sldChg>
    </pc:docChg>
  </pc:docChgLst>
  <pc:docChgLst>
    <pc:chgData name="Bíró Bálint" userId="S::pmbirbal@perczel.tmszc.hu::f78c7aaf-7a43-4da5-817f-3a4eadd25643" providerId="AD" clId="Web-{B5DB5DA4-5A93-8235-2CB7-FE92BAED39EE}"/>
    <pc:docChg chg="addSld modSld">
      <pc:chgData name="Bíró Bálint" userId="S::pmbirbal@perczel.tmszc.hu::f78c7aaf-7a43-4da5-817f-3a4eadd25643" providerId="AD" clId="Web-{B5DB5DA4-5A93-8235-2CB7-FE92BAED39EE}" dt="2026-01-06T09:28:46.799" v="231" actId="1076"/>
      <pc:docMkLst>
        <pc:docMk/>
      </pc:docMkLst>
      <pc:sldChg chg="modSp">
        <pc:chgData name="Bíró Bálint" userId="S::pmbirbal@perczel.tmszc.hu::f78c7aaf-7a43-4da5-817f-3a4eadd25643" providerId="AD" clId="Web-{B5DB5DA4-5A93-8235-2CB7-FE92BAED39EE}" dt="2026-01-06T09:13:13.352" v="9" actId="20577"/>
        <pc:sldMkLst>
          <pc:docMk/>
          <pc:sldMk cId="2217155473" sldId="256"/>
        </pc:sldMkLst>
        <pc:spChg chg="mod">
          <ac:chgData name="Bíró Bálint" userId="S::pmbirbal@perczel.tmszc.hu::f78c7aaf-7a43-4da5-817f-3a4eadd25643" providerId="AD" clId="Web-{B5DB5DA4-5A93-8235-2CB7-FE92BAED39EE}" dt="2026-01-06T09:13:13.352" v="9" actId="20577"/>
          <ac:spMkLst>
            <pc:docMk/>
            <pc:sldMk cId="2217155473" sldId="256"/>
            <ac:spMk id="3" creationId="{F0FC7F3D-D4B1-CD9B-5373-5C3F3FB25FB0}"/>
          </ac:spMkLst>
        </pc:spChg>
      </pc:sldChg>
      <pc:sldChg chg="addSp delSp modSp mod setBg setClrOvrMap">
        <pc:chgData name="Bíró Bálint" userId="S::pmbirbal@perczel.tmszc.hu::f78c7aaf-7a43-4da5-817f-3a4eadd25643" providerId="AD" clId="Web-{B5DB5DA4-5A93-8235-2CB7-FE92BAED39EE}" dt="2026-01-06T09:19:59.806" v="15" actId="1076"/>
        <pc:sldMkLst>
          <pc:docMk/>
          <pc:sldMk cId="924471978" sldId="257"/>
        </pc:sldMkLst>
        <pc:spChg chg="mod">
          <ac:chgData name="Bíró Bálint" userId="S::pmbirbal@perczel.tmszc.hu::f78c7aaf-7a43-4da5-817f-3a4eadd25643" providerId="AD" clId="Web-{B5DB5DA4-5A93-8235-2CB7-FE92BAED39EE}" dt="2026-01-06T09:19:52.805" v="13"/>
          <ac:spMkLst>
            <pc:docMk/>
            <pc:sldMk cId="924471978" sldId="257"/>
            <ac:spMk id="2" creationId="{9F78A9B4-B6C4-B143-A5DB-78EB841F2883}"/>
          </ac:spMkLst>
        </pc:spChg>
        <pc:spChg chg="mod ord">
          <ac:chgData name="Bíró Bálint" userId="S::pmbirbal@perczel.tmszc.hu::f78c7aaf-7a43-4da5-817f-3a4eadd25643" providerId="AD" clId="Web-{B5DB5DA4-5A93-8235-2CB7-FE92BAED39EE}" dt="2026-01-06T09:19:52.805" v="13"/>
          <ac:spMkLst>
            <pc:docMk/>
            <pc:sldMk cId="924471978" sldId="257"/>
            <ac:spMk id="3" creationId="{34FEA64F-B223-BAC5-DCDB-9F6AC357FB2B}"/>
          </ac:spMkLst>
        </pc:spChg>
        <pc:spChg chg="add">
          <ac:chgData name="Bíró Bálint" userId="S::pmbirbal@perczel.tmszc.hu::f78c7aaf-7a43-4da5-817f-3a4eadd25643" providerId="AD" clId="Web-{B5DB5DA4-5A93-8235-2CB7-FE92BAED39EE}" dt="2026-01-06T09:19:52.805" v="13"/>
          <ac:spMkLst>
            <pc:docMk/>
            <pc:sldMk cId="924471978" sldId="257"/>
            <ac:spMk id="11" creationId="{B4AAD3FD-83A5-4B89-9F8F-01B8870865BE}"/>
          </ac:spMkLst>
        </pc:spChg>
        <pc:spChg chg="add">
          <ac:chgData name="Bíró Bálint" userId="S::pmbirbal@perczel.tmszc.hu::f78c7aaf-7a43-4da5-817f-3a4eadd25643" providerId="AD" clId="Web-{B5DB5DA4-5A93-8235-2CB7-FE92BAED39EE}" dt="2026-01-06T09:19:52.805" v="13"/>
          <ac:spMkLst>
            <pc:docMk/>
            <pc:sldMk cId="924471978" sldId="257"/>
            <ac:spMk id="13" creationId="{61752F1D-FC0F-4103-9584-630E643CCDA6}"/>
          </ac:spMkLst>
        </pc:spChg>
        <pc:spChg chg="add">
          <ac:chgData name="Bíró Bálint" userId="S::pmbirbal@perczel.tmszc.hu::f78c7aaf-7a43-4da5-817f-3a4eadd25643" providerId="AD" clId="Web-{B5DB5DA4-5A93-8235-2CB7-FE92BAED39EE}" dt="2026-01-06T09:19:52.805" v="13"/>
          <ac:spMkLst>
            <pc:docMk/>
            <pc:sldMk cId="924471978" sldId="257"/>
            <ac:spMk id="15" creationId="{70151CB7-E7DE-4917-B831-01DF9CE01306}"/>
          </ac:spMkLst>
        </pc:spChg>
        <pc:spChg chg="add">
          <ac:chgData name="Bíró Bálint" userId="S::pmbirbal@perczel.tmszc.hu::f78c7aaf-7a43-4da5-817f-3a4eadd25643" providerId="AD" clId="Web-{B5DB5DA4-5A93-8235-2CB7-FE92BAED39EE}" dt="2026-01-06T09:19:52.805" v="13"/>
          <ac:spMkLst>
            <pc:docMk/>
            <pc:sldMk cId="924471978" sldId="257"/>
            <ac:spMk id="17" creationId="{A92A1116-1C84-41DF-B803-1F7B0883EC82}"/>
          </ac:spMkLst>
        </pc:spChg>
        <pc:picChg chg="del">
          <ac:chgData name="Bíró Bálint" userId="S::pmbirbal@perczel.tmszc.hu::f78c7aaf-7a43-4da5-817f-3a4eadd25643" providerId="AD" clId="Web-{B5DB5DA4-5A93-8235-2CB7-FE92BAED39EE}" dt="2026-01-06T09:19:22.174" v="10"/>
          <ac:picMkLst>
            <pc:docMk/>
            <pc:sldMk cId="924471978" sldId="257"/>
            <ac:picMk id="5" creationId="{AEA7A936-2E30-9927-85DD-E97ED2C57AB8}"/>
          </ac:picMkLst>
        </pc:picChg>
        <pc:picChg chg="add mod">
          <ac:chgData name="Bíró Bálint" userId="S::pmbirbal@perczel.tmszc.hu::f78c7aaf-7a43-4da5-817f-3a4eadd25643" providerId="AD" clId="Web-{B5DB5DA4-5A93-8235-2CB7-FE92BAED39EE}" dt="2026-01-06T09:19:59.806" v="15" actId="1076"/>
          <ac:picMkLst>
            <pc:docMk/>
            <pc:sldMk cId="924471978" sldId="257"/>
            <ac:picMk id="6" creationId="{2EF7512B-9D42-4475-1A35-F23B82C54850}"/>
          </ac:picMkLst>
        </pc:picChg>
      </pc:sldChg>
      <pc:sldChg chg="addSp delSp modSp mod setBg">
        <pc:chgData name="Bíró Bálint" userId="S::pmbirbal@perczel.tmszc.hu::f78c7aaf-7a43-4da5-817f-3a4eadd25643" providerId="AD" clId="Web-{B5DB5DA4-5A93-8235-2CB7-FE92BAED39EE}" dt="2026-01-06T09:22:54.212" v="44"/>
        <pc:sldMkLst>
          <pc:docMk/>
          <pc:sldMk cId="759748806" sldId="258"/>
        </pc:sldMkLst>
        <pc:spChg chg="mod">
          <ac:chgData name="Bíró Bálint" userId="S::pmbirbal@perczel.tmszc.hu::f78c7aaf-7a43-4da5-817f-3a4eadd25643" providerId="AD" clId="Web-{B5DB5DA4-5A93-8235-2CB7-FE92BAED39EE}" dt="2026-01-06T09:22:54.212" v="44"/>
          <ac:spMkLst>
            <pc:docMk/>
            <pc:sldMk cId="759748806" sldId="258"/>
            <ac:spMk id="2" creationId="{EB9CD8B1-74C3-48CF-01CE-2C7CCE24EF09}"/>
          </ac:spMkLst>
        </pc:spChg>
        <pc:spChg chg="mod ord">
          <ac:chgData name="Bíró Bálint" userId="S::pmbirbal@perczel.tmszc.hu::f78c7aaf-7a43-4da5-817f-3a4eadd25643" providerId="AD" clId="Web-{B5DB5DA4-5A93-8235-2CB7-FE92BAED39EE}" dt="2026-01-06T09:22:54.212" v="44"/>
          <ac:spMkLst>
            <pc:docMk/>
            <pc:sldMk cId="759748806" sldId="258"/>
            <ac:spMk id="3" creationId="{06CD59AB-6F63-C1CF-64C4-DE0C90F84913}"/>
          </ac:spMkLst>
        </pc:spChg>
        <pc:picChg chg="del">
          <ac:chgData name="Bíró Bálint" userId="S::pmbirbal@perczel.tmszc.hu::f78c7aaf-7a43-4da5-817f-3a4eadd25643" providerId="AD" clId="Web-{B5DB5DA4-5A93-8235-2CB7-FE92BAED39EE}" dt="2026-01-06T09:22:09.897" v="18"/>
          <ac:picMkLst>
            <pc:docMk/>
            <pc:sldMk cId="759748806" sldId="258"/>
            <ac:picMk id="4" creationId="{A9236C3B-E117-9217-89EE-807F497E651A}"/>
          </ac:picMkLst>
        </pc:picChg>
        <pc:picChg chg="add mod">
          <ac:chgData name="Bíró Bálint" userId="S::pmbirbal@perczel.tmszc.hu::f78c7aaf-7a43-4da5-817f-3a4eadd25643" providerId="AD" clId="Web-{B5DB5DA4-5A93-8235-2CB7-FE92BAED39EE}" dt="2026-01-06T09:22:54.212" v="44"/>
          <ac:picMkLst>
            <pc:docMk/>
            <pc:sldMk cId="759748806" sldId="258"/>
            <ac:picMk id="5" creationId="{5A6D1294-DA6D-3FE6-821B-A6D21F0F1CA5}"/>
          </ac:picMkLst>
        </pc:picChg>
      </pc:sldChg>
      <pc:sldChg chg="addSp delSp modSp mod setBg setClrOvrMap">
        <pc:chgData name="Bíró Bálint" userId="S::pmbirbal@perczel.tmszc.hu::f78c7aaf-7a43-4da5-817f-3a4eadd25643" providerId="AD" clId="Web-{B5DB5DA4-5A93-8235-2CB7-FE92BAED39EE}" dt="2026-01-06T09:24:17.527" v="66" actId="1076"/>
        <pc:sldMkLst>
          <pc:docMk/>
          <pc:sldMk cId="292292407" sldId="260"/>
        </pc:sldMkLst>
        <pc:spChg chg="mod">
          <ac:chgData name="Bíró Bálint" userId="S::pmbirbal@perczel.tmszc.hu::f78c7aaf-7a43-4da5-817f-3a4eadd25643" providerId="AD" clId="Web-{B5DB5DA4-5A93-8235-2CB7-FE92BAED39EE}" dt="2026-01-06T09:23:49.323" v="62"/>
          <ac:spMkLst>
            <pc:docMk/>
            <pc:sldMk cId="292292407" sldId="260"/>
            <ac:spMk id="2" creationId="{6DE1AA4F-18C7-6688-E3EB-A18BB8DAA200}"/>
          </ac:spMkLst>
        </pc:spChg>
        <pc:spChg chg="mod ord">
          <ac:chgData name="Bíró Bálint" userId="S::pmbirbal@perczel.tmszc.hu::f78c7aaf-7a43-4da5-817f-3a4eadd25643" providerId="AD" clId="Web-{B5DB5DA4-5A93-8235-2CB7-FE92BAED39EE}" dt="2026-01-06T09:23:49.323" v="62"/>
          <ac:spMkLst>
            <pc:docMk/>
            <pc:sldMk cId="292292407" sldId="260"/>
            <ac:spMk id="3" creationId="{357738CE-763E-CF06-54AD-01CC4FEB2144}"/>
          </ac:spMkLst>
        </pc:spChg>
        <pc:spChg chg="add">
          <ac:chgData name="Bíró Bálint" userId="S::pmbirbal@perczel.tmszc.hu::f78c7aaf-7a43-4da5-817f-3a4eadd25643" providerId="AD" clId="Web-{B5DB5DA4-5A93-8235-2CB7-FE92BAED39EE}" dt="2026-01-06T09:23:49.323" v="62"/>
          <ac:spMkLst>
            <pc:docMk/>
            <pc:sldMk cId="292292407" sldId="260"/>
            <ac:spMk id="10" creationId="{B4AAD3FD-83A5-4B89-9F8F-01B8870865BE}"/>
          </ac:spMkLst>
        </pc:spChg>
        <pc:spChg chg="add">
          <ac:chgData name="Bíró Bálint" userId="S::pmbirbal@perczel.tmszc.hu::f78c7aaf-7a43-4da5-817f-3a4eadd25643" providerId="AD" clId="Web-{B5DB5DA4-5A93-8235-2CB7-FE92BAED39EE}" dt="2026-01-06T09:23:49.323" v="62"/>
          <ac:spMkLst>
            <pc:docMk/>
            <pc:sldMk cId="292292407" sldId="260"/>
            <ac:spMk id="12" creationId="{61752F1D-FC0F-4103-9584-630E643CCDA6}"/>
          </ac:spMkLst>
        </pc:spChg>
        <pc:spChg chg="add">
          <ac:chgData name="Bíró Bálint" userId="S::pmbirbal@perczel.tmszc.hu::f78c7aaf-7a43-4da5-817f-3a4eadd25643" providerId="AD" clId="Web-{B5DB5DA4-5A93-8235-2CB7-FE92BAED39EE}" dt="2026-01-06T09:23:49.323" v="62"/>
          <ac:spMkLst>
            <pc:docMk/>
            <pc:sldMk cId="292292407" sldId="260"/>
            <ac:spMk id="14" creationId="{70151CB7-E7DE-4917-B831-01DF9CE01306}"/>
          </ac:spMkLst>
        </pc:spChg>
        <pc:spChg chg="add">
          <ac:chgData name="Bíró Bálint" userId="S::pmbirbal@perczel.tmszc.hu::f78c7aaf-7a43-4da5-817f-3a4eadd25643" providerId="AD" clId="Web-{B5DB5DA4-5A93-8235-2CB7-FE92BAED39EE}" dt="2026-01-06T09:23:49.323" v="62"/>
          <ac:spMkLst>
            <pc:docMk/>
            <pc:sldMk cId="292292407" sldId="260"/>
            <ac:spMk id="16" creationId="{A92A1116-1C84-41DF-B803-1F7B0883EC82}"/>
          </ac:spMkLst>
        </pc:spChg>
        <pc:picChg chg="del">
          <ac:chgData name="Bíró Bálint" userId="S::pmbirbal@perczel.tmszc.hu::f78c7aaf-7a43-4da5-817f-3a4eadd25643" providerId="AD" clId="Web-{B5DB5DA4-5A93-8235-2CB7-FE92BAED39EE}" dt="2026-01-06T09:23:44.589" v="60"/>
          <ac:picMkLst>
            <pc:docMk/>
            <pc:sldMk cId="292292407" sldId="260"/>
            <ac:picMk id="4" creationId="{6CE693D3-B72A-4EE8-0595-1FE53E414FE8}"/>
          </ac:picMkLst>
        </pc:picChg>
        <pc:picChg chg="add del mod">
          <ac:chgData name="Bíró Bálint" userId="S::pmbirbal@perczel.tmszc.hu::f78c7aaf-7a43-4da5-817f-3a4eadd25643" providerId="AD" clId="Web-{B5DB5DA4-5A93-8235-2CB7-FE92BAED39EE}" dt="2026-01-06T09:23:56.183" v="64"/>
          <ac:picMkLst>
            <pc:docMk/>
            <pc:sldMk cId="292292407" sldId="260"/>
            <ac:picMk id="5" creationId="{444E3333-477A-0CD4-93C6-B6653BDB904E}"/>
          </ac:picMkLst>
        </pc:picChg>
        <pc:picChg chg="add mod">
          <ac:chgData name="Bíró Bálint" userId="S::pmbirbal@perczel.tmszc.hu::f78c7aaf-7a43-4da5-817f-3a4eadd25643" providerId="AD" clId="Web-{B5DB5DA4-5A93-8235-2CB7-FE92BAED39EE}" dt="2026-01-06T09:24:17.527" v="66" actId="1076"/>
          <ac:picMkLst>
            <pc:docMk/>
            <pc:sldMk cId="292292407" sldId="260"/>
            <ac:picMk id="6" creationId="{AFC0B734-4FAB-175F-DB10-4E590C72AFAF}"/>
          </ac:picMkLst>
        </pc:picChg>
      </pc:sldChg>
      <pc:sldChg chg="addSp delSp modSp mod setBg">
        <pc:chgData name="Bíró Bálint" userId="S::pmbirbal@perczel.tmszc.hu::f78c7aaf-7a43-4da5-817f-3a4eadd25643" providerId="AD" clId="Web-{B5DB5DA4-5A93-8235-2CB7-FE92BAED39EE}" dt="2026-01-06T09:20:11.292" v="17"/>
        <pc:sldMkLst>
          <pc:docMk/>
          <pc:sldMk cId="1402858700" sldId="261"/>
        </pc:sldMkLst>
        <pc:spChg chg="mod">
          <ac:chgData name="Bíró Bálint" userId="S::pmbirbal@perczel.tmszc.hu::f78c7aaf-7a43-4da5-817f-3a4eadd25643" providerId="AD" clId="Web-{B5DB5DA4-5A93-8235-2CB7-FE92BAED39EE}" dt="2026-01-06T09:20:11.292" v="17"/>
          <ac:spMkLst>
            <pc:docMk/>
            <pc:sldMk cId="1402858700" sldId="261"/>
            <ac:spMk id="2" creationId="{ECAAB136-F220-5D11-D9E1-D851A348CF13}"/>
          </ac:spMkLst>
        </pc:spChg>
        <pc:spChg chg="mod">
          <ac:chgData name="Bíró Bálint" userId="S::pmbirbal@perczel.tmszc.hu::f78c7aaf-7a43-4da5-817f-3a4eadd25643" providerId="AD" clId="Web-{B5DB5DA4-5A93-8235-2CB7-FE92BAED39EE}" dt="2026-01-06T09:20:11.292" v="17"/>
          <ac:spMkLst>
            <pc:docMk/>
            <pc:sldMk cId="1402858700" sldId="261"/>
            <ac:spMk id="3" creationId="{1144816E-DE1F-33F8-C2A0-AA12AFDCC993}"/>
          </ac:spMkLst>
        </pc:spChg>
        <pc:spChg chg="add">
          <ac:chgData name="Bíró Bálint" userId="S::pmbirbal@perczel.tmszc.hu::f78c7aaf-7a43-4da5-817f-3a4eadd25643" providerId="AD" clId="Web-{B5DB5DA4-5A93-8235-2CB7-FE92BAED39EE}" dt="2026-01-06T09:20:11.292" v="17"/>
          <ac:spMkLst>
            <pc:docMk/>
            <pc:sldMk cId="1402858700" sldId="261"/>
            <ac:spMk id="8" creationId="{923E8915-D2AA-4327-A45A-972C3CA9574B}"/>
          </ac:spMkLst>
        </pc:spChg>
        <pc:spChg chg="add">
          <ac:chgData name="Bíró Bálint" userId="S::pmbirbal@perczel.tmszc.hu::f78c7aaf-7a43-4da5-817f-3a4eadd25643" providerId="AD" clId="Web-{B5DB5DA4-5A93-8235-2CB7-FE92BAED39EE}" dt="2026-01-06T09:20:11.292" v="17"/>
          <ac:spMkLst>
            <pc:docMk/>
            <pc:sldMk cId="1402858700" sldId="261"/>
            <ac:spMk id="10" creationId="{8302FC3C-9804-4950-B721-5FD704BA6065}"/>
          </ac:spMkLst>
        </pc:spChg>
        <pc:spChg chg="add">
          <ac:chgData name="Bíró Bálint" userId="S::pmbirbal@perczel.tmszc.hu::f78c7aaf-7a43-4da5-817f-3a4eadd25643" providerId="AD" clId="Web-{B5DB5DA4-5A93-8235-2CB7-FE92BAED39EE}" dt="2026-01-06T09:20:11.292" v="17"/>
          <ac:spMkLst>
            <pc:docMk/>
            <pc:sldMk cId="1402858700" sldId="261"/>
            <ac:spMk id="16" creationId="{F3798573-F27B-47EB-8EA4-7EE34954C2D6}"/>
          </ac:spMkLst>
        </pc:spChg>
        <pc:picChg chg="del">
          <ac:chgData name="Bíró Bálint" userId="S::pmbirbal@perczel.tmszc.hu::f78c7aaf-7a43-4da5-817f-3a4eadd25643" providerId="AD" clId="Web-{B5DB5DA4-5A93-8235-2CB7-FE92BAED39EE}" dt="2026-01-06T09:20:08.229" v="16"/>
          <ac:picMkLst>
            <pc:docMk/>
            <pc:sldMk cId="1402858700" sldId="261"/>
            <ac:picMk id="5" creationId="{FDFB16B4-DC19-E7BF-D6EB-99431CE45740}"/>
          </ac:picMkLst>
        </pc:picChg>
        <pc:picChg chg="add">
          <ac:chgData name="Bíró Bálint" userId="S::pmbirbal@perczel.tmszc.hu::f78c7aaf-7a43-4da5-817f-3a4eadd25643" providerId="AD" clId="Web-{B5DB5DA4-5A93-8235-2CB7-FE92BAED39EE}" dt="2026-01-06T09:20:11.292" v="17"/>
          <ac:picMkLst>
            <pc:docMk/>
            <pc:sldMk cId="1402858700" sldId="261"/>
            <ac:picMk id="14" creationId="{3BC6EBB2-9BDC-4075-BA6B-43A9FBF9C86C}"/>
          </ac:picMkLst>
        </pc:picChg>
        <pc:cxnChg chg="add">
          <ac:chgData name="Bíró Bálint" userId="S::pmbirbal@perczel.tmszc.hu::f78c7aaf-7a43-4da5-817f-3a4eadd25643" providerId="AD" clId="Web-{B5DB5DA4-5A93-8235-2CB7-FE92BAED39EE}" dt="2026-01-06T09:20:11.292" v="17"/>
          <ac:cxnSpMkLst>
            <pc:docMk/>
            <pc:sldMk cId="1402858700" sldId="261"/>
            <ac:cxnSpMk id="12" creationId="{6B9695BD-ECF6-49CA-8877-8C493193C65D}"/>
          </ac:cxnSpMkLst>
        </pc:cxnChg>
      </pc:sldChg>
      <pc:sldChg chg="addSp delSp modSp new mod setBg setClrOvrMap">
        <pc:chgData name="Bíró Bálint" userId="S::pmbirbal@perczel.tmszc.hu::f78c7aaf-7a43-4da5-817f-3a4eadd25643" providerId="AD" clId="Web-{B5DB5DA4-5A93-8235-2CB7-FE92BAED39EE}" dt="2026-01-06T09:26:55.953" v="136" actId="14100"/>
        <pc:sldMkLst>
          <pc:docMk/>
          <pc:sldMk cId="4283856356" sldId="266"/>
        </pc:sldMkLst>
        <pc:spChg chg="mod">
          <ac:chgData name="Bíró Bálint" userId="S::pmbirbal@perczel.tmszc.hu::f78c7aaf-7a43-4da5-817f-3a4eadd25643" providerId="AD" clId="Web-{B5DB5DA4-5A93-8235-2CB7-FE92BAED39EE}" dt="2026-01-06T09:26:26.655" v="131"/>
          <ac:spMkLst>
            <pc:docMk/>
            <pc:sldMk cId="4283856356" sldId="266"/>
            <ac:spMk id="2" creationId="{5F89E10A-42A5-B321-5715-010BEF21ED58}"/>
          </ac:spMkLst>
        </pc:spChg>
        <pc:spChg chg="del">
          <ac:chgData name="Bíró Bálint" userId="S::pmbirbal@perczel.tmszc.hu::f78c7aaf-7a43-4da5-817f-3a4eadd25643" providerId="AD" clId="Web-{B5DB5DA4-5A93-8235-2CB7-FE92BAED39EE}" dt="2026-01-06T09:25:44.311" v="86"/>
          <ac:spMkLst>
            <pc:docMk/>
            <pc:sldMk cId="4283856356" sldId="266"/>
            <ac:spMk id="3" creationId="{4ABA7C28-3247-F4B1-5199-BDD4DAAE4371}"/>
          </ac:spMkLst>
        </pc:spChg>
        <pc:spChg chg="add del">
          <ac:chgData name="Bíró Bálint" userId="S::pmbirbal@perczel.tmszc.hu::f78c7aaf-7a43-4da5-817f-3a4eadd25643" providerId="AD" clId="Web-{B5DB5DA4-5A93-8235-2CB7-FE92BAED39EE}" dt="2026-01-06T09:26:02.436" v="88"/>
          <ac:spMkLst>
            <pc:docMk/>
            <pc:sldMk cId="4283856356" sldId="266"/>
            <ac:spMk id="8" creationId="{599B9FCC-6563-5D39-F268-82AD2935ABC1}"/>
          </ac:spMkLst>
        </pc:spChg>
        <pc:spChg chg="add del">
          <ac:chgData name="Bíró Bálint" userId="S::pmbirbal@perczel.tmszc.hu::f78c7aaf-7a43-4da5-817f-3a4eadd25643" providerId="AD" clId="Web-{B5DB5DA4-5A93-8235-2CB7-FE92BAED39EE}" dt="2026-01-06T09:26:04.842" v="90"/>
          <ac:spMkLst>
            <pc:docMk/>
            <pc:sldMk cId="4283856356" sldId="266"/>
            <ac:spMk id="10" creationId="{24E9536E-F7F8-E05F-064E-C644F083359A}"/>
          </ac:spMkLst>
        </pc:spChg>
        <pc:spChg chg="add del">
          <ac:chgData name="Bíró Bálint" userId="S::pmbirbal@perczel.tmszc.hu::f78c7aaf-7a43-4da5-817f-3a4eadd25643" providerId="AD" clId="Web-{B5DB5DA4-5A93-8235-2CB7-FE92BAED39EE}" dt="2026-01-06T09:26:04.842" v="90"/>
          <ac:spMkLst>
            <pc:docMk/>
            <pc:sldMk cId="4283856356" sldId="266"/>
            <ac:spMk id="11" creationId="{EE4E366E-272A-409E-840F-9A6A64A9E3FF}"/>
          </ac:spMkLst>
        </pc:spChg>
        <pc:spChg chg="add del">
          <ac:chgData name="Bíró Bálint" userId="S::pmbirbal@perczel.tmszc.hu::f78c7aaf-7a43-4da5-817f-3a4eadd25643" providerId="AD" clId="Web-{B5DB5DA4-5A93-8235-2CB7-FE92BAED39EE}" dt="2026-01-06T09:26:04.842" v="90"/>
          <ac:spMkLst>
            <pc:docMk/>
            <pc:sldMk cId="4283856356" sldId="266"/>
            <ac:spMk id="13" creationId="{A721560C-E4AB-4287-A29C-3F6916794CB9}"/>
          </ac:spMkLst>
        </pc:spChg>
        <pc:spChg chg="add del">
          <ac:chgData name="Bíró Bálint" userId="S::pmbirbal@perczel.tmszc.hu::f78c7aaf-7a43-4da5-817f-3a4eadd25643" providerId="AD" clId="Web-{B5DB5DA4-5A93-8235-2CB7-FE92BAED39EE}" dt="2026-01-06T09:26:04.842" v="90"/>
          <ac:spMkLst>
            <pc:docMk/>
            <pc:sldMk cId="4283856356" sldId="266"/>
            <ac:spMk id="15" creationId="{DF6CFF07-D953-4F9C-9A0E-E0A6AACB6158}"/>
          </ac:spMkLst>
        </pc:spChg>
        <pc:spChg chg="add del">
          <ac:chgData name="Bíró Bálint" userId="S::pmbirbal@perczel.tmszc.hu::f78c7aaf-7a43-4da5-817f-3a4eadd25643" providerId="AD" clId="Web-{B5DB5DA4-5A93-8235-2CB7-FE92BAED39EE}" dt="2026-01-06T09:26:04.842" v="90"/>
          <ac:spMkLst>
            <pc:docMk/>
            <pc:sldMk cId="4283856356" sldId="266"/>
            <ac:spMk id="17" creationId="{DAA4FEEE-0B5F-41BF-825D-60F9FB089568}"/>
          </ac:spMkLst>
        </pc:spChg>
        <pc:spChg chg="add del">
          <ac:chgData name="Bíró Bálint" userId="S::pmbirbal@perczel.tmszc.hu::f78c7aaf-7a43-4da5-817f-3a4eadd25643" providerId="AD" clId="Web-{B5DB5DA4-5A93-8235-2CB7-FE92BAED39EE}" dt="2026-01-06T09:26:08.092" v="92"/>
          <ac:spMkLst>
            <pc:docMk/>
            <pc:sldMk cId="4283856356" sldId="266"/>
            <ac:spMk id="19" creationId="{DE4D62F9-188E-4530-84C2-24BDEE4BEB82}"/>
          </ac:spMkLst>
        </pc:spChg>
        <pc:spChg chg="add del">
          <ac:chgData name="Bíró Bálint" userId="S::pmbirbal@perczel.tmszc.hu::f78c7aaf-7a43-4da5-817f-3a4eadd25643" providerId="AD" clId="Web-{B5DB5DA4-5A93-8235-2CB7-FE92BAED39EE}" dt="2026-01-06T09:26:08.092" v="92"/>
          <ac:spMkLst>
            <pc:docMk/>
            <pc:sldMk cId="4283856356" sldId="266"/>
            <ac:spMk id="21" creationId="{757B325C-3E35-45CF-9D07-3BCB281F3B9C}"/>
          </ac:spMkLst>
        </pc:spChg>
        <pc:spChg chg="add del">
          <ac:chgData name="Bíró Bálint" userId="S::pmbirbal@perczel.tmszc.hu::f78c7aaf-7a43-4da5-817f-3a4eadd25643" providerId="AD" clId="Web-{B5DB5DA4-5A93-8235-2CB7-FE92BAED39EE}" dt="2026-01-06T09:26:08.092" v="92"/>
          <ac:spMkLst>
            <pc:docMk/>
            <pc:sldMk cId="4283856356" sldId="266"/>
            <ac:spMk id="22" creationId="{4AC0CD9D-7610-4620-93B4-798CCD9AB581}"/>
          </ac:spMkLst>
        </pc:spChg>
        <pc:spChg chg="add del">
          <ac:chgData name="Bíró Bálint" userId="S::pmbirbal@perczel.tmszc.hu::f78c7aaf-7a43-4da5-817f-3a4eadd25643" providerId="AD" clId="Web-{B5DB5DA4-5A93-8235-2CB7-FE92BAED39EE}" dt="2026-01-06T09:26:08.092" v="92"/>
          <ac:spMkLst>
            <pc:docMk/>
            <pc:sldMk cId="4283856356" sldId="266"/>
            <ac:spMk id="23" creationId="{C24BEC42-AFF3-40D1-93A2-A27A42E1E23C}"/>
          </ac:spMkLst>
        </pc:spChg>
        <pc:spChg chg="add del">
          <ac:chgData name="Bíró Bálint" userId="S::pmbirbal@perczel.tmszc.hu::f78c7aaf-7a43-4da5-817f-3a4eadd25643" providerId="AD" clId="Web-{B5DB5DA4-5A93-8235-2CB7-FE92BAED39EE}" dt="2026-01-06T09:26:08.092" v="92"/>
          <ac:spMkLst>
            <pc:docMk/>
            <pc:sldMk cId="4283856356" sldId="266"/>
            <ac:spMk id="25" creationId="{608F427C-1EC9-4280-9367-F2B3AA063E82}"/>
          </ac:spMkLst>
        </pc:spChg>
        <pc:spChg chg="add del">
          <ac:chgData name="Bíró Bálint" userId="S::pmbirbal@perczel.tmszc.hu::f78c7aaf-7a43-4da5-817f-3a4eadd25643" providerId="AD" clId="Web-{B5DB5DA4-5A93-8235-2CB7-FE92BAED39EE}" dt="2026-01-06T09:26:08.092" v="92"/>
          <ac:spMkLst>
            <pc:docMk/>
            <pc:sldMk cId="4283856356" sldId="266"/>
            <ac:spMk id="27" creationId="{F98810A7-E114-447A-A7D6-69B27CFB5650}"/>
          </ac:spMkLst>
        </pc:spChg>
        <pc:spChg chg="add mod ord">
          <ac:chgData name="Bíró Bálint" userId="S::pmbirbal@perczel.tmszc.hu::f78c7aaf-7a43-4da5-817f-3a4eadd25643" providerId="AD" clId="Web-{B5DB5DA4-5A93-8235-2CB7-FE92BAED39EE}" dt="2026-01-06T09:26:26.655" v="131"/>
          <ac:spMkLst>
            <pc:docMk/>
            <pc:sldMk cId="4283856356" sldId="266"/>
            <ac:spMk id="29" creationId="{599B9FCC-6563-5D39-F268-82AD2935ABC1}"/>
          </ac:spMkLst>
        </pc:spChg>
        <pc:spChg chg="add">
          <ac:chgData name="Bíró Bálint" userId="S::pmbirbal@perczel.tmszc.hu::f78c7aaf-7a43-4da5-817f-3a4eadd25643" providerId="AD" clId="Web-{B5DB5DA4-5A93-8235-2CB7-FE92BAED39EE}" dt="2026-01-06T09:26:26.655" v="131"/>
          <ac:spMkLst>
            <pc:docMk/>
            <pc:sldMk cId="4283856356" sldId="266"/>
            <ac:spMk id="34" creationId="{B4AAD3FD-83A5-4B89-9F8F-01B8870865BE}"/>
          </ac:spMkLst>
        </pc:spChg>
        <pc:spChg chg="add">
          <ac:chgData name="Bíró Bálint" userId="S::pmbirbal@perczel.tmszc.hu::f78c7aaf-7a43-4da5-817f-3a4eadd25643" providerId="AD" clId="Web-{B5DB5DA4-5A93-8235-2CB7-FE92BAED39EE}" dt="2026-01-06T09:26:26.655" v="131"/>
          <ac:spMkLst>
            <pc:docMk/>
            <pc:sldMk cId="4283856356" sldId="266"/>
            <ac:spMk id="36" creationId="{61752F1D-FC0F-4103-9584-630E643CCDA6}"/>
          </ac:spMkLst>
        </pc:spChg>
        <pc:spChg chg="add">
          <ac:chgData name="Bíró Bálint" userId="S::pmbirbal@perczel.tmszc.hu::f78c7aaf-7a43-4da5-817f-3a4eadd25643" providerId="AD" clId="Web-{B5DB5DA4-5A93-8235-2CB7-FE92BAED39EE}" dt="2026-01-06T09:26:26.655" v="131"/>
          <ac:spMkLst>
            <pc:docMk/>
            <pc:sldMk cId="4283856356" sldId="266"/>
            <ac:spMk id="38" creationId="{70151CB7-E7DE-4917-B831-01DF9CE01306}"/>
          </ac:spMkLst>
        </pc:spChg>
        <pc:spChg chg="add">
          <ac:chgData name="Bíró Bálint" userId="S::pmbirbal@perczel.tmszc.hu::f78c7aaf-7a43-4da5-817f-3a4eadd25643" providerId="AD" clId="Web-{B5DB5DA4-5A93-8235-2CB7-FE92BAED39EE}" dt="2026-01-06T09:26:26.655" v="131"/>
          <ac:spMkLst>
            <pc:docMk/>
            <pc:sldMk cId="4283856356" sldId="266"/>
            <ac:spMk id="40" creationId="{A92A1116-1C84-41DF-B803-1F7B0883EC82}"/>
          </ac:spMkLst>
        </pc:spChg>
        <pc:picChg chg="add mod ord">
          <ac:chgData name="Bíró Bálint" userId="S::pmbirbal@perczel.tmszc.hu::f78c7aaf-7a43-4da5-817f-3a4eadd25643" providerId="AD" clId="Web-{B5DB5DA4-5A93-8235-2CB7-FE92BAED39EE}" dt="2026-01-06T09:26:55.953" v="136" actId="14100"/>
          <ac:picMkLst>
            <pc:docMk/>
            <pc:sldMk cId="4283856356" sldId="266"/>
            <ac:picMk id="4" creationId="{B3348411-2EBD-89C9-B8A3-155E2FB7B75F}"/>
          </ac:picMkLst>
        </pc:picChg>
        <pc:picChg chg="add del">
          <ac:chgData name="Bíró Bálint" userId="S::pmbirbal@perczel.tmszc.hu::f78c7aaf-7a43-4da5-817f-3a4eadd25643" providerId="AD" clId="Web-{B5DB5DA4-5A93-8235-2CB7-FE92BAED39EE}" dt="2026-01-06T09:26:08.092" v="92"/>
          <ac:picMkLst>
            <pc:docMk/>
            <pc:sldMk cId="4283856356" sldId="266"/>
            <ac:picMk id="9" creationId="{41B68C77-138E-4BF7-A276-BD0C78A4219F}"/>
          </ac:picMkLst>
        </pc:picChg>
        <pc:picChg chg="add del">
          <ac:chgData name="Bíró Bálint" userId="S::pmbirbal@perczel.tmszc.hu::f78c7aaf-7a43-4da5-817f-3a4eadd25643" providerId="AD" clId="Web-{B5DB5DA4-5A93-8235-2CB7-FE92BAED39EE}" dt="2026-01-06T09:26:08.092" v="92"/>
          <ac:picMkLst>
            <pc:docMk/>
            <pc:sldMk cId="4283856356" sldId="266"/>
            <ac:picMk id="24" creationId="{B9238B3E-24AA-439A-B527-6C5DF6D72145}"/>
          </ac:picMkLst>
        </pc:picChg>
        <pc:picChg chg="add del">
          <ac:chgData name="Bíró Bálint" userId="S::pmbirbal@perczel.tmszc.hu::f78c7aaf-7a43-4da5-817f-3a4eadd25643" providerId="AD" clId="Web-{B5DB5DA4-5A93-8235-2CB7-FE92BAED39EE}" dt="2026-01-06T09:26:08.092" v="92"/>
          <ac:picMkLst>
            <pc:docMk/>
            <pc:sldMk cId="4283856356" sldId="266"/>
            <ac:picMk id="26" creationId="{69F01145-BEA3-4CBF-AA21-10077B948CA8}"/>
          </ac:picMkLst>
        </pc:picChg>
      </pc:sldChg>
      <pc:sldChg chg="addSp delSp modSp new mod setBg setClrOvrMap">
        <pc:chgData name="Bíró Bálint" userId="S::pmbirbal@perczel.tmszc.hu::f78c7aaf-7a43-4da5-817f-3a4eadd25643" providerId="AD" clId="Web-{B5DB5DA4-5A93-8235-2CB7-FE92BAED39EE}" dt="2026-01-06T09:28:46.799" v="231" actId="1076"/>
        <pc:sldMkLst>
          <pc:docMk/>
          <pc:sldMk cId="2792065796" sldId="267"/>
        </pc:sldMkLst>
        <pc:spChg chg="mod">
          <ac:chgData name="Bíró Bálint" userId="S::pmbirbal@perczel.tmszc.hu::f78c7aaf-7a43-4da5-817f-3a4eadd25643" providerId="AD" clId="Web-{B5DB5DA4-5A93-8235-2CB7-FE92BAED39EE}" dt="2026-01-06T09:28:27.158" v="217"/>
          <ac:spMkLst>
            <pc:docMk/>
            <pc:sldMk cId="2792065796" sldId="267"/>
            <ac:spMk id="2" creationId="{32E49D2A-81F0-FCD0-00FC-CE93E0262C9F}"/>
          </ac:spMkLst>
        </pc:spChg>
        <pc:spChg chg="mod ord">
          <ac:chgData name="Bíró Bálint" userId="S::pmbirbal@perczel.tmszc.hu::f78c7aaf-7a43-4da5-817f-3a4eadd25643" providerId="AD" clId="Web-{B5DB5DA4-5A93-8235-2CB7-FE92BAED39EE}" dt="2026-01-06T09:28:41.392" v="229" actId="20577"/>
          <ac:spMkLst>
            <pc:docMk/>
            <pc:sldMk cId="2792065796" sldId="267"/>
            <ac:spMk id="3" creationId="{A831AF57-EEF1-C714-205E-7BE0CA302CB7}"/>
          </ac:spMkLst>
        </pc:spChg>
        <pc:spChg chg="add del">
          <ac:chgData name="Bíró Bálint" userId="S::pmbirbal@perczel.tmszc.hu::f78c7aaf-7a43-4da5-817f-3a4eadd25643" providerId="AD" clId="Web-{B5DB5DA4-5A93-8235-2CB7-FE92BAED39EE}" dt="2026-01-06T09:28:27.142" v="216"/>
          <ac:spMkLst>
            <pc:docMk/>
            <pc:sldMk cId="2792065796" sldId="267"/>
            <ac:spMk id="9" creationId="{B4AAD3FD-83A5-4B89-9F8F-01B8870865BE}"/>
          </ac:spMkLst>
        </pc:spChg>
        <pc:spChg chg="add del">
          <ac:chgData name="Bíró Bálint" userId="S::pmbirbal@perczel.tmszc.hu::f78c7aaf-7a43-4da5-817f-3a4eadd25643" providerId="AD" clId="Web-{B5DB5DA4-5A93-8235-2CB7-FE92BAED39EE}" dt="2026-01-06T09:28:27.142" v="216"/>
          <ac:spMkLst>
            <pc:docMk/>
            <pc:sldMk cId="2792065796" sldId="267"/>
            <ac:spMk id="11" creationId="{61752F1D-FC0F-4103-9584-630E643CCDA6}"/>
          </ac:spMkLst>
        </pc:spChg>
        <pc:spChg chg="add del">
          <ac:chgData name="Bíró Bálint" userId="S::pmbirbal@perczel.tmszc.hu::f78c7aaf-7a43-4da5-817f-3a4eadd25643" providerId="AD" clId="Web-{B5DB5DA4-5A93-8235-2CB7-FE92BAED39EE}" dt="2026-01-06T09:28:27.142" v="216"/>
          <ac:spMkLst>
            <pc:docMk/>
            <pc:sldMk cId="2792065796" sldId="267"/>
            <ac:spMk id="13" creationId="{70151CB7-E7DE-4917-B831-01DF9CE01306}"/>
          </ac:spMkLst>
        </pc:spChg>
        <pc:spChg chg="add del">
          <ac:chgData name="Bíró Bálint" userId="S::pmbirbal@perczel.tmszc.hu::f78c7aaf-7a43-4da5-817f-3a4eadd25643" providerId="AD" clId="Web-{B5DB5DA4-5A93-8235-2CB7-FE92BAED39EE}" dt="2026-01-06T09:28:27.142" v="216"/>
          <ac:spMkLst>
            <pc:docMk/>
            <pc:sldMk cId="2792065796" sldId="267"/>
            <ac:spMk id="15" creationId="{A92A1116-1C84-41DF-B803-1F7B0883EC82}"/>
          </ac:spMkLst>
        </pc:spChg>
        <pc:spChg chg="add">
          <ac:chgData name="Bíró Bálint" userId="S::pmbirbal@perczel.tmszc.hu::f78c7aaf-7a43-4da5-817f-3a4eadd25643" providerId="AD" clId="Web-{B5DB5DA4-5A93-8235-2CB7-FE92BAED39EE}" dt="2026-01-06T09:28:27.158" v="217"/>
          <ac:spMkLst>
            <pc:docMk/>
            <pc:sldMk cId="2792065796" sldId="267"/>
            <ac:spMk id="17" creationId="{EE4E366E-272A-409E-840F-9A6A64A9E3FF}"/>
          </ac:spMkLst>
        </pc:spChg>
        <pc:spChg chg="add">
          <ac:chgData name="Bíró Bálint" userId="S::pmbirbal@perczel.tmszc.hu::f78c7aaf-7a43-4da5-817f-3a4eadd25643" providerId="AD" clId="Web-{B5DB5DA4-5A93-8235-2CB7-FE92BAED39EE}" dt="2026-01-06T09:28:27.158" v="217"/>
          <ac:spMkLst>
            <pc:docMk/>
            <pc:sldMk cId="2792065796" sldId="267"/>
            <ac:spMk id="18" creationId="{A721560C-E4AB-4287-A29C-3F6916794CB9}"/>
          </ac:spMkLst>
        </pc:spChg>
        <pc:spChg chg="add">
          <ac:chgData name="Bíró Bálint" userId="S::pmbirbal@perczel.tmszc.hu::f78c7aaf-7a43-4da5-817f-3a4eadd25643" providerId="AD" clId="Web-{B5DB5DA4-5A93-8235-2CB7-FE92BAED39EE}" dt="2026-01-06T09:28:27.158" v="217"/>
          <ac:spMkLst>
            <pc:docMk/>
            <pc:sldMk cId="2792065796" sldId="267"/>
            <ac:spMk id="19" creationId="{DF6CFF07-D953-4F9C-9A0E-E0A6AACB6158}"/>
          </ac:spMkLst>
        </pc:spChg>
        <pc:spChg chg="add">
          <ac:chgData name="Bíró Bálint" userId="S::pmbirbal@perczel.tmszc.hu::f78c7aaf-7a43-4da5-817f-3a4eadd25643" providerId="AD" clId="Web-{B5DB5DA4-5A93-8235-2CB7-FE92BAED39EE}" dt="2026-01-06T09:28:27.158" v="217"/>
          <ac:spMkLst>
            <pc:docMk/>
            <pc:sldMk cId="2792065796" sldId="267"/>
            <ac:spMk id="20" creationId="{DAA4FEEE-0B5F-41BF-825D-60F9FB089568}"/>
          </ac:spMkLst>
        </pc:spChg>
        <pc:picChg chg="add mod">
          <ac:chgData name="Bíró Bálint" userId="S::pmbirbal@perczel.tmszc.hu::f78c7aaf-7a43-4da5-817f-3a4eadd25643" providerId="AD" clId="Web-{B5DB5DA4-5A93-8235-2CB7-FE92BAED39EE}" dt="2026-01-06T09:28:46.799" v="231" actId="1076"/>
          <ac:picMkLst>
            <pc:docMk/>
            <pc:sldMk cId="2792065796" sldId="267"/>
            <ac:picMk id="4" creationId="{90ED62BF-D5DF-04D1-EE44-141F3A6DF97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2423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everyone! On behalf of SysTeam, I would like to welcome you all. My name is Bálint Bánkuti, and together with my colleague Kristóf Szőke, we will be presenting the network infrastructure of Kovta Nyrt. – a system we designed and implemented throughout this academic year.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Kovta Nyrt. is a newly launched bank. Our design was based on the assumption that the company is still in its early stages and is not yet expanding – meaning all departments are located within a single building. We built the entire network to be secure, transparent, and to include all the fundamental protocols required for proper operation.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building, we defined seven distinct sectors. The secretaries are located in the top-right area. Green marks the manager's office, orange designates the system administrator's area. The bank employees are located at the bottom. Blue marks the server room, pink the IT sector, and red the common area. Each sector functions as a separate network segment.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manager's office and the admin office are the most secure points in the network – both are protected by a firewall. We applied static NAT at the admin office and dynamic NAT at the manager's office. The admin laptop and PC receive static IP addresses. The manager's PC also uses a static IP, while the laptop and printer obtain their addresses via DHCP. The manager's phone connects over WiFi and – importantly – is on a different subnet than the common area phones.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IT sector, we used IPv6 addressing, which provides a more modern and future-proof solution. Every device in this zone receives a static IP address, which simplifies maintenance and troubleshooting. The router named "IT" handles all traffic within this sector. The sector consists of 3 printers, 5 computers, and 1 switch.</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network: the server room hosts 4 servers. The WEB server hosts our team's website. The DHCP server dynamically distributes IP addresses to all network devices. Network device configurations are backed up on the FTP server, ensuring they can be restored at any time. The DNS server translates domain names to IP addresses and vice versa – without it, network communication would be significantly more cumbersome.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secretaries' section, we divided the network into 3 VLANs. VLAN 10 serves the Finance department, VLAN 20 serves Customer Service, and VLAN 30 serves the HR department. A firewall also operates in this segment for added security. Devices receive their IP addresses from the router through sub-interfaces. The multilayer switch handles basic switching tasks and ensures proper VLAN segregation.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employees' office and the common area use a structure similar to the secretaries' section: 3 VLANs – HR, Finance, and Customer Service – with DHCP operating through sub-interfaces. We also configured an ACL rule for security: VLAN 20 (Customer Service) can see traffic from the other VLANs, but this is not reciprocal. In the common area, a WiFi router and an access point provide convenient wireless connectivity for employees.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center of the network, we created a router ring: all routers are interconnected with each other. This is the essence of redundancy – if any device fails, data packets will reach their destination via the fastest available alternative route. This setup also acts as a failover mechanism, ensuring the network remains operational even if a single point fails.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protocols deserve special mention. NAT translates private IP addresses into public IP addresses at the network boundary, enabling internal devices to reach the internet. PAT – Port Address Translation – takes this further by allowing multiple devices to communicate simultaneously through a single public IP, distinguishing connections by port numbers. RIP is a distance-vector routing protocol that shares network information only with neighboring routers – a simple yet effective solution for a network of this scale.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completing the network, we conducted thorough testing. We verified connectivity between different segments, VLAN segregation, redundancy behavior, firewall rules, and the availability of all servers. The screenshots confirm that the network is operating correctly and as expected.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project, we used Git for version control. This allowed us to track every change, roll back to previous states when needed, and work on different tasks in parallel. We committed at every significant milestone, so the entire development process is documented and fully traceable.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Jira for time tracking and task management. Every completed task and the time spent on it was precisely recorded. This not only makes our work accountable, but also demonstrates that meaningful, sustained effort went into the project throughout the year – rather than being rushed together at the last minute.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distribution of work between the two team members. We aimed for a balanced division of responsibilities – network design, configuration, testing, and documentation were all carried out with active participation from both of us.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network is currently stable and functional, but we have identified several development opportunities for the future. First, we plan to implement Layer 2 redundancy – this involves integrating additional switches at critical points, implementing Spanning Tree Protocol to prevent loops, and deploying alternative paths to increase network resilience.</a:t>
            </a:r>
          </a:p>
          <a:p>
            <a:endParaRPr lang="en-US" dirty="0"/>
          </a:p>
          <a:p>
            <a:r>
              <a:rPr lang="en-US" dirty="0"/>
              <a:t>In terms of security, we plan to deploy an IDS/IPS system capable of detecting and preventing intrusion attempts in real time. VPN connections will enable secure remote access, and we will introduce multi-factor authentication for particularly sensitive areas.</a:t>
            </a:r>
          </a:p>
          <a:p>
            <a:endParaRPr lang="en-US" dirty="0"/>
          </a:p>
          <a:p>
            <a:r>
              <a:rPr lang="en-US" dirty="0"/>
              <a:t>Monitoring and logging enhancements are also crucial: a centralized log server will allow us to track all network events in one location. SNMP-based monitoring will enable continuous device health checks, and we will configure a real-time alerting system for rapid response.</a:t>
            </a:r>
          </a:p>
          <a:p>
            <a:endParaRPr lang="en-US" dirty="0"/>
          </a:p>
          <a:p>
            <a:r>
              <a:rPr lang="en-US" dirty="0"/>
              <a:t>Finally, from a scalability perspective, we will integrate cloud-based services, implement load balancing solutions to optimize server workloads, and develop a long-term capacity planning and expansion strategy.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concludes our presentation. Thank you for your attention! If you have any questions about the network architecture, the protocols used, or the details of our implementation, we would be happy to answer them.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hu-HU"/>
              <a:t>Mintacím szerkesztése</a:t>
            </a:r>
            <a:endParaRPr lang="en-US"/>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a:t>Kattintson ide az alcím mintájának szerkesztéséhez</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3346165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4148220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6709995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Date Placeholder 4"/>
          <p:cNvSpPr>
            <a:spLocks noGrp="1"/>
          </p:cNvSpPr>
          <p:nvPr>
            <p:ph type="dt" sz="half" idx="10"/>
          </p:nvPr>
        </p:nvSpPr>
        <p:spPr/>
        <p:txBody>
          <a:bodyPr/>
          <a:lstStyle/>
          <a:p>
            <a:fld id="{64E71317-EACD-4ACE-B971-84E39F8DD59C}" type="datetimeFigureOut">
              <a:rPr lang="hu-HU" smtClean="0"/>
              <a:t>2026. 03. 02.</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5010706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hu-HU"/>
              <a:t>Mintacím szerkesztése</a:t>
            </a:r>
            <a:endParaRPr lang="en-US"/>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6"/>
          <p:cNvSpPr>
            <a:spLocks noGrp="1"/>
          </p:cNvSpPr>
          <p:nvPr>
            <p:ph type="dt" sz="half" idx="10"/>
          </p:nvPr>
        </p:nvSpPr>
        <p:spPr/>
        <p:txBody>
          <a:bodyPr/>
          <a:lstStyle/>
          <a:p>
            <a:fld id="{64E71317-EACD-4ACE-B971-84E39F8DD59C}" type="datetimeFigureOut">
              <a:rPr lang="hu-HU" smtClean="0"/>
              <a:t>2026. 03. 02.</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6545913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7" name="Date Placeholder 2"/>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3"/>
          <p:cNvSpPr>
            <a:spLocks noGrp="1"/>
          </p:cNvSpPr>
          <p:nvPr>
            <p:ph type="ftr" sz="quarter" idx="11"/>
          </p:nvPr>
        </p:nvSpPr>
        <p:spPr/>
        <p:txBody>
          <a:bodyPr/>
          <a:lstStyle/>
          <a:p>
            <a:endParaRPr lang="hu-HU"/>
          </a:p>
        </p:txBody>
      </p:sp>
      <p:sp>
        <p:nvSpPr>
          <p:cNvPr id="6" name="Slide Number Placeholder 4"/>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790589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2"/>
          <p:cNvSpPr>
            <a:spLocks noGrp="1"/>
          </p:cNvSpPr>
          <p:nvPr>
            <p:ph type="ftr" sz="quarter" idx="11"/>
          </p:nvPr>
        </p:nvSpPr>
        <p:spPr/>
        <p:txBody>
          <a:bodyPr/>
          <a:lstStyle/>
          <a:p>
            <a:endParaRPr lang="hu-HU"/>
          </a:p>
        </p:txBody>
      </p:sp>
      <p:sp>
        <p:nvSpPr>
          <p:cNvPr id="6" name="Slide Number Placeholder 3"/>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123928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hu-HU"/>
              <a:t>Mintacím szerkesztése</a:t>
            </a:r>
            <a:endParaRPr lang="en-US"/>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7" name="Date Placeholder 4"/>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5"/>
          <p:cNvSpPr>
            <a:spLocks noGrp="1"/>
          </p:cNvSpPr>
          <p:nvPr>
            <p:ph type="ftr" sz="quarter" idx="11"/>
          </p:nvPr>
        </p:nvSpPr>
        <p:spPr/>
        <p:txBody>
          <a:bodyPr/>
          <a:lstStyle/>
          <a:p>
            <a:endParaRPr lang="hu-HU"/>
          </a:p>
        </p:txBody>
      </p:sp>
      <p:sp>
        <p:nvSpPr>
          <p:cNvPr id="6"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757888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hu-HU"/>
              <a:t>Mintacím szerkesztése</a:t>
            </a:r>
            <a:endParaRPr lang="en-US"/>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2026. 03. 02.</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1821256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hu-HU"/>
              <a:t>Mintacím szerkesztése</a:t>
            </a:r>
            <a:endParaRPr lang="en-US"/>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2026. 03. 02.</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931544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hu-HU"/>
              <a:t>Mintacím szerkesztése</a:t>
            </a:r>
            <a:endParaRPr lang="en-US"/>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9442743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hu-HU"/>
              <a:t>Mintacím szerkesztése</a:t>
            </a:r>
            <a:endParaRPr lang="en-US"/>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hu-HU"/>
              <a:t>Mintaszöveg szerkesztése</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Tree>
    <p:extLst>
      <p:ext uri="{BB962C8B-B14F-4D97-AF65-F5344CB8AC3E}">
        <p14:creationId xmlns:p14="http://schemas.microsoft.com/office/powerpoint/2010/main" val="607254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8953836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805212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4254135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Vertical Text Placeholder 2"/>
          <p:cNvSpPr>
            <a:spLocks noGrp="1"/>
          </p:cNvSpPr>
          <p:nvPr>
            <p:ph type="body" orient="vert" idx="1"/>
          </p:nvPr>
        </p:nvSpPr>
        <p:spPr/>
        <p:txBody>
          <a:bodyPr vert="eaVert" anchor="t" anchorCtr="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1918824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hu-HU"/>
              <a:t>Mintacím szerkesztése</a:t>
            </a:r>
            <a:endParaRPr lang="en-US"/>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2026. 03. 02.</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36768599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hu-HU"/>
              <a:t>Mintacím szerkesztése</a:t>
            </a:r>
            <a:endParaRPr lang="en-US"/>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64E71317-EACD-4ACE-B971-84E39F8DD59C}" type="datetimeFigureOut">
              <a:rPr lang="hu-HU" smtClean="0"/>
              <a:t>2026. 03. 02.</a:t>
            </a:fld>
            <a:endParaRPr lang="hu-HU"/>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hu-HU"/>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85D7A83-7D43-4854-AAB8-4C89A6DFEA32}" type="slidenum">
              <a:rPr lang="hu-HU" smtClean="0"/>
              <a:t>‹#›</a:t>
            </a:fld>
            <a:endParaRPr lang="hu-HU"/>
          </a:p>
        </p:txBody>
      </p:sp>
    </p:spTree>
    <p:extLst>
      <p:ext uri="{BB962C8B-B14F-4D97-AF65-F5344CB8AC3E}">
        <p14:creationId xmlns:p14="http://schemas.microsoft.com/office/powerpoint/2010/main" val="221401526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9B4FEFC-29E5-B25D-7844-912A79EB9E28}"/>
              </a:ext>
            </a:extLst>
          </p:cNvPr>
          <p:cNvSpPr>
            <a:spLocks noGrp="1"/>
          </p:cNvSpPr>
          <p:nvPr>
            <p:ph type="ctrTitle"/>
          </p:nvPr>
        </p:nvSpPr>
        <p:spPr/>
        <p:txBody>
          <a:bodyPr/>
          <a:lstStyle/>
          <a:p>
            <a:r>
              <a:rPr lang="hu-HU" b="1" err="1">
                <a:latin typeface="Times New Roman" panose="02020603050405020304" pitchFamily="18" charset="0"/>
                <a:cs typeface="Times New Roman" panose="02020603050405020304" pitchFamily="18" charset="0"/>
              </a:rPr>
              <a:t>Kovta</a:t>
            </a:r>
            <a:r>
              <a:rPr lang="hu-HU" b="1">
                <a:latin typeface="Times New Roman" panose="02020603050405020304" pitchFamily="18" charset="0"/>
                <a:cs typeface="Times New Roman" panose="02020603050405020304" pitchFamily="18" charset="0"/>
              </a:rPr>
              <a:t> Nyrt.</a:t>
            </a:r>
          </a:p>
        </p:txBody>
      </p:sp>
      <p:sp>
        <p:nvSpPr>
          <p:cNvPr id="3" name="Alcím 2">
            <a:extLst>
              <a:ext uri="{FF2B5EF4-FFF2-40B4-BE49-F238E27FC236}">
                <a16:creationId xmlns:a16="http://schemas.microsoft.com/office/drawing/2014/main" id="{F0FC7F3D-D4B1-CD9B-5373-5C3F3FB25FB0}"/>
              </a:ext>
            </a:extLst>
          </p:cNvPr>
          <p:cNvSpPr>
            <a:spLocks noGrp="1"/>
          </p:cNvSpPr>
          <p:nvPr>
            <p:ph type="subTitle" idx="1"/>
          </p:nvPr>
        </p:nvSpPr>
        <p:spPr/>
        <p:txBody>
          <a:bodyPr/>
          <a:lstStyle/>
          <a:p>
            <a:r>
              <a:rPr lang="hu-HU" dirty="0" err="1">
                <a:latin typeface="Times New Roman"/>
                <a:cs typeface="Times New Roman"/>
              </a:rPr>
              <a:t>Created</a:t>
            </a:r>
            <a:r>
              <a:rPr lang="hu-HU" dirty="0">
                <a:latin typeface="Times New Roman"/>
                <a:cs typeface="Times New Roman"/>
              </a:rPr>
              <a:t> </a:t>
            </a:r>
            <a:r>
              <a:rPr lang="hu-HU" dirty="0" err="1">
                <a:latin typeface="Times New Roman"/>
                <a:cs typeface="Times New Roman"/>
              </a:rPr>
              <a:t>by</a:t>
            </a:r>
            <a:r>
              <a:rPr lang="hu-HU" dirty="0">
                <a:latin typeface="Times New Roman"/>
                <a:cs typeface="Times New Roman"/>
              </a:rPr>
              <a:t> </a:t>
            </a:r>
            <a:r>
              <a:rPr lang="hu-HU" dirty="0" err="1">
                <a:latin typeface="Times New Roman"/>
                <a:cs typeface="Times New Roman"/>
              </a:rPr>
              <a:t>SysTeam</a:t>
            </a:r>
            <a:r>
              <a:rPr lang="hu-HU" dirty="0">
                <a:latin typeface="Times New Roman"/>
                <a:cs typeface="Times New Roman"/>
              </a:rPr>
              <a:t> (Bánkuti Bálint, Szőke Kristóf)</a:t>
            </a:r>
          </a:p>
        </p:txBody>
      </p:sp>
    </p:spTree>
    <p:extLst>
      <p:ext uri="{BB962C8B-B14F-4D97-AF65-F5344CB8AC3E}">
        <p14:creationId xmlns:p14="http://schemas.microsoft.com/office/powerpoint/2010/main" val="22171554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20C2181-6C81-4346-8AF5-27A924D0808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ECAAB136-F220-5D11-D9E1-D851A348CF13}"/>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Company</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history</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1144816E-DE1F-33F8-C2A0-AA12AFDCC993}"/>
              </a:ext>
            </a:extLst>
          </p:cNvPr>
          <p:cNvSpPr>
            <a:spLocks noGrp="1"/>
          </p:cNvSpPr>
          <p:nvPr>
            <p:ph idx="1"/>
          </p:nvPr>
        </p:nvSpPr>
        <p:spPr>
          <a:xfrm>
            <a:off x="4975861" y="804671"/>
            <a:ext cx="6399930" cy="5248657"/>
          </a:xfrm>
        </p:spPr>
        <p:txBody>
          <a:bodyPr anchor="ctr">
            <a:normAutofit/>
          </a:bodyPr>
          <a:lstStyle/>
          <a:p>
            <a:r>
              <a:rPr lang="en-US" dirty="0" err="1">
                <a:latin typeface="Times New Roman" panose="02020603050405020304" pitchFamily="18" charset="0"/>
                <a:cs typeface="Times New Roman" panose="02020603050405020304" pitchFamily="18" charset="0"/>
              </a:rPr>
              <a:t>Kovta</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Nyrt</a:t>
            </a:r>
            <a:r>
              <a:rPr lang="en-US" dirty="0">
                <a:latin typeface="Times New Roman" panose="02020603050405020304" pitchFamily="18" charset="0"/>
                <a:cs typeface="Times New Roman" panose="02020603050405020304" pitchFamily="18" charset="0"/>
              </a:rPr>
              <a:t>. is a newly launched bank. The entire bank network was designed for the company to start at the beginning and not expand, meaning everything is located in one building. The network is secure, transparent, and includes all basic protocols that are needed.</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2858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78A9B4-B6C4-B143-A5DB-78EB841F2883}"/>
              </a:ext>
            </a:extLst>
          </p:cNvPr>
          <p:cNvSpPr>
            <a:spLocks noGrp="1"/>
          </p:cNvSpPr>
          <p:nvPr>
            <p:ph type="title"/>
          </p:nvPr>
        </p:nvSpPr>
        <p:spPr>
          <a:xfrm>
            <a:off x="648930" y="865181"/>
            <a:ext cx="4166510" cy="742334"/>
          </a:xfrm>
        </p:spPr>
        <p:txBody>
          <a:bodyPr>
            <a:normAutofit/>
          </a:bodyPr>
          <a:lstStyle/>
          <a:p>
            <a:r>
              <a:rPr lang="hu-HU" b="1" dirty="0" err="1">
                <a:solidFill>
                  <a:srgbClr val="EBEBEB"/>
                </a:solidFill>
                <a:latin typeface="Times New Roman" panose="02020603050405020304" pitchFamily="18" charset="0"/>
                <a:cs typeface="Times New Roman" panose="02020603050405020304" pitchFamily="18" charset="0"/>
              </a:rPr>
              <a:t>Offices</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3"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5" name="Freeform: Shape 14">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7" name="Rectangle 16">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4FEA64F-B223-BAC5-DCDB-9F6AC357FB2B}"/>
              </a:ext>
            </a:extLst>
          </p:cNvPr>
          <p:cNvSpPr>
            <a:spLocks noGrp="1"/>
          </p:cNvSpPr>
          <p:nvPr>
            <p:ph idx="1"/>
          </p:nvPr>
        </p:nvSpPr>
        <p:spPr>
          <a:xfrm>
            <a:off x="734641" y="2168797"/>
            <a:ext cx="3995089" cy="3081688"/>
          </a:xfrm>
        </p:spPr>
        <p:txBody>
          <a:bodyPr>
            <a:normAutofit lnSpcReduction="10000"/>
          </a:bodyPr>
          <a:lstStyle/>
          <a:p>
            <a:r>
              <a:rPr lang="hu-HU" dirty="0" err="1">
                <a:solidFill>
                  <a:srgbClr val="EBEBEB"/>
                </a:solidFill>
                <a:latin typeface="Times New Roman" panose="02020603050405020304" pitchFamily="18" charset="0"/>
                <a:cs typeface="Times New Roman" panose="02020603050405020304" pitchFamily="18" charset="0"/>
              </a:rPr>
              <a:t>Offices</a:t>
            </a:r>
            <a:r>
              <a:rPr lang="hu-HU" dirty="0">
                <a:solidFill>
                  <a:srgbClr val="EBEBEB"/>
                </a:solidFill>
                <a:latin typeface="Times New Roman" panose="02020603050405020304" pitchFamily="18" charset="0"/>
                <a:cs typeface="Times New Roman" panose="02020603050405020304" pitchFamily="18" charset="0"/>
              </a:rPr>
              <a:t>:</a:t>
            </a:r>
          </a:p>
          <a:p>
            <a:pPr lvl="1"/>
            <a:r>
              <a:rPr lang="en-US" dirty="0">
                <a:solidFill>
                  <a:srgbClr val="EBEBEB"/>
                </a:solidFill>
                <a:latin typeface="Times New Roman" panose="02020603050405020304" pitchFamily="18" charset="0"/>
                <a:cs typeface="Times New Roman" panose="02020603050405020304" pitchFamily="18" charset="0"/>
              </a:rPr>
              <a:t>Secretaries (Top Right)</a:t>
            </a:r>
          </a:p>
          <a:p>
            <a:pPr lvl="1"/>
            <a:r>
              <a:rPr lang="en-US" dirty="0">
                <a:solidFill>
                  <a:srgbClr val="EBEBEB"/>
                </a:solidFill>
                <a:latin typeface="Times New Roman" panose="02020603050405020304" pitchFamily="18" charset="0"/>
                <a:cs typeface="Times New Roman" panose="02020603050405020304" pitchFamily="18" charset="0"/>
              </a:rPr>
              <a:t>Manager (Green)</a:t>
            </a:r>
          </a:p>
          <a:p>
            <a:pPr lvl="1"/>
            <a:r>
              <a:rPr lang="en-US" dirty="0">
                <a:solidFill>
                  <a:srgbClr val="EBEBEB"/>
                </a:solidFill>
                <a:latin typeface="Times New Roman" panose="02020603050405020304" pitchFamily="18" charset="0"/>
                <a:cs typeface="Times New Roman" panose="02020603050405020304" pitchFamily="18" charset="0"/>
              </a:rPr>
              <a:t>System Administrator (Orange)</a:t>
            </a:r>
          </a:p>
          <a:p>
            <a:pPr lvl="1"/>
            <a:r>
              <a:rPr lang="en-US" dirty="0">
                <a:solidFill>
                  <a:srgbClr val="EBEBEB"/>
                </a:solidFill>
                <a:latin typeface="Times New Roman" panose="02020603050405020304" pitchFamily="18" charset="0"/>
                <a:cs typeface="Times New Roman" panose="02020603050405020304" pitchFamily="18" charset="0"/>
              </a:rPr>
              <a:t>Bank Employees (Bottom)</a:t>
            </a:r>
          </a:p>
          <a:p>
            <a:pPr lvl="1"/>
            <a:r>
              <a:rPr lang="en-US" dirty="0">
                <a:solidFill>
                  <a:srgbClr val="EBEBEB"/>
                </a:solidFill>
                <a:latin typeface="Times New Roman" panose="02020603050405020304" pitchFamily="18" charset="0"/>
                <a:cs typeface="Times New Roman" panose="02020603050405020304" pitchFamily="18" charset="0"/>
              </a:rPr>
              <a:t>Server Room (Blue)</a:t>
            </a:r>
            <a:endParaRPr lang="hu-HU" dirty="0">
              <a:solidFill>
                <a:srgbClr val="EBEBEB"/>
              </a:solidFill>
              <a:latin typeface="Times New Roman" panose="02020603050405020304" pitchFamily="18" charset="0"/>
              <a:cs typeface="Times New Roman" panose="02020603050405020304" pitchFamily="18" charset="0"/>
            </a:endParaRPr>
          </a:p>
          <a:p>
            <a:pPr lvl="1"/>
            <a:r>
              <a:rPr lang="hu-HU" dirty="0">
                <a:solidFill>
                  <a:srgbClr val="EBEBEB"/>
                </a:solidFill>
                <a:latin typeface="Times New Roman" panose="02020603050405020304" pitchFamily="18" charset="0"/>
                <a:cs typeface="Times New Roman" panose="02020603050405020304" pitchFamily="18" charset="0"/>
              </a:rPr>
              <a:t>IT sector (Pink)</a:t>
            </a:r>
            <a:endParaRPr lang="en-US" dirty="0">
              <a:solidFill>
                <a:srgbClr val="EBEBEB"/>
              </a:solidFill>
              <a:latin typeface="Times New Roman" panose="02020603050405020304" pitchFamily="18" charset="0"/>
              <a:cs typeface="Times New Roman" panose="02020603050405020304" pitchFamily="18" charset="0"/>
            </a:endParaRPr>
          </a:p>
          <a:p>
            <a:pPr lvl="1"/>
            <a:r>
              <a:rPr lang="en-US" dirty="0">
                <a:solidFill>
                  <a:srgbClr val="EBEBEB"/>
                </a:solidFill>
                <a:latin typeface="Times New Roman" panose="02020603050405020304" pitchFamily="18" charset="0"/>
                <a:cs typeface="Times New Roman" panose="02020603050405020304" pitchFamily="18" charset="0"/>
              </a:rPr>
              <a:t>Common Area (Red)</a:t>
            </a:r>
            <a:endParaRPr lang="hu-HU" dirty="0">
              <a:solidFill>
                <a:srgbClr val="EBEBEB"/>
              </a:solidFill>
              <a:latin typeface="Times New Roman" panose="02020603050405020304" pitchFamily="18" charset="0"/>
              <a:cs typeface="Times New Roman" panose="02020603050405020304" pitchFamily="18" charset="0"/>
            </a:endParaRPr>
          </a:p>
        </p:txBody>
      </p:sp>
      <p:pic>
        <p:nvPicPr>
          <p:cNvPr id="5" name="Kép 4" descr="A képen diagram, tervezés látható  Előfordulhat, hogy a mesterséges intelligencia által létrehozott tartalom helytelen.">
            <a:extLst>
              <a:ext uri="{FF2B5EF4-FFF2-40B4-BE49-F238E27FC236}">
                <a16:creationId xmlns:a16="http://schemas.microsoft.com/office/drawing/2014/main" id="{F6F6ECA0-1F4C-5A74-8375-90E9E138EF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0546" y="1293025"/>
            <a:ext cx="6058545" cy="4271949"/>
          </a:xfrm>
          <a:prstGeom prst="rect">
            <a:avLst/>
          </a:prstGeom>
        </p:spPr>
      </p:pic>
    </p:spTree>
    <p:extLst>
      <p:ext uri="{BB962C8B-B14F-4D97-AF65-F5344CB8AC3E}">
        <p14:creationId xmlns:p14="http://schemas.microsoft.com/office/powerpoint/2010/main" val="9244719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5224006" y="629266"/>
            <a:ext cx="4985469" cy="1469878"/>
          </a:xfrm>
        </p:spPr>
        <p:txBody>
          <a:bodyPr>
            <a:normAutofit/>
          </a:bodyPr>
          <a:lstStyle/>
          <a:p>
            <a:r>
              <a:rPr lang="hu-HU" b="1" dirty="0">
                <a:latin typeface="Times New Roman"/>
                <a:cs typeface="Times New Roman"/>
              </a:rPr>
              <a:t>Manager Office &amp; </a:t>
            </a:r>
            <a:r>
              <a:rPr lang="hu-HU" b="1" dirty="0" err="1">
                <a:latin typeface="Times New Roman"/>
                <a:cs typeface="Times New Roman"/>
              </a:rPr>
              <a:t>Admin</a:t>
            </a:r>
            <a:r>
              <a:rPr lang="hu-HU" b="1" dirty="0">
                <a:latin typeface="Times New Roman"/>
                <a:cs typeface="Times New Roman"/>
              </a:rPr>
              <a:t> Office</a:t>
            </a:r>
            <a:endParaRPr lang="hu-HU" b="1" dirty="0">
              <a:latin typeface="Times New Roman" panose="02020603050405020304" pitchFamily="18" charset="0"/>
              <a:cs typeface="Times New Roman" panose="02020603050405020304" pitchFamily="18" charset="0"/>
            </a:endParaRPr>
          </a:p>
        </p:txBody>
      </p:sp>
      <p:pic>
        <p:nvPicPr>
          <p:cNvPr id="5" name="Kép 4" descr="A képen diagram, képernyőkép, szöveg, sor látható  Lehet, hogy az AI által létrehozott tartalom helytelen.">
            <a:extLst>
              <a:ext uri="{FF2B5EF4-FFF2-40B4-BE49-F238E27FC236}">
                <a16:creationId xmlns:a16="http://schemas.microsoft.com/office/drawing/2014/main" id="{5A6D1294-DA6D-3FE6-821B-A6D21F0F1CA5}"/>
              </a:ext>
            </a:extLst>
          </p:cNvPr>
          <p:cNvPicPr>
            <a:picLocks noChangeAspect="1"/>
          </p:cNvPicPr>
          <p:nvPr/>
        </p:nvPicPr>
        <p:blipFill>
          <a:blip r:embed="rId4"/>
          <a:stretch>
            <a:fillRect/>
          </a:stretch>
        </p:blipFill>
        <p:spPr>
          <a:xfrm>
            <a:off x="926823" y="691763"/>
            <a:ext cx="3681270" cy="5556636"/>
          </a:xfrm>
          <a:prstGeom prst="rect">
            <a:avLst/>
          </a:prstGeom>
          <a:effectLst>
            <a:outerShdw blurRad="50800" dist="38100" dir="5400000" algn="t" rotWithShape="0">
              <a:prstClr val="black">
                <a:alpha val="43000"/>
              </a:prstClr>
            </a:outerShdw>
          </a:effectLst>
        </p:spPr>
      </p:pic>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5224006" y="2291650"/>
            <a:ext cx="4985468" cy="3643930"/>
          </a:xfrm>
        </p:spPr>
        <p:txBody>
          <a:bodyPr vert="horz" lIns="91440" tIns="45720" rIns="91440" bIns="45720" rtlCol="0" anchor="t">
            <a:noAutofit/>
          </a:bodyPr>
          <a:lstStyle/>
          <a:p>
            <a:r>
              <a:rPr lang="en-US" sz="1800" dirty="0">
                <a:latin typeface="Times New Roman" panose="02020603050405020304" pitchFamily="18" charset="0"/>
                <a:cs typeface="Times New Roman" panose="02020603050405020304" pitchFamily="18" charset="0"/>
              </a:rPr>
              <a:t>Firewall protects the most secure offices in the network</a:t>
            </a:r>
            <a:endParaRPr lang="hu-HU" sz="1800"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There is static address translation at the admin office, and dynamic at the boss's office.</a:t>
            </a:r>
          </a:p>
          <a:p>
            <a:r>
              <a:rPr lang="en-US" sz="1800" dirty="0">
                <a:latin typeface="Times New Roman" panose="02020603050405020304" pitchFamily="18" charset="0"/>
                <a:cs typeface="Times New Roman" panose="02020603050405020304" pitchFamily="18" charset="0"/>
              </a:rPr>
              <a:t>Admin laptop and PC receive static IP addresses</a:t>
            </a:r>
          </a:p>
          <a:p>
            <a:r>
              <a:rPr lang="en-US" sz="1800" dirty="0">
                <a:latin typeface="Times New Roman" panose="02020603050405020304" pitchFamily="18" charset="0"/>
                <a:cs typeface="Times New Roman" panose="02020603050405020304" pitchFamily="18" charset="0"/>
              </a:rPr>
              <a:t>Manager PC has static IP assignment</a:t>
            </a:r>
          </a:p>
          <a:p>
            <a:r>
              <a:rPr lang="en-US" sz="1800" dirty="0">
                <a:latin typeface="Times New Roman" panose="02020603050405020304" pitchFamily="18" charset="0"/>
                <a:cs typeface="Times New Roman" panose="02020603050405020304" pitchFamily="18" charset="0"/>
              </a:rPr>
              <a:t>DHCP:</a:t>
            </a:r>
          </a:p>
          <a:p>
            <a:pPr lvl="1"/>
            <a:r>
              <a:rPr lang="en-US" dirty="0">
                <a:latin typeface="Times New Roman" panose="02020603050405020304" pitchFamily="18" charset="0"/>
                <a:cs typeface="Times New Roman" panose="02020603050405020304" pitchFamily="18" charset="0"/>
              </a:rPr>
              <a:t>Manager phone via </a:t>
            </a:r>
            <a:r>
              <a:rPr lang="en-US" dirty="0" err="1">
                <a:latin typeface="Times New Roman" panose="02020603050405020304" pitchFamily="18" charset="0"/>
                <a:cs typeface="Times New Roman" panose="02020603050405020304" pitchFamily="18" charset="0"/>
              </a:rPr>
              <a:t>WiFi</a:t>
            </a:r>
            <a:r>
              <a:rPr lang="en-US" dirty="0">
                <a:latin typeface="Times New Roman" panose="02020603050405020304" pitchFamily="18" charset="0"/>
                <a:cs typeface="Times New Roman" panose="02020603050405020304" pitchFamily="18" charset="0"/>
              </a:rPr>
              <a:t> on a different network than common area phones</a:t>
            </a:r>
          </a:p>
          <a:p>
            <a:pPr lvl="1"/>
            <a:r>
              <a:rPr lang="en-US" dirty="0">
                <a:latin typeface="Times New Roman" panose="02020603050405020304" pitchFamily="18" charset="0"/>
                <a:cs typeface="Times New Roman" panose="02020603050405020304" pitchFamily="18" charset="0"/>
              </a:rPr>
              <a:t>Manager laptop</a:t>
            </a:r>
          </a:p>
          <a:p>
            <a:pPr lvl="1"/>
            <a:r>
              <a:rPr lang="en-US" dirty="0">
                <a:latin typeface="Times New Roman" panose="02020603050405020304" pitchFamily="18" charset="0"/>
                <a:cs typeface="Times New Roman" panose="02020603050405020304" pitchFamily="18" charset="0"/>
              </a:rPr>
              <a:t>Manager printer</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97488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4917815" y="629266"/>
            <a:ext cx="2356370" cy="824630"/>
          </a:xfrm>
        </p:spPr>
        <p:txBody>
          <a:bodyPr>
            <a:normAutofit/>
          </a:bodyPr>
          <a:lstStyle/>
          <a:p>
            <a:r>
              <a:rPr lang="hu-HU" b="1" dirty="0">
                <a:latin typeface="Times New Roman"/>
                <a:cs typeface="Times New Roman"/>
              </a:rPr>
              <a:t>IT Sector</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6687046" y="2171179"/>
            <a:ext cx="4985468" cy="3643930"/>
          </a:xfrm>
        </p:spPr>
        <p:txBody>
          <a:bodyPr vert="horz" lIns="91440" tIns="45720" rIns="91440" bIns="45720" rtlCol="0" anchor="t">
            <a:noAutofit/>
          </a:bodyPr>
          <a:lstStyle/>
          <a:p>
            <a:r>
              <a:rPr lang="en-US" dirty="0">
                <a:latin typeface="Times New Roman" panose="02020603050405020304" pitchFamily="18" charset="0"/>
                <a:cs typeface="Times New Roman" panose="02020603050405020304" pitchFamily="18" charset="0"/>
              </a:rPr>
              <a:t>In this sector, we used IPv6 addressing.</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Every machine receives IP addresses statically.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The router named "IT" is responsible for this sector.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Sector components include: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3 printers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5 computers</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1 switch</a:t>
            </a:r>
            <a:endParaRPr lang="hu-HU" dirty="0">
              <a:latin typeface="Times New Roman" panose="02020603050405020304" pitchFamily="18" charset="0"/>
              <a:cs typeface="Times New Roman" panose="02020603050405020304" pitchFamily="18" charset="0"/>
            </a:endParaRPr>
          </a:p>
        </p:txBody>
      </p:sp>
      <p:pic>
        <p:nvPicPr>
          <p:cNvPr id="4" name="Kép 3">
            <a:extLst>
              <a:ext uri="{FF2B5EF4-FFF2-40B4-BE49-F238E27FC236}">
                <a16:creationId xmlns:a16="http://schemas.microsoft.com/office/drawing/2014/main" id="{76CA15BD-D67E-358C-6CB8-E70E19A93036}"/>
              </a:ext>
            </a:extLst>
          </p:cNvPr>
          <p:cNvPicPr>
            <a:picLocks noChangeAspect="1"/>
          </p:cNvPicPr>
          <p:nvPr/>
        </p:nvPicPr>
        <p:blipFill>
          <a:blip r:embed="rId4"/>
          <a:stretch>
            <a:fillRect/>
          </a:stretch>
        </p:blipFill>
        <p:spPr>
          <a:xfrm>
            <a:off x="336828" y="1757554"/>
            <a:ext cx="5502207" cy="4471180"/>
          </a:xfrm>
          <a:prstGeom prst="rect">
            <a:avLst/>
          </a:prstGeom>
        </p:spPr>
      </p:pic>
    </p:spTree>
    <p:extLst>
      <p:ext uri="{BB962C8B-B14F-4D97-AF65-F5344CB8AC3E}">
        <p14:creationId xmlns:p14="http://schemas.microsoft.com/office/powerpoint/2010/main" val="1705585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6DE1AA4F-18C7-6688-E3EB-A18BB8DAA200}"/>
              </a:ext>
            </a:extLst>
          </p:cNvPr>
          <p:cNvSpPr>
            <a:spLocks noGrp="1"/>
          </p:cNvSpPr>
          <p:nvPr>
            <p:ph type="title"/>
          </p:nvPr>
        </p:nvSpPr>
        <p:spPr>
          <a:xfrm>
            <a:off x="648931" y="629266"/>
            <a:ext cx="4166510" cy="1622321"/>
          </a:xfrm>
        </p:spPr>
        <p:txBody>
          <a:bodyPr>
            <a:normAutofit/>
          </a:bodyPr>
          <a:lstStyle/>
          <a:p>
            <a:r>
              <a:rPr lang="hu-HU" b="1" dirty="0">
                <a:solidFill>
                  <a:srgbClr val="EBEBEB"/>
                </a:solidFill>
                <a:latin typeface="Times New Roman"/>
                <a:cs typeface="Times New Roman"/>
              </a:rPr>
              <a:t>Server </a:t>
            </a:r>
            <a:r>
              <a:rPr lang="hu-HU" b="1" dirty="0" err="1">
                <a:solidFill>
                  <a:srgbClr val="EBEBEB"/>
                </a:solidFill>
                <a:latin typeface="Times New Roman"/>
                <a:cs typeface="Times New Roman"/>
              </a:rPr>
              <a:t>room</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2"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4" name="Freeform: Shape 13">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6" name="Rectangle 15">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57738CE-763E-CF06-54AD-01CC4FEB2144}"/>
              </a:ext>
            </a:extLst>
          </p:cNvPr>
          <p:cNvSpPr>
            <a:spLocks noGrp="1"/>
          </p:cNvSpPr>
          <p:nvPr>
            <p:ph idx="1"/>
          </p:nvPr>
        </p:nvSpPr>
        <p:spPr>
          <a:xfrm>
            <a:off x="648932" y="1854820"/>
            <a:ext cx="4166509" cy="4759340"/>
          </a:xfrm>
        </p:spPr>
        <p:txBody>
          <a:bodyPr>
            <a:noAutofit/>
          </a:bodyPr>
          <a:lstStyle/>
          <a:p>
            <a:r>
              <a:rPr lang="en-US" dirty="0">
                <a:solidFill>
                  <a:srgbClr val="EBEBEB"/>
                </a:solidFill>
                <a:latin typeface="Times New Roman" panose="02020603050405020304" pitchFamily="18" charset="0"/>
                <a:cs typeface="Times New Roman" panose="02020603050405020304" pitchFamily="18" charset="0"/>
              </a:rPr>
              <a:t>This is the network's server room</a:t>
            </a:r>
            <a:r>
              <a:rPr lang="hu-HU" dirty="0">
                <a:solidFill>
                  <a:srgbClr val="EBEBEB"/>
                </a:solidFill>
                <a:latin typeface="Times New Roman" panose="02020603050405020304" pitchFamily="18" charset="0"/>
                <a:cs typeface="Times New Roman" panose="02020603050405020304" pitchFamily="18" charset="0"/>
              </a:rPr>
              <a:t>.</a:t>
            </a:r>
            <a:endParaRPr lang="en-US" dirty="0">
              <a:solidFill>
                <a:srgbClr val="EBEBEB"/>
              </a:solidFill>
              <a:latin typeface="Times New Roman" panose="02020603050405020304" pitchFamily="18" charset="0"/>
              <a:cs typeface="Times New Roman" panose="02020603050405020304" pitchFamily="18" charset="0"/>
            </a:endParaRPr>
          </a:p>
          <a:p>
            <a:r>
              <a:rPr lang="en-US" dirty="0">
                <a:solidFill>
                  <a:srgbClr val="EBEBEB"/>
                </a:solidFill>
                <a:latin typeface="Times New Roman" panose="02020603050405020304" pitchFamily="18" charset="0"/>
                <a:cs typeface="Times New Roman" panose="02020603050405020304" pitchFamily="18" charset="0"/>
              </a:rPr>
              <a:t>4 servers are located here:</a:t>
            </a:r>
          </a:p>
          <a:p>
            <a:pPr lvl="1"/>
            <a:r>
              <a:rPr lang="en-US" sz="2000" dirty="0">
                <a:solidFill>
                  <a:srgbClr val="EBEBEB"/>
                </a:solidFill>
                <a:latin typeface="Times New Roman" panose="02020603050405020304" pitchFamily="18" charset="0"/>
                <a:cs typeface="Times New Roman" panose="02020603050405020304" pitchFamily="18" charset="0"/>
              </a:rPr>
              <a:t>WEB: hosts our team's website</a:t>
            </a:r>
          </a:p>
          <a:p>
            <a:pPr lvl="1"/>
            <a:r>
              <a:rPr lang="en-US" sz="2000" dirty="0">
                <a:solidFill>
                  <a:srgbClr val="EBEBEB"/>
                </a:solidFill>
                <a:latin typeface="Times New Roman" panose="02020603050405020304" pitchFamily="18" charset="0"/>
                <a:cs typeface="Times New Roman" panose="02020603050405020304" pitchFamily="18" charset="0"/>
              </a:rPr>
              <a:t>DHCP: server dynamically distributes IP addresses to devices</a:t>
            </a:r>
          </a:p>
          <a:p>
            <a:pPr lvl="1"/>
            <a:r>
              <a:rPr lang="en-US" sz="2000" dirty="0">
                <a:solidFill>
                  <a:srgbClr val="EBEBEB"/>
                </a:solidFill>
                <a:latin typeface="Times New Roman" panose="02020603050405020304" pitchFamily="18" charset="0"/>
                <a:cs typeface="Times New Roman" panose="02020603050405020304" pitchFamily="18" charset="0"/>
              </a:rPr>
              <a:t>FTP: network device configurations are backed up on this server</a:t>
            </a:r>
          </a:p>
          <a:p>
            <a:pPr lvl="1"/>
            <a:r>
              <a:rPr lang="en-US" sz="2000" dirty="0">
                <a:solidFill>
                  <a:srgbClr val="EBEBEB"/>
                </a:solidFill>
                <a:latin typeface="Times New Roman" panose="02020603050405020304" pitchFamily="18" charset="0"/>
                <a:cs typeface="Times New Roman" panose="02020603050405020304" pitchFamily="18" charset="0"/>
              </a:rPr>
              <a:t>DNS: translates domain names to IP addresses and vice versa</a:t>
            </a:r>
          </a:p>
        </p:txBody>
      </p:sp>
      <p:pic>
        <p:nvPicPr>
          <p:cNvPr id="5" name="Kép 4" descr="A képen szöveg, diagram, képernyőkép, sor látható  Előfordulhat, hogy a mesterséges intelligencia által létrehozott tartalom helytelen.">
            <a:extLst>
              <a:ext uri="{FF2B5EF4-FFF2-40B4-BE49-F238E27FC236}">
                <a16:creationId xmlns:a16="http://schemas.microsoft.com/office/drawing/2014/main" id="{B3F07A15-8D63-37BF-A21B-4EB44C8EB8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99818" y="1671749"/>
            <a:ext cx="6200001" cy="3514501"/>
          </a:xfrm>
          <a:prstGeom prst="rect">
            <a:avLst/>
          </a:prstGeom>
        </p:spPr>
      </p:pic>
    </p:spTree>
    <p:extLst>
      <p:ext uri="{BB962C8B-B14F-4D97-AF65-F5344CB8AC3E}">
        <p14:creationId xmlns:p14="http://schemas.microsoft.com/office/powerpoint/2010/main" val="2922924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F89E10A-42A5-B321-5715-010BEF21ED58}"/>
              </a:ext>
            </a:extLst>
          </p:cNvPr>
          <p:cNvSpPr>
            <a:spLocks noGrp="1"/>
          </p:cNvSpPr>
          <p:nvPr>
            <p:ph type="title"/>
          </p:nvPr>
        </p:nvSpPr>
        <p:spPr>
          <a:xfrm>
            <a:off x="682448" y="484775"/>
            <a:ext cx="4706182" cy="1622321"/>
          </a:xfrm>
        </p:spPr>
        <p:txBody>
          <a:bodyPr>
            <a:normAutofit/>
          </a:bodyPr>
          <a:lstStyle/>
          <a:p>
            <a:r>
              <a:rPr lang="hu-HU" b="1" dirty="0" err="1">
                <a:solidFill>
                  <a:srgbClr val="EBEBEB"/>
                </a:solidFill>
                <a:latin typeface="Times New Roman"/>
                <a:cs typeface="Times New Roman"/>
              </a:rPr>
              <a:t>Secretaries</a:t>
            </a:r>
            <a:r>
              <a:rPr lang="hu-HU" b="1" dirty="0">
                <a:solidFill>
                  <a:srgbClr val="EBEBEB"/>
                </a:solidFill>
                <a:latin typeface="Times New Roman"/>
                <a:cs typeface="Times New Roman"/>
              </a:rPr>
              <a:t> </a:t>
            </a:r>
            <a:br>
              <a:rPr lang="hu-HU" b="1" dirty="0">
                <a:solidFill>
                  <a:srgbClr val="EBEBEB"/>
                </a:solidFill>
                <a:latin typeface="Times New Roman"/>
                <a:cs typeface="Times New Roman"/>
              </a:rPr>
            </a:br>
            <a:r>
              <a:rPr lang="hu-HU" b="1" dirty="0">
                <a:solidFill>
                  <a:srgbClr val="EBEBEB"/>
                </a:solidFill>
                <a:latin typeface="Times New Roman"/>
                <a:cs typeface="Times New Roman"/>
              </a:rPr>
              <a:t>Office</a:t>
            </a:r>
          </a:p>
        </p:txBody>
      </p:sp>
      <p:sp>
        <p:nvSpPr>
          <p:cNvPr id="36"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38" name="Freeform: Shape 37">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40" name="Rectangle 39">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9" name="Content Placeholder 7">
            <a:extLst>
              <a:ext uri="{FF2B5EF4-FFF2-40B4-BE49-F238E27FC236}">
                <a16:creationId xmlns:a16="http://schemas.microsoft.com/office/drawing/2014/main" id="{599B9FCC-6563-5D39-F268-82AD2935ABC1}"/>
              </a:ext>
            </a:extLst>
          </p:cNvPr>
          <p:cNvSpPr>
            <a:spLocks noGrp="1"/>
          </p:cNvSpPr>
          <p:nvPr>
            <p:ph idx="1"/>
          </p:nvPr>
        </p:nvSpPr>
        <p:spPr>
          <a:xfrm>
            <a:off x="682448" y="2107097"/>
            <a:ext cx="4166509" cy="3785419"/>
          </a:xfrm>
        </p:spPr>
        <p:txBody>
          <a:bodyPr vert="horz" lIns="91440" tIns="45720" rIns="91440" bIns="45720" rtlCol="0">
            <a:noAutofit/>
          </a:bodyPr>
          <a:lstStyle/>
          <a:p>
            <a:r>
              <a:rPr lang="en-US" sz="1800" dirty="0">
                <a:solidFill>
                  <a:srgbClr val="EBEBEB"/>
                </a:solidFill>
                <a:latin typeface="Times New Roman" panose="02020603050405020304" pitchFamily="18" charset="0"/>
                <a:cs typeface="Times New Roman" panose="02020603050405020304" pitchFamily="18" charset="0"/>
              </a:rPr>
              <a:t>The secretaries section is divided into 3 VLANs</a:t>
            </a:r>
          </a:p>
          <a:p>
            <a:r>
              <a:rPr lang="en-US" sz="1800" dirty="0">
                <a:solidFill>
                  <a:srgbClr val="EBEBEB"/>
                </a:solidFill>
                <a:latin typeface="Times New Roman" panose="02020603050405020304" pitchFamily="18" charset="0"/>
                <a:cs typeface="Times New Roman" panose="02020603050405020304" pitchFamily="18" charset="0"/>
              </a:rPr>
              <a:t>A firewall also operates in this network segment</a:t>
            </a:r>
          </a:p>
          <a:p>
            <a:r>
              <a:rPr lang="en-US" sz="1800" dirty="0">
                <a:solidFill>
                  <a:srgbClr val="EBEBEB"/>
                </a:solidFill>
                <a:latin typeface="Times New Roman" panose="02020603050405020304" pitchFamily="18" charset="0"/>
                <a:cs typeface="Times New Roman" panose="02020603050405020304" pitchFamily="18" charset="0"/>
              </a:rPr>
              <a:t>Finance - VLAN 10</a:t>
            </a:r>
          </a:p>
          <a:p>
            <a:r>
              <a:rPr lang="en-US" sz="1800" dirty="0">
                <a:solidFill>
                  <a:srgbClr val="EBEBEB"/>
                </a:solidFill>
                <a:latin typeface="Times New Roman" panose="02020603050405020304" pitchFamily="18" charset="0"/>
                <a:cs typeface="Times New Roman" panose="02020603050405020304" pitchFamily="18" charset="0"/>
              </a:rPr>
              <a:t>Customer Service - VLAN 20</a:t>
            </a:r>
          </a:p>
          <a:p>
            <a:r>
              <a:rPr lang="en-US" sz="1800" dirty="0">
                <a:solidFill>
                  <a:srgbClr val="EBEBEB"/>
                </a:solidFill>
                <a:latin typeface="Times New Roman" panose="02020603050405020304" pitchFamily="18" charset="0"/>
                <a:cs typeface="Times New Roman" panose="02020603050405020304" pitchFamily="18" charset="0"/>
              </a:rPr>
              <a:t>HR - VLAN 30</a:t>
            </a:r>
          </a:p>
          <a:p>
            <a:r>
              <a:rPr lang="en-US" sz="1800" dirty="0">
                <a:solidFill>
                  <a:srgbClr val="EBEBEB"/>
                </a:solidFill>
                <a:latin typeface="Times New Roman" panose="02020603050405020304" pitchFamily="18" charset="0"/>
                <a:cs typeface="Times New Roman" panose="02020603050405020304" pitchFamily="18" charset="0"/>
              </a:rPr>
              <a:t>Devices in different VLANs receive IP addresses through sub-interfaces</a:t>
            </a:r>
            <a:endParaRPr lang="hu-HU" sz="1800" dirty="0">
              <a:solidFill>
                <a:srgbClr val="EBEBEB"/>
              </a:solidFill>
              <a:latin typeface="Times New Roman" panose="02020603050405020304" pitchFamily="18" charset="0"/>
              <a:cs typeface="Times New Roman" panose="02020603050405020304" pitchFamily="18" charset="0"/>
            </a:endParaRPr>
          </a:p>
          <a:p>
            <a:r>
              <a:rPr lang="en-US" sz="1800" dirty="0">
                <a:solidFill>
                  <a:srgbClr val="EBEBEB"/>
                </a:solidFill>
                <a:latin typeface="Times New Roman" panose="02020603050405020304" pitchFamily="18" charset="0"/>
                <a:cs typeface="Times New Roman" panose="02020603050405020304" pitchFamily="18" charset="0"/>
              </a:rPr>
              <a:t>The multilayer switch performs basic switching tasks in the network</a:t>
            </a:r>
            <a:endParaRPr lang="hu-HU" sz="1800" dirty="0">
              <a:solidFill>
                <a:srgbClr val="EBEBEB"/>
              </a:solidFill>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08F56ED-99C4-A39B-E526-4793D1A92E74}"/>
              </a:ext>
            </a:extLst>
          </p:cNvPr>
          <p:cNvPicPr>
            <a:picLocks noChangeAspect="1"/>
          </p:cNvPicPr>
          <p:nvPr/>
        </p:nvPicPr>
        <p:blipFill>
          <a:blip r:embed="rId3"/>
          <a:stretch>
            <a:fillRect/>
          </a:stretch>
        </p:blipFill>
        <p:spPr>
          <a:xfrm>
            <a:off x="5990068" y="1854820"/>
            <a:ext cx="200053" cy="1086002"/>
          </a:xfrm>
          <a:prstGeom prst="rect">
            <a:avLst/>
          </a:prstGeom>
        </p:spPr>
      </p:pic>
      <p:pic>
        <p:nvPicPr>
          <p:cNvPr id="6" name="Kép 5" descr="A képen diagram, sor, szöveg, térkép látható  Előfordulhat, hogy a mesterséges intelligencia által létrehozott tartalom helytelen.">
            <a:extLst>
              <a:ext uri="{FF2B5EF4-FFF2-40B4-BE49-F238E27FC236}">
                <a16:creationId xmlns:a16="http://schemas.microsoft.com/office/drawing/2014/main" id="{3FE6BC47-6C9E-14BE-7317-7ACA4C9F11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49698" y="1636404"/>
            <a:ext cx="6446096" cy="4146473"/>
          </a:xfrm>
          <a:prstGeom prst="rect">
            <a:avLst/>
          </a:prstGeom>
        </p:spPr>
      </p:pic>
    </p:spTree>
    <p:extLst>
      <p:ext uri="{BB962C8B-B14F-4D97-AF65-F5344CB8AC3E}">
        <p14:creationId xmlns:p14="http://schemas.microsoft.com/office/powerpoint/2010/main" val="428385635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32E49D2A-81F0-FCD0-00FC-CE93E0262C9F}"/>
              </a:ext>
            </a:extLst>
          </p:cNvPr>
          <p:cNvSpPr>
            <a:spLocks noGrp="1"/>
          </p:cNvSpPr>
          <p:nvPr>
            <p:ph type="title"/>
          </p:nvPr>
        </p:nvSpPr>
        <p:spPr>
          <a:xfrm>
            <a:off x="648931" y="629266"/>
            <a:ext cx="4166510" cy="1622321"/>
          </a:xfrm>
        </p:spPr>
        <p:txBody>
          <a:bodyPr>
            <a:normAutofit/>
          </a:bodyPr>
          <a:lstStyle/>
          <a:p>
            <a:r>
              <a:rPr lang="hu-HU" b="1" dirty="0" err="1">
                <a:solidFill>
                  <a:srgbClr val="EBEBEB"/>
                </a:solidFill>
                <a:latin typeface="Times New Roman"/>
                <a:cs typeface="Times New Roman"/>
              </a:rPr>
              <a:t>Employees</a:t>
            </a:r>
            <a:r>
              <a:rPr lang="hu-HU" b="1" dirty="0">
                <a:solidFill>
                  <a:srgbClr val="EBEBEB"/>
                </a:solidFill>
                <a:latin typeface="Times New Roman"/>
                <a:cs typeface="Times New Roman"/>
              </a:rPr>
              <a:t> Office &amp; </a:t>
            </a:r>
            <a:r>
              <a:rPr lang="hu-HU" b="1" dirty="0" err="1">
                <a:solidFill>
                  <a:srgbClr val="EBEBEB"/>
                </a:solidFill>
                <a:latin typeface="Times New Roman"/>
                <a:cs typeface="Times New Roman"/>
              </a:rPr>
              <a:t>Common</a:t>
            </a:r>
            <a:r>
              <a:rPr lang="hu-HU" b="1" dirty="0">
                <a:solidFill>
                  <a:srgbClr val="EBEBEB"/>
                </a:solidFill>
                <a:latin typeface="Times New Roman"/>
                <a:cs typeface="Times New Roman"/>
              </a:rPr>
              <a:t> </a:t>
            </a:r>
            <a:r>
              <a:rPr lang="hu-HU" b="1" dirty="0" err="1">
                <a:solidFill>
                  <a:srgbClr val="EBEBEB"/>
                </a:solidFill>
                <a:latin typeface="Times New Roman"/>
                <a:cs typeface="Times New Roman"/>
              </a:rPr>
              <a:t>Area</a:t>
            </a:r>
            <a:endParaRPr lang="hu-HU" b="1" dirty="0">
              <a:solidFill>
                <a:srgbClr val="EBEBEB"/>
              </a:solidFill>
              <a:latin typeface="Times New Roman"/>
              <a:cs typeface="Times New Roman"/>
            </a:endParaRPr>
          </a:p>
        </p:txBody>
      </p:sp>
      <p:sp>
        <p:nvSpPr>
          <p:cNvPr id="38"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40" name="Freeform: Shape 39">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pic>
        <p:nvPicPr>
          <p:cNvPr id="6" name="Kép 5" descr="A képen sor, diagram, tervezés látható  Előfordulhat, hogy az AI által létrehozott tartalom helytelen.">
            <a:extLst>
              <a:ext uri="{FF2B5EF4-FFF2-40B4-BE49-F238E27FC236}">
                <a16:creationId xmlns:a16="http://schemas.microsoft.com/office/drawing/2014/main" id="{899F8A61-97DF-76E7-7B91-DC5BBE0E5F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64371" y="974357"/>
            <a:ext cx="6658331" cy="3545560"/>
          </a:xfrm>
          <a:prstGeom prst="rect">
            <a:avLst/>
          </a:prstGeom>
          <a:effectLst/>
        </p:spPr>
      </p:pic>
      <p:sp>
        <p:nvSpPr>
          <p:cNvPr id="42" name="Rectangle 41">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8" name="Tartalom helye 7" descr="A képen szöveg, képernyőkép, diagram, sor látható  Előfordulhat, hogy az AI által létrehozott tartalom helytelen.">
            <a:extLst>
              <a:ext uri="{FF2B5EF4-FFF2-40B4-BE49-F238E27FC236}">
                <a16:creationId xmlns:a16="http://schemas.microsoft.com/office/drawing/2014/main" id="{AE6E50B9-5A91-A0C0-2C7C-DC150EDB54DB}"/>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7186335" y="4334150"/>
            <a:ext cx="2861905" cy="2461928"/>
          </a:xfrm>
        </p:spPr>
      </p:pic>
      <p:sp>
        <p:nvSpPr>
          <p:cNvPr id="10" name="Content Placeholder 7">
            <a:extLst>
              <a:ext uri="{FF2B5EF4-FFF2-40B4-BE49-F238E27FC236}">
                <a16:creationId xmlns:a16="http://schemas.microsoft.com/office/drawing/2014/main" id="{8B7FF0CF-0BD4-A123-FC1C-45203ECB111D}"/>
              </a:ext>
            </a:extLst>
          </p:cNvPr>
          <p:cNvSpPr txBox="1">
            <a:spLocks/>
          </p:cNvSpPr>
          <p:nvPr/>
        </p:nvSpPr>
        <p:spPr>
          <a:xfrm>
            <a:off x="579633" y="2251587"/>
            <a:ext cx="4166509" cy="3785419"/>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1800" dirty="0">
                <a:solidFill>
                  <a:srgbClr val="EBEBEB"/>
                </a:solidFill>
                <a:latin typeface="Times New Roman" panose="02020603050405020304" pitchFamily="18" charset="0"/>
                <a:cs typeface="Times New Roman" panose="02020603050405020304" pitchFamily="18" charset="0"/>
              </a:rPr>
              <a:t>Similar structure to the secretaries office</a:t>
            </a:r>
          </a:p>
          <a:p>
            <a:r>
              <a:rPr lang="en-US" sz="1800" dirty="0">
                <a:solidFill>
                  <a:srgbClr val="EBEBEB"/>
                </a:solidFill>
                <a:latin typeface="Times New Roman" panose="02020603050405020304" pitchFamily="18" charset="0"/>
                <a:cs typeface="Times New Roman" panose="02020603050405020304" pitchFamily="18" charset="0"/>
              </a:rPr>
              <a:t>3 VLANs (HR, Finance, Customer Service)</a:t>
            </a:r>
          </a:p>
          <a:p>
            <a:r>
              <a:rPr lang="en-US" sz="1800" dirty="0">
                <a:solidFill>
                  <a:srgbClr val="EBEBEB"/>
                </a:solidFill>
                <a:latin typeface="Times New Roman" panose="02020603050405020304" pitchFamily="18" charset="0"/>
                <a:cs typeface="Times New Roman" panose="02020603050405020304" pitchFamily="18" charset="0"/>
              </a:rPr>
              <a:t>DHCP </a:t>
            </a:r>
            <a:r>
              <a:rPr lang="en-US" sz="1800" dirty="0" err="1">
                <a:solidFill>
                  <a:srgbClr val="EBEBEB"/>
                </a:solidFill>
                <a:latin typeface="Times New Roman" panose="02020603050405020304" pitchFamily="18" charset="0"/>
                <a:cs typeface="Times New Roman" panose="02020603050405020304" pitchFamily="18" charset="0"/>
              </a:rPr>
              <a:t>through</a:t>
            </a:r>
            <a:r>
              <a:rPr lang="en-US" sz="1800" dirty="0">
                <a:solidFill>
                  <a:srgbClr val="EBEBEB"/>
                </a:solidFill>
                <a:latin typeface="Times New Roman" panose="02020603050405020304" pitchFamily="18" charset="0"/>
                <a:cs typeface="Times New Roman" panose="02020603050405020304" pitchFamily="18" charset="0"/>
              </a:rPr>
              <a:t> sub-interfaces</a:t>
            </a:r>
          </a:p>
          <a:p>
            <a:r>
              <a:rPr lang="en-US" sz="1800" dirty="0">
                <a:solidFill>
                  <a:srgbClr val="EBEBEB"/>
                </a:solidFill>
                <a:latin typeface="Times New Roman" panose="02020603050405020304" pitchFamily="18" charset="0"/>
                <a:cs typeface="Times New Roman" panose="02020603050405020304" pitchFamily="18" charset="0"/>
              </a:rPr>
              <a:t>ACL: VLAN 20 can see others but this is not reciprocal</a:t>
            </a:r>
          </a:p>
          <a:p>
            <a:r>
              <a:rPr lang="en-US" sz="1800" dirty="0">
                <a:solidFill>
                  <a:srgbClr val="EBEBEB"/>
                </a:solidFill>
                <a:latin typeface="Times New Roman" panose="02020603050405020304" pitchFamily="18" charset="0"/>
                <a:cs typeface="Times New Roman" panose="02020603050405020304" pitchFamily="18" charset="0"/>
              </a:rPr>
              <a:t>Common Area:</a:t>
            </a:r>
          </a:p>
          <a:p>
            <a:pPr lvl="1"/>
            <a:r>
              <a:rPr lang="hu-HU" dirty="0">
                <a:solidFill>
                  <a:srgbClr val="EBEBEB"/>
                </a:solidFill>
                <a:latin typeface="Times New Roman" panose="02020603050405020304" pitchFamily="18" charset="0"/>
                <a:cs typeface="Times New Roman" panose="02020603050405020304" pitchFamily="18" charset="0"/>
              </a:rPr>
              <a:t>WIFI</a:t>
            </a:r>
            <a:r>
              <a:rPr lang="en-US" dirty="0">
                <a:solidFill>
                  <a:srgbClr val="EBEBEB"/>
                </a:solidFill>
                <a:latin typeface="Times New Roman" panose="02020603050405020304" pitchFamily="18" charset="0"/>
                <a:cs typeface="Times New Roman" panose="02020603050405020304" pitchFamily="18" charset="0"/>
              </a:rPr>
              <a:t> router, Access point and phones</a:t>
            </a:r>
            <a:endParaRPr lang="hu-HU"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206579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Cím 1">
            <a:extLst>
              <a:ext uri="{FF2B5EF4-FFF2-40B4-BE49-F238E27FC236}">
                <a16:creationId xmlns:a16="http://schemas.microsoft.com/office/drawing/2014/main" id="{EDCE472C-D595-4987-1BDF-F6CFC00D81FE}"/>
              </a:ext>
            </a:extLst>
          </p:cNvPr>
          <p:cNvSpPr>
            <a:spLocks noGrp="1"/>
          </p:cNvSpPr>
          <p:nvPr>
            <p:ph type="title"/>
          </p:nvPr>
        </p:nvSpPr>
        <p:spPr>
          <a:xfrm>
            <a:off x="348642" y="676656"/>
            <a:ext cx="3522879" cy="932688"/>
          </a:xfrm>
        </p:spPr>
        <p:txBody>
          <a:bodyPr>
            <a:normAutofit/>
          </a:bodyPr>
          <a:lstStyle/>
          <a:p>
            <a:r>
              <a:rPr lang="hu-HU" b="1" dirty="0" err="1">
                <a:solidFill>
                  <a:srgbClr val="FFFFFF"/>
                </a:solidFill>
                <a:latin typeface="Times New Roman" panose="02020603050405020304" pitchFamily="18" charset="0"/>
                <a:cs typeface="Times New Roman" panose="02020603050405020304" pitchFamily="18" charset="0"/>
              </a:rPr>
              <a:t>Redundancy</a:t>
            </a:r>
            <a:endParaRPr lang="hu-HU" b="1" dirty="0">
              <a:solidFill>
                <a:srgbClr val="FFFFFF"/>
              </a:solidFill>
              <a:latin typeface="Times New Roman" panose="02020603050405020304" pitchFamily="18" charset="0"/>
              <a:cs typeface="Times New Roman" panose="02020603050405020304" pitchFamily="18" charset="0"/>
            </a:endParaRPr>
          </a:p>
        </p:txBody>
      </p:sp>
      <p:pic>
        <p:nvPicPr>
          <p:cNvPr id="5" name="Tartalom helye 4" descr="A képen diagram, sor, szöveg, térkép látható  Előfordulhat, hogy a mesterséges intelligencia által létrehozott tartalom helytelen.">
            <a:extLst>
              <a:ext uri="{FF2B5EF4-FFF2-40B4-BE49-F238E27FC236}">
                <a16:creationId xmlns:a16="http://schemas.microsoft.com/office/drawing/2014/main" id="{0E8D3C66-A4D6-18FB-CF33-561111B8453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725776" y="1383677"/>
            <a:ext cx="5580762" cy="5158122"/>
          </a:xfrm>
        </p:spPr>
      </p:pic>
      <p:sp>
        <p:nvSpPr>
          <p:cNvPr id="16" name="Content Placeholder 7">
            <a:extLst>
              <a:ext uri="{FF2B5EF4-FFF2-40B4-BE49-F238E27FC236}">
                <a16:creationId xmlns:a16="http://schemas.microsoft.com/office/drawing/2014/main" id="{DEB89432-E0B3-BB1A-EFBF-13100EE0F5AF}"/>
              </a:ext>
            </a:extLst>
          </p:cNvPr>
          <p:cNvSpPr txBox="1">
            <a:spLocks/>
          </p:cNvSpPr>
          <p:nvPr/>
        </p:nvSpPr>
        <p:spPr>
          <a:xfrm>
            <a:off x="412201" y="1907080"/>
            <a:ext cx="4166509" cy="411131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200" dirty="0">
                <a:solidFill>
                  <a:srgbClr val="EBEBEB"/>
                </a:solidFill>
                <a:latin typeface="Times New Roman" panose="02020603050405020304" pitchFamily="18" charset="0"/>
                <a:cs typeface="Times New Roman" panose="02020603050405020304" pitchFamily="18" charset="0"/>
              </a:rPr>
              <a:t>A router "ring" is located in the center of the network</a:t>
            </a:r>
          </a:p>
          <a:p>
            <a:r>
              <a:rPr lang="en-US" sz="2200" dirty="0">
                <a:solidFill>
                  <a:srgbClr val="EBEBEB"/>
                </a:solidFill>
                <a:latin typeface="Times New Roman" panose="02020603050405020304" pitchFamily="18" charset="0"/>
                <a:cs typeface="Times New Roman" panose="02020603050405020304" pitchFamily="18" charset="0"/>
              </a:rPr>
              <a:t>All routers are interconnected with each other, this is redundancy</a:t>
            </a:r>
          </a:p>
          <a:p>
            <a:r>
              <a:rPr lang="en-US" sz="2200" dirty="0">
                <a:solidFill>
                  <a:srgbClr val="EBEBEB"/>
                </a:solidFill>
                <a:latin typeface="Times New Roman" panose="02020603050405020304" pitchFamily="18" charset="0"/>
                <a:cs typeface="Times New Roman" panose="02020603050405020304" pitchFamily="18" charset="0"/>
              </a:rPr>
              <a:t>This technology is a backup system</a:t>
            </a:r>
          </a:p>
          <a:p>
            <a:r>
              <a:rPr lang="en-US" sz="2200" dirty="0">
                <a:solidFill>
                  <a:srgbClr val="EBEBEB"/>
                </a:solidFill>
                <a:latin typeface="Times New Roman" panose="02020603050405020304" pitchFamily="18" charset="0"/>
                <a:cs typeface="Times New Roman" panose="02020603050405020304" pitchFamily="18" charset="0"/>
              </a:rPr>
              <a:t>If one router fails, information will reach from point A to point B via the fastest possible route</a:t>
            </a:r>
            <a:endParaRPr lang="hu-HU" sz="2200"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38950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Cím 1">
            <a:extLst>
              <a:ext uri="{FF2B5EF4-FFF2-40B4-BE49-F238E27FC236}">
                <a16:creationId xmlns:a16="http://schemas.microsoft.com/office/drawing/2014/main" id="{EDCE472C-D595-4987-1BDF-F6CFC00D81FE}"/>
              </a:ext>
            </a:extLst>
          </p:cNvPr>
          <p:cNvSpPr>
            <a:spLocks noGrp="1"/>
          </p:cNvSpPr>
          <p:nvPr>
            <p:ph type="title"/>
          </p:nvPr>
        </p:nvSpPr>
        <p:spPr>
          <a:xfrm>
            <a:off x="560880" y="568040"/>
            <a:ext cx="3522879" cy="932688"/>
          </a:xfrm>
        </p:spPr>
        <p:txBody>
          <a:bodyPr>
            <a:normAutofit fontScale="90000"/>
          </a:bodyPr>
          <a:lstStyle/>
          <a:p>
            <a:pPr algn="ctr"/>
            <a:r>
              <a:rPr lang="en-US" b="1" dirty="0">
                <a:solidFill>
                  <a:srgbClr val="FFFFFF"/>
                </a:solidFill>
                <a:latin typeface="Times New Roman" panose="02020603050405020304" pitchFamily="18" charset="0"/>
                <a:cs typeface="Times New Roman" panose="02020603050405020304" pitchFamily="18" charset="0"/>
              </a:rPr>
              <a:t>NAT-PAT and RIP Protocol</a:t>
            </a:r>
            <a:endParaRPr lang="hu-HU" b="1" dirty="0">
              <a:solidFill>
                <a:srgbClr val="FFFFFF"/>
              </a:solidFill>
              <a:latin typeface="Times New Roman" panose="02020603050405020304" pitchFamily="18" charset="0"/>
              <a:cs typeface="Times New Roman" panose="02020603050405020304" pitchFamily="18" charset="0"/>
            </a:endParaRPr>
          </a:p>
        </p:txBody>
      </p:sp>
      <p:sp>
        <p:nvSpPr>
          <p:cNvPr id="16" name="Content Placeholder 7">
            <a:extLst>
              <a:ext uri="{FF2B5EF4-FFF2-40B4-BE49-F238E27FC236}">
                <a16:creationId xmlns:a16="http://schemas.microsoft.com/office/drawing/2014/main" id="{DEB89432-E0B3-BB1A-EFBF-13100EE0F5AF}"/>
              </a:ext>
            </a:extLst>
          </p:cNvPr>
          <p:cNvSpPr txBox="1">
            <a:spLocks/>
          </p:cNvSpPr>
          <p:nvPr/>
        </p:nvSpPr>
        <p:spPr>
          <a:xfrm>
            <a:off x="443812" y="2238636"/>
            <a:ext cx="4166509" cy="4111316"/>
          </a:xfrm>
          <a:prstGeom prst="rect">
            <a:avLst/>
          </a:prstGeom>
        </p:spPr>
        <p:txBody>
          <a:bodyPr vert="horz" lIns="91440" tIns="45720" rIns="91440" bIns="45720" rtlCol="0">
            <a:normAutofit fontScale="92500" lnSpcReduction="10000"/>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200" dirty="0">
                <a:solidFill>
                  <a:srgbClr val="EBEBEB"/>
                </a:solidFill>
                <a:latin typeface="Times New Roman" panose="02020603050405020304" pitchFamily="18" charset="0"/>
                <a:cs typeface="Times New Roman" panose="02020603050405020304" pitchFamily="18" charset="0"/>
              </a:rPr>
              <a:t>NAT translates private IP addresses to public IP addresses.</a:t>
            </a:r>
          </a:p>
          <a:p>
            <a:r>
              <a:rPr lang="en-US" sz="2200" dirty="0">
                <a:solidFill>
                  <a:srgbClr val="EBEBEB"/>
                </a:solidFill>
                <a:latin typeface="Times New Roman" panose="02020603050405020304" pitchFamily="18" charset="0"/>
                <a:cs typeface="Times New Roman" panose="02020603050405020304" pitchFamily="18" charset="0"/>
              </a:rPr>
              <a:t>It runs on a router at the boundary between internal and external networks.</a:t>
            </a:r>
          </a:p>
          <a:p>
            <a:r>
              <a:rPr lang="en-US" sz="2200" dirty="0">
                <a:solidFill>
                  <a:srgbClr val="EBEBEB"/>
                </a:solidFill>
                <a:latin typeface="Times New Roman" panose="02020603050405020304" pitchFamily="18" charset="0"/>
                <a:cs typeface="Times New Roman" panose="02020603050405020304" pitchFamily="18" charset="0"/>
              </a:rPr>
              <a:t>PAT (Port Address Translation) enables multiple devices to communicate through a single IP.</a:t>
            </a:r>
          </a:p>
          <a:p>
            <a:r>
              <a:rPr lang="en-US" sz="2200" dirty="0">
                <a:solidFill>
                  <a:srgbClr val="EBEBEB"/>
                </a:solidFill>
                <a:latin typeface="Times New Roman" panose="02020603050405020304" pitchFamily="18" charset="0"/>
                <a:cs typeface="Times New Roman" panose="02020603050405020304" pitchFamily="18" charset="0"/>
              </a:rPr>
              <a:t>RIP (Routing Information Protocol) is a distance-vector routing protocol that shares network information only with neighbors.</a:t>
            </a:r>
            <a:endParaRPr lang="hu-HU" sz="2200" dirty="0">
              <a:solidFill>
                <a:srgbClr val="EBEBEB"/>
              </a:solidFill>
              <a:latin typeface="Times New Roman" panose="02020603050405020304" pitchFamily="18" charset="0"/>
              <a:cs typeface="Times New Roman" panose="02020603050405020304" pitchFamily="18" charset="0"/>
            </a:endParaRPr>
          </a:p>
        </p:txBody>
      </p:sp>
      <p:pic>
        <p:nvPicPr>
          <p:cNvPr id="6" name="Picture 2" descr="Understanding NAT/PAT - A Step-by-Step Guide with Ostinato">
            <a:extLst>
              <a:ext uri="{FF2B5EF4-FFF2-40B4-BE49-F238E27FC236}">
                <a16:creationId xmlns:a16="http://schemas.microsoft.com/office/drawing/2014/main" id="{94ABC7AE-DE86-7AB3-7D69-609B612D65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72740" y="1037844"/>
            <a:ext cx="3695047" cy="343639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Routing Information Protocol (RIP) ⋆ | Basic Routing Protocol RIPv2">
            <a:extLst>
              <a:ext uri="{FF2B5EF4-FFF2-40B4-BE49-F238E27FC236}">
                <a16:creationId xmlns:a16="http://schemas.microsoft.com/office/drawing/2014/main" id="{65A5071C-9BEA-7C88-79C7-12975303D0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14500" y="3928186"/>
            <a:ext cx="3695047" cy="2697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8737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7834B54-0E7B-82D8-C68A-D91A6A0DD562}"/>
              </a:ext>
            </a:extLst>
          </p:cNvPr>
          <p:cNvSpPr>
            <a:spLocks noGrp="1"/>
          </p:cNvSpPr>
          <p:nvPr>
            <p:ph type="title"/>
          </p:nvPr>
        </p:nvSpPr>
        <p:spPr>
          <a:xfrm>
            <a:off x="3525491" y="534951"/>
            <a:ext cx="4923566" cy="1400530"/>
          </a:xfrm>
        </p:spPr>
        <p:txBody>
          <a:bodyPr/>
          <a:lstStyle/>
          <a:p>
            <a:r>
              <a:rPr lang="hu-HU" sz="5400" b="1" dirty="0" err="1">
                <a:latin typeface="Times New Roman" panose="02020603050405020304" pitchFamily="18" charset="0"/>
                <a:cs typeface="Times New Roman" panose="02020603050405020304" pitchFamily="18" charset="0"/>
              </a:rPr>
              <a:t>Virtual</a:t>
            </a:r>
            <a:r>
              <a:rPr lang="hu-HU" sz="5400" b="1" dirty="0">
                <a:latin typeface="Times New Roman" panose="02020603050405020304" pitchFamily="18" charset="0"/>
                <a:cs typeface="Times New Roman" panose="02020603050405020304" pitchFamily="18" charset="0"/>
              </a:rPr>
              <a:t> servers</a:t>
            </a:r>
          </a:p>
        </p:txBody>
      </p:sp>
      <p:sp>
        <p:nvSpPr>
          <p:cNvPr id="3" name="Tartalom helye 2">
            <a:extLst>
              <a:ext uri="{FF2B5EF4-FFF2-40B4-BE49-F238E27FC236}">
                <a16:creationId xmlns:a16="http://schemas.microsoft.com/office/drawing/2014/main" id="{A063AE5D-6921-2728-7FD7-1A430E693581}"/>
              </a:ext>
            </a:extLst>
          </p:cNvPr>
          <p:cNvSpPr>
            <a:spLocks noGrp="1"/>
          </p:cNvSpPr>
          <p:nvPr>
            <p:ph idx="1"/>
          </p:nvPr>
        </p:nvSpPr>
        <p:spPr>
          <a:xfrm>
            <a:off x="893000" y="1935481"/>
            <a:ext cx="8946541" cy="4195481"/>
          </a:xfrm>
        </p:spPr>
        <p:txBody>
          <a:bodyPr>
            <a:noAutofit/>
          </a:bodyPr>
          <a:lstStyle/>
          <a:p>
            <a:pPr>
              <a:buFont typeface="Arial" panose="020B0604020202020204" pitchFamily="34" charset="0"/>
              <a:buChar char="•"/>
            </a:pPr>
            <a:r>
              <a:rPr lang="hu-HU" dirty="0" err="1">
                <a:latin typeface="Times New Roman" panose="02020603050405020304" pitchFamily="18" charset="0"/>
                <a:cs typeface="Times New Roman" panose="02020603050405020304" pitchFamily="18" charset="0"/>
              </a:rPr>
              <a:t>We</a:t>
            </a:r>
            <a:r>
              <a:rPr lang="hu-HU" dirty="0">
                <a:latin typeface="Times New Roman" panose="02020603050405020304" pitchFamily="18" charset="0"/>
                <a:cs typeface="Times New Roman" panose="02020603050405020304" pitchFamily="18" charset="0"/>
              </a:rPr>
              <a:t> </a:t>
            </a:r>
            <a:r>
              <a:rPr lang="hu-HU" dirty="0" err="1">
                <a:latin typeface="Times New Roman" panose="02020603050405020304" pitchFamily="18" charset="0"/>
                <a:cs typeface="Times New Roman" panose="02020603050405020304" pitchFamily="18" charset="0"/>
              </a:rPr>
              <a:t>used</a:t>
            </a:r>
            <a:r>
              <a:rPr lang="hu-HU" dirty="0">
                <a:latin typeface="Times New Roman" panose="02020603050405020304" pitchFamily="18" charset="0"/>
                <a:cs typeface="Times New Roman" panose="02020603050405020304" pitchFamily="18" charset="0"/>
              </a:rPr>
              <a:t> </a:t>
            </a:r>
            <a:r>
              <a:rPr lang="hu-HU" dirty="0" err="1">
                <a:latin typeface="Times New Roman" panose="02020603050405020304" pitchFamily="18" charset="0"/>
                <a:cs typeface="Times New Roman" panose="02020603050405020304" pitchFamily="18" charset="0"/>
              </a:rPr>
              <a:t>Virtual</a:t>
            </a:r>
            <a:r>
              <a:rPr lang="hu-HU" dirty="0">
                <a:latin typeface="Times New Roman" panose="02020603050405020304" pitchFamily="18" charset="0"/>
                <a:cs typeface="Times New Roman" panose="02020603050405020304" pitchFamily="18" charset="0"/>
              </a:rPr>
              <a:t> </a:t>
            </a:r>
            <a:r>
              <a:rPr lang="hu-HU" dirty="0" err="1">
                <a:latin typeface="Times New Roman" panose="02020603050405020304" pitchFamily="18" charset="0"/>
                <a:cs typeface="Times New Roman" panose="02020603050405020304" pitchFamily="18" charset="0"/>
              </a:rPr>
              <a:t>box</a:t>
            </a:r>
            <a:endParaRPr lang="hu-HU" dirty="0">
              <a:latin typeface="Times New Roman" panose="02020603050405020304" pitchFamily="18" charset="0"/>
              <a:cs typeface="Times New Roman" panose="02020603050405020304" pitchFamily="18" charset="0"/>
            </a:endParaRPr>
          </a:p>
          <a:p>
            <a:pPr lvl="1"/>
            <a:r>
              <a:rPr lang="hu-HU" sz="2000" dirty="0">
                <a:latin typeface="Times New Roman" panose="02020603050405020304" pitchFamily="18" charset="0"/>
                <a:cs typeface="Times New Roman" panose="02020603050405020304" pitchFamily="18" charset="0"/>
              </a:rPr>
              <a:t>Windows 2019:</a:t>
            </a:r>
          </a:p>
          <a:p>
            <a:pPr lvl="2">
              <a:buFont typeface="Courier New" panose="02070309020205020404" pitchFamily="49" charset="0"/>
              <a:buChar char="o"/>
            </a:pPr>
            <a:r>
              <a:rPr lang="hu-HU" sz="2000" dirty="0" err="1">
                <a:latin typeface="Times New Roman" panose="02020603050405020304" pitchFamily="18" charset="0"/>
                <a:cs typeface="Times New Roman" panose="02020603050405020304" pitchFamily="18" charset="0"/>
              </a:rPr>
              <a:t>Active</a:t>
            </a:r>
            <a:r>
              <a:rPr lang="hu-HU" sz="2000" dirty="0">
                <a:latin typeface="Times New Roman" panose="02020603050405020304" pitchFamily="18" charset="0"/>
                <a:cs typeface="Times New Roman" panose="02020603050405020304" pitchFamily="18" charset="0"/>
              </a:rPr>
              <a:t> </a:t>
            </a:r>
            <a:r>
              <a:rPr lang="hu-HU" sz="2000" dirty="0" err="1">
                <a:latin typeface="Times New Roman" panose="02020603050405020304" pitchFamily="18" charset="0"/>
                <a:cs typeface="Times New Roman" panose="02020603050405020304" pitchFamily="18" charset="0"/>
              </a:rPr>
              <a:t>Directory</a:t>
            </a:r>
            <a:endParaRPr lang="hu-HU" sz="2000" dirty="0">
              <a:latin typeface="Times New Roman" panose="02020603050405020304" pitchFamily="18" charset="0"/>
              <a:cs typeface="Times New Roman" panose="02020603050405020304" pitchFamily="18" charset="0"/>
            </a:endParaRPr>
          </a:p>
          <a:p>
            <a:pPr lvl="2">
              <a:buFont typeface="Courier New" panose="02070309020205020404" pitchFamily="49" charset="0"/>
              <a:buChar char="o"/>
            </a:pPr>
            <a:r>
              <a:rPr lang="hu-HU" sz="2000" dirty="0">
                <a:latin typeface="Times New Roman" panose="02020603050405020304" pitchFamily="18" charset="0"/>
                <a:cs typeface="Times New Roman" panose="02020603050405020304" pitchFamily="18" charset="0"/>
              </a:rPr>
              <a:t>DNS server</a:t>
            </a:r>
          </a:p>
          <a:p>
            <a:pPr lvl="2">
              <a:buFont typeface="Courier New" panose="02070309020205020404" pitchFamily="49" charset="0"/>
              <a:buChar char="o"/>
            </a:pPr>
            <a:r>
              <a:rPr lang="hu-HU" sz="2000" dirty="0">
                <a:latin typeface="Times New Roman" panose="02020603050405020304" pitchFamily="18" charset="0"/>
                <a:cs typeface="Times New Roman" panose="02020603050405020304" pitchFamily="18" charset="0"/>
              </a:rPr>
              <a:t>DHCP server </a:t>
            </a:r>
          </a:p>
          <a:p>
            <a:pPr lvl="2">
              <a:buFont typeface="Courier New" panose="02070309020205020404" pitchFamily="49" charset="0"/>
              <a:buChar char="o"/>
            </a:pPr>
            <a:r>
              <a:rPr lang="hu-HU" sz="2000" dirty="0">
                <a:latin typeface="Times New Roman" panose="02020603050405020304" pitchFamily="18" charset="0"/>
                <a:cs typeface="Times New Roman" panose="02020603050405020304" pitchFamily="18" charset="0"/>
              </a:rPr>
              <a:t>HTTP/HTTPS</a:t>
            </a:r>
          </a:p>
          <a:p>
            <a:pPr lvl="2">
              <a:buFont typeface="Courier New" panose="02070309020205020404" pitchFamily="49" charset="0"/>
              <a:buChar char="o"/>
            </a:pPr>
            <a:r>
              <a:rPr lang="hu-HU" sz="2000" dirty="0">
                <a:latin typeface="Times New Roman" panose="02020603050405020304" pitchFamily="18" charset="0"/>
                <a:cs typeface="Times New Roman" panose="02020603050405020304" pitchFamily="18" charset="0"/>
              </a:rPr>
              <a:t>File and printer </a:t>
            </a:r>
            <a:r>
              <a:rPr lang="hu-HU" sz="2000" dirty="0" err="1">
                <a:latin typeface="Times New Roman" panose="02020603050405020304" pitchFamily="18" charset="0"/>
                <a:cs typeface="Times New Roman" panose="02020603050405020304" pitchFamily="18" charset="0"/>
              </a:rPr>
              <a:t>sharing</a:t>
            </a:r>
            <a:endParaRPr lang="hu-HU" sz="2000" dirty="0">
              <a:latin typeface="Times New Roman" panose="02020603050405020304" pitchFamily="18" charset="0"/>
              <a:cs typeface="Times New Roman" panose="02020603050405020304" pitchFamily="18" charset="0"/>
            </a:endParaRPr>
          </a:p>
          <a:p>
            <a:pPr lvl="2">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Automated software deployment to client computers</a:t>
            </a:r>
            <a:endParaRPr lang="hu-HU" sz="2000" dirty="0">
              <a:latin typeface="Times New Roman" panose="02020603050405020304" pitchFamily="18" charset="0"/>
              <a:cs typeface="Times New Roman" panose="02020603050405020304" pitchFamily="18" charset="0"/>
            </a:endParaRPr>
          </a:p>
          <a:p>
            <a:pPr lvl="1"/>
            <a:r>
              <a:rPr lang="hu-HU" sz="2000" dirty="0">
                <a:latin typeface="Times New Roman" panose="02020603050405020304" pitchFamily="18" charset="0"/>
                <a:cs typeface="Times New Roman" panose="02020603050405020304" pitchFamily="18" charset="0"/>
              </a:rPr>
              <a:t>Linux Debian 2013</a:t>
            </a:r>
          </a:p>
          <a:p>
            <a:pPr lvl="2">
              <a:buFont typeface="Courier New" panose="02070309020205020404" pitchFamily="49" charset="0"/>
              <a:buChar char="o"/>
            </a:pPr>
            <a:r>
              <a:rPr lang="hu-HU" sz="2000" dirty="0" err="1">
                <a:latin typeface="Times New Roman" panose="02020603050405020304" pitchFamily="18" charset="0"/>
                <a:cs typeface="Times New Roman" panose="02020603050405020304" pitchFamily="18" charset="0"/>
              </a:rPr>
              <a:t>Automated</a:t>
            </a:r>
            <a:r>
              <a:rPr lang="hu-HU" sz="2000" dirty="0">
                <a:latin typeface="Times New Roman" panose="02020603050405020304" pitchFamily="18" charset="0"/>
                <a:cs typeface="Times New Roman" panose="02020603050405020304" pitchFamily="18" charset="0"/>
              </a:rPr>
              <a:t> backup</a:t>
            </a:r>
          </a:p>
        </p:txBody>
      </p:sp>
    </p:spTree>
    <p:extLst>
      <p:ext uri="{BB962C8B-B14F-4D97-AF65-F5344CB8AC3E}">
        <p14:creationId xmlns:p14="http://schemas.microsoft.com/office/powerpoint/2010/main" val="28822572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32E8706-6376-6F93-3595-3DEBC8D4C3B0}"/>
              </a:ext>
            </a:extLst>
          </p:cNvPr>
          <p:cNvSpPr>
            <a:spLocks noGrp="1"/>
          </p:cNvSpPr>
          <p:nvPr>
            <p:ph type="title"/>
          </p:nvPr>
        </p:nvSpPr>
        <p:spPr>
          <a:xfrm>
            <a:off x="7760740" y="1544134"/>
            <a:ext cx="2289113" cy="1400530"/>
          </a:xfrm>
        </p:spPr>
        <p:txBody>
          <a:bodyPr/>
          <a:lstStyle/>
          <a:p>
            <a:r>
              <a:rPr lang="hu-HU" b="1" dirty="0">
                <a:latin typeface="Times New Roman" panose="02020603050405020304" pitchFamily="18" charset="0"/>
                <a:cs typeface="Times New Roman" panose="02020603050405020304" pitchFamily="18" charset="0"/>
              </a:rPr>
              <a:t>Testing</a:t>
            </a:r>
          </a:p>
        </p:txBody>
      </p:sp>
      <p:pic>
        <p:nvPicPr>
          <p:cNvPr id="4" name="Kép 3">
            <a:extLst>
              <a:ext uri="{FF2B5EF4-FFF2-40B4-BE49-F238E27FC236}">
                <a16:creationId xmlns:a16="http://schemas.microsoft.com/office/drawing/2014/main" id="{F3D43DD1-911F-2F6A-C39D-36F348F139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20714728">
            <a:off x="483783" y="1291287"/>
            <a:ext cx="5692331" cy="2618472"/>
          </a:xfrm>
          <a:prstGeom prst="rect">
            <a:avLst/>
          </a:prstGeom>
          <a:effectLst/>
        </p:spPr>
      </p:pic>
      <p:pic>
        <p:nvPicPr>
          <p:cNvPr id="5" name="Tartalom helye 5" descr="A képen szöveg, képernyőkép, szám, Betűtípus látható">
            <a:extLst>
              <a:ext uri="{FF2B5EF4-FFF2-40B4-BE49-F238E27FC236}">
                <a16:creationId xmlns:a16="http://schemas.microsoft.com/office/drawing/2014/main" id="{B70E6A44-E655-76D8-28C5-1FF2CEEA92A5}"/>
              </a:ext>
            </a:extLst>
          </p:cNvPr>
          <p:cNvPicPr>
            <a:picLocks noChangeAspect="1"/>
          </p:cNvPicPr>
          <p:nvPr/>
        </p:nvPicPr>
        <p:blipFill>
          <a:blip r:embed="rId4"/>
          <a:stretch>
            <a:fillRect/>
          </a:stretch>
        </p:blipFill>
        <p:spPr>
          <a:xfrm>
            <a:off x="5623561" y="3443900"/>
            <a:ext cx="6025458" cy="2982601"/>
          </a:xfrm>
          <a:prstGeom prst="rect">
            <a:avLst/>
          </a:prstGeom>
          <a:effectLst/>
        </p:spPr>
      </p:pic>
    </p:spTree>
    <p:extLst>
      <p:ext uri="{BB962C8B-B14F-4D97-AF65-F5344CB8AC3E}">
        <p14:creationId xmlns:p14="http://schemas.microsoft.com/office/powerpoint/2010/main" val="1344352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5436C9C-066E-E527-C164-1C649033B2A0}"/>
              </a:ext>
            </a:extLst>
          </p:cNvPr>
          <p:cNvSpPr>
            <a:spLocks noGrp="1"/>
          </p:cNvSpPr>
          <p:nvPr>
            <p:ph type="title"/>
          </p:nvPr>
        </p:nvSpPr>
        <p:spPr>
          <a:xfrm>
            <a:off x="729796" y="677335"/>
            <a:ext cx="3020937" cy="778932"/>
          </a:xfrm>
        </p:spPr>
        <p:txBody>
          <a:bodyPr/>
          <a:lstStyle/>
          <a:p>
            <a:r>
              <a:rPr lang="hu-HU" b="1">
                <a:latin typeface="Times New Roman" panose="02020603050405020304" pitchFamily="18" charset="0"/>
                <a:cs typeface="Times New Roman" panose="02020603050405020304" pitchFamily="18" charset="0"/>
              </a:rPr>
              <a:t>GIT</a:t>
            </a:r>
          </a:p>
        </p:txBody>
      </p:sp>
      <p:sp>
        <p:nvSpPr>
          <p:cNvPr id="3" name="Tartalom helye 2">
            <a:extLst>
              <a:ext uri="{FF2B5EF4-FFF2-40B4-BE49-F238E27FC236}">
                <a16:creationId xmlns:a16="http://schemas.microsoft.com/office/drawing/2014/main" id="{E2D5F620-8ED6-4226-FDAD-7C6C2C6C6273}"/>
              </a:ext>
            </a:extLst>
          </p:cNvPr>
          <p:cNvSpPr>
            <a:spLocks noGrp="1"/>
          </p:cNvSpPr>
          <p:nvPr>
            <p:ph idx="1"/>
          </p:nvPr>
        </p:nvSpPr>
        <p:spPr>
          <a:xfrm>
            <a:off x="1103312" y="1691092"/>
            <a:ext cx="8946541" cy="1147482"/>
          </a:xfrm>
        </p:spPr>
        <p:txBody>
          <a:bodyPr/>
          <a:lstStyle/>
          <a:p>
            <a:pPr algn="just">
              <a:lnSpc>
                <a:spcPct val="115000"/>
              </a:lnSpc>
              <a:spcAft>
                <a:spcPts val="600"/>
              </a:spcAft>
            </a:pPr>
            <a:r>
              <a:rPr lang="en-US" sz="1800" dirty="0">
                <a:effectLst/>
                <a:latin typeface="Times New Roman" panose="02020603050405020304" pitchFamily="18" charset="0"/>
                <a:ea typeface="Aptos" panose="020B0004020202020204" pitchFamily="34" charset="0"/>
              </a:rPr>
              <a:t>Git is a version control system that can be used for efficient management and tracking of code changes. It enables developers to manage different file versions and modifications, allowing restoration to previous states.</a:t>
            </a:r>
            <a:endParaRPr lang="hu-HU" dirty="0"/>
          </a:p>
        </p:txBody>
      </p:sp>
      <p:pic>
        <p:nvPicPr>
          <p:cNvPr id="5" name="Kép 4">
            <a:extLst>
              <a:ext uri="{FF2B5EF4-FFF2-40B4-BE49-F238E27FC236}">
                <a16:creationId xmlns:a16="http://schemas.microsoft.com/office/drawing/2014/main" id="{3ECB429A-A68C-B41E-20D5-939DECB5D4BA}"/>
              </a:ext>
            </a:extLst>
          </p:cNvPr>
          <p:cNvPicPr>
            <a:picLocks noChangeAspect="1"/>
          </p:cNvPicPr>
          <p:nvPr/>
        </p:nvPicPr>
        <p:blipFill>
          <a:blip r:embed="rId3"/>
          <a:stretch>
            <a:fillRect/>
          </a:stretch>
        </p:blipFill>
        <p:spPr>
          <a:xfrm>
            <a:off x="2297289" y="3073400"/>
            <a:ext cx="7597422" cy="3598779"/>
          </a:xfrm>
          <a:prstGeom prst="rect">
            <a:avLst/>
          </a:prstGeom>
        </p:spPr>
      </p:pic>
    </p:spTree>
    <p:extLst>
      <p:ext uri="{BB962C8B-B14F-4D97-AF65-F5344CB8AC3E}">
        <p14:creationId xmlns:p14="http://schemas.microsoft.com/office/powerpoint/2010/main" val="29196971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3571C21-4360-C576-027C-A66D9C40F926}"/>
              </a:ext>
            </a:extLst>
          </p:cNvPr>
          <p:cNvSpPr>
            <a:spLocks noGrp="1"/>
          </p:cNvSpPr>
          <p:nvPr>
            <p:ph type="title"/>
          </p:nvPr>
        </p:nvSpPr>
        <p:spPr>
          <a:xfrm>
            <a:off x="823912" y="706718"/>
            <a:ext cx="1165756" cy="690282"/>
          </a:xfrm>
        </p:spPr>
        <p:txBody>
          <a:bodyPr/>
          <a:lstStyle/>
          <a:p>
            <a:r>
              <a:rPr lang="hu-HU" b="1" err="1">
                <a:latin typeface="Times New Roman" panose="02020603050405020304" pitchFamily="18" charset="0"/>
                <a:cs typeface="Times New Roman" panose="02020603050405020304" pitchFamily="18" charset="0"/>
              </a:rPr>
              <a:t>Jira</a:t>
            </a:r>
            <a:endParaRPr lang="hu-HU"/>
          </a:p>
        </p:txBody>
      </p:sp>
      <p:sp>
        <p:nvSpPr>
          <p:cNvPr id="3" name="Tartalom helye 2">
            <a:extLst>
              <a:ext uri="{FF2B5EF4-FFF2-40B4-BE49-F238E27FC236}">
                <a16:creationId xmlns:a16="http://schemas.microsoft.com/office/drawing/2014/main" id="{889F2F75-2855-D29B-1342-94170D198FBC}"/>
              </a:ext>
            </a:extLst>
          </p:cNvPr>
          <p:cNvSpPr>
            <a:spLocks noGrp="1"/>
          </p:cNvSpPr>
          <p:nvPr>
            <p:ph idx="1"/>
          </p:nvPr>
        </p:nvSpPr>
        <p:spPr>
          <a:xfrm>
            <a:off x="1094168" y="1750845"/>
            <a:ext cx="8946541" cy="1372821"/>
          </a:xfrm>
        </p:spPr>
        <p:txBody>
          <a:bodyPr>
            <a:normAutofit/>
          </a:bodyPr>
          <a:lstStyle/>
          <a:p>
            <a:r>
              <a:rPr lang="en-US" sz="2400" dirty="0">
                <a:latin typeface="Times New Roman" panose="02020603050405020304" pitchFamily="18" charset="0"/>
                <a:cs typeface="Times New Roman" panose="02020603050405020304" pitchFamily="18" charset="0"/>
              </a:rPr>
              <a:t>We log work hours in Jira. This platform is used to verify at the end whether actual work was done during the year or if the project was just hastily assembled.</a:t>
            </a:r>
            <a:endParaRPr lang="hu-HU" sz="2400" dirty="0">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10B53AA-05ED-4376-94CB-CEE8A3B7EF83}"/>
              </a:ext>
            </a:extLst>
          </p:cNvPr>
          <p:cNvPicPr>
            <a:picLocks noChangeAspect="1"/>
          </p:cNvPicPr>
          <p:nvPr/>
        </p:nvPicPr>
        <p:blipFill>
          <a:blip r:embed="rId3"/>
          <a:stretch>
            <a:fillRect/>
          </a:stretch>
        </p:blipFill>
        <p:spPr>
          <a:xfrm>
            <a:off x="2516612" y="3252004"/>
            <a:ext cx="7158775" cy="3416433"/>
          </a:xfrm>
          <a:prstGeom prst="rect">
            <a:avLst/>
          </a:prstGeom>
        </p:spPr>
      </p:pic>
    </p:spTree>
    <p:extLst>
      <p:ext uri="{BB962C8B-B14F-4D97-AF65-F5344CB8AC3E}">
        <p14:creationId xmlns:p14="http://schemas.microsoft.com/office/powerpoint/2010/main" val="204612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5239B4D-3DA6-29BC-08AE-2D61DC655214}"/>
              </a:ext>
            </a:extLst>
          </p:cNvPr>
          <p:cNvSpPr>
            <a:spLocks noGrp="1"/>
          </p:cNvSpPr>
          <p:nvPr>
            <p:ph type="title"/>
          </p:nvPr>
        </p:nvSpPr>
        <p:spPr>
          <a:xfrm>
            <a:off x="645130" y="701341"/>
            <a:ext cx="9404723" cy="1400530"/>
          </a:xfrm>
        </p:spPr>
        <p:txBody>
          <a:bodyPr/>
          <a:lstStyle/>
          <a:p>
            <a:r>
              <a:rPr lang="hu-HU" sz="6000" b="1" dirty="0">
                <a:latin typeface="Times New Roman" panose="02020603050405020304" pitchFamily="18" charset="0"/>
                <a:cs typeface="Times New Roman" panose="02020603050405020304" pitchFamily="18" charset="0"/>
              </a:rPr>
              <a:t>Team Time </a:t>
            </a:r>
            <a:r>
              <a:rPr lang="hu-HU" sz="6000" b="1" dirty="0" err="1">
                <a:latin typeface="Times New Roman" panose="02020603050405020304" pitchFamily="18" charset="0"/>
                <a:cs typeface="Times New Roman" panose="02020603050405020304" pitchFamily="18" charset="0"/>
              </a:rPr>
              <a:t>Distribution</a:t>
            </a:r>
            <a:endParaRPr lang="hu-HU" sz="6000" b="1" dirty="0">
              <a:latin typeface="Times New Roman" panose="02020603050405020304" pitchFamily="18" charset="0"/>
              <a:cs typeface="Times New Roman" panose="02020603050405020304" pitchFamily="18" charset="0"/>
            </a:endParaRPr>
          </a:p>
        </p:txBody>
      </p:sp>
      <p:pic>
        <p:nvPicPr>
          <p:cNvPr id="5" name="Kép 4" descr="A képen képernyőkép, kör, Grafika látható  Előfordulhat, hogy a mesterséges intelligencia által létrehozott tartalom helytelen.">
            <a:extLst>
              <a:ext uri="{FF2B5EF4-FFF2-40B4-BE49-F238E27FC236}">
                <a16:creationId xmlns:a16="http://schemas.microsoft.com/office/drawing/2014/main" id="{B59451D4-54E7-3AE2-3F4C-DFD57139F1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605" y="2373457"/>
            <a:ext cx="9112788" cy="2920766"/>
          </a:xfrm>
          <a:prstGeom prst="rect">
            <a:avLst/>
          </a:prstGeom>
        </p:spPr>
      </p:pic>
      <p:pic>
        <p:nvPicPr>
          <p:cNvPr id="8" name="Kép 7">
            <a:extLst>
              <a:ext uri="{FF2B5EF4-FFF2-40B4-BE49-F238E27FC236}">
                <a16:creationId xmlns:a16="http://schemas.microsoft.com/office/drawing/2014/main" id="{C30871D6-8B30-C1BD-7B9A-F58FCC584668}"/>
              </a:ext>
            </a:extLst>
          </p:cNvPr>
          <p:cNvPicPr>
            <a:picLocks noChangeAspect="1"/>
          </p:cNvPicPr>
          <p:nvPr/>
        </p:nvPicPr>
        <p:blipFill>
          <a:blip r:embed="rId4"/>
          <a:stretch>
            <a:fillRect/>
          </a:stretch>
        </p:blipFill>
        <p:spPr>
          <a:xfrm>
            <a:off x="1425448" y="5837395"/>
            <a:ext cx="9341103" cy="736994"/>
          </a:xfrm>
          <a:prstGeom prst="rect">
            <a:avLst/>
          </a:prstGeom>
        </p:spPr>
      </p:pic>
    </p:spTree>
    <p:extLst>
      <p:ext uri="{BB962C8B-B14F-4D97-AF65-F5344CB8AC3E}">
        <p14:creationId xmlns:p14="http://schemas.microsoft.com/office/powerpoint/2010/main" val="3436962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20C2181-6C81-4346-8AF5-27A924D0808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ECAAB136-F220-5D11-D9E1-D851A348CF13}"/>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Future</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Development</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Plans</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1144816E-DE1F-33F8-C2A0-AA12AFDCC993}"/>
              </a:ext>
            </a:extLst>
          </p:cNvPr>
          <p:cNvSpPr>
            <a:spLocks noGrp="1"/>
          </p:cNvSpPr>
          <p:nvPr>
            <p:ph idx="1"/>
          </p:nvPr>
        </p:nvSpPr>
        <p:spPr>
          <a:xfrm>
            <a:off x="4975861" y="804671"/>
            <a:ext cx="6399930" cy="5248657"/>
          </a:xfrm>
        </p:spPr>
        <p:txBody>
          <a:bodyPr anchor="ctr">
            <a:normAutofit/>
          </a:bodyPr>
          <a:lstStyle/>
          <a:p>
            <a:pPr lvl="0">
              <a:buClr>
                <a:srgbClr val="8AD0D6"/>
              </a:buClr>
            </a:pPr>
            <a:r>
              <a:rPr lang="en-US" sz="2000" b="1" dirty="0">
                <a:latin typeface="Times New Roman" panose="02020603050405020304" pitchFamily="18" charset="0"/>
                <a:cs typeface="Times New Roman" panose="02020603050405020304" pitchFamily="18" charset="0"/>
              </a:rPr>
              <a:t>Layer 2 Redundancy</a:t>
            </a:r>
          </a:p>
          <a:p>
            <a:pPr lvl="0">
              <a:buClr>
                <a:srgbClr val="8AD0D6"/>
              </a:buClr>
            </a:pPr>
            <a:r>
              <a:rPr lang="en-US" sz="2000" b="1" dirty="0">
                <a:latin typeface="Times New Roman" panose="02020603050405020304" pitchFamily="18" charset="0"/>
                <a:cs typeface="Times New Roman" panose="02020603050405020304" pitchFamily="18" charset="0"/>
              </a:rPr>
              <a:t>Security Enhancement</a:t>
            </a:r>
          </a:p>
          <a:p>
            <a:pPr lvl="0">
              <a:buClr>
                <a:srgbClr val="8AD0D6"/>
              </a:buClr>
            </a:pPr>
            <a:r>
              <a:rPr lang="hu-HU" b="1" dirty="0" err="1">
                <a:latin typeface="Times New Roman" panose="02020603050405020304" pitchFamily="18" charset="0"/>
                <a:cs typeface="Times New Roman" panose="02020603050405020304" pitchFamily="18" charset="0"/>
              </a:rPr>
              <a:t>Expansion</a:t>
            </a:r>
            <a:r>
              <a:rPr lang="hu-HU" b="1" dirty="0">
                <a:latin typeface="Times New Roman" panose="02020603050405020304" pitchFamily="18" charset="0"/>
                <a:cs typeface="Times New Roman" panose="02020603050405020304" pitchFamily="18" charset="0"/>
              </a:rPr>
              <a:t> (more </a:t>
            </a:r>
            <a:r>
              <a:rPr lang="hu-HU" b="1" dirty="0" err="1">
                <a:latin typeface="Times New Roman" panose="02020603050405020304" pitchFamily="18" charset="0"/>
                <a:cs typeface="Times New Roman" panose="02020603050405020304" pitchFamily="18" charset="0"/>
              </a:rPr>
              <a:t>offices</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protocolls</a:t>
            </a:r>
            <a:r>
              <a:rPr lang="hu-HU" b="1" dirty="0">
                <a:latin typeface="Times New Roman" panose="02020603050405020304" pitchFamily="18" charset="0"/>
                <a:cs typeface="Times New Roman" panose="02020603050405020304" pitchFamily="18" charset="0"/>
              </a:rPr>
              <a:t>)</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2858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zövegdoboz 3">
            <a:extLst>
              <a:ext uri="{FF2B5EF4-FFF2-40B4-BE49-F238E27FC236}">
                <a16:creationId xmlns:a16="http://schemas.microsoft.com/office/drawing/2014/main" id="{CBF5C63A-B0A4-07A1-974B-B252346C2B50}"/>
              </a:ext>
            </a:extLst>
          </p:cNvPr>
          <p:cNvSpPr txBox="1"/>
          <p:nvPr/>
        </p:nvSpPr>
        <p:spPr>
          <a:xfrm>
            <a:off x="1869440" y="2875002"/>
            <a:ext cx="8453120" cy="1107996"/>
          </a:xfrm>
          <a:prstGeom prst="rect">
            <a:avLst/>
          </a:prstGeom>
          <a:noFill/>
        </p:spPr>
        <p:txBody>
          <a:bodyPr wrap="square" rtlCol="0">
            <a:spAutoFit/>
          </a:bodyPr>
          <a:lstStyle/>
          <a:p>
            <a:pPr algn="ctr"/>
            <a:r>
              <a:rPr lang="hu-HU" sz="6600" b="1" dirty="0" err="1">
                <a:latin typeface="Times New Roman" panose="02020603050405020304" pitchFamily="18" charset="0"/>
                <a:cs typeface="Times New Roman" panose="02020603050405020304" pitchFamily="18" charset="0"/>
              </a:rPr>
              <a:t>Thank</a:t>
            </a:r>
            <a:r>
              <a:rPr lang="hu-HU" sz="6600" b="1" dirty="0">
                <a:latin typeface="Times New Roman" panose="02020603050405020304" pitchFamily="18" charset="0"/>
                <a:cs typeface="Times New Roman" panose="02020603050405020304" pitchFamily="18" charset="0"/>
              </a:rPr>
              <a:t> </a:t>
            </a:r>
            <a:r>
              <a:rPr lang="hu-HU" sz="6600" b="1" dirty="0" err="1">
                <a:latin typeface="Times New Roman" panose="02020603050405020304" pitchFamily="18" charset="0"/>
                <a:cs typeface="Times New Roman" panose="02020603050405020304" pitchFamily="18" charset="0"/>
              </a:rPr>
              <a:t>you</a:t>
            </a:r>
            <a:endParaRPr lang="hu-HU"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9109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114</TotalTime>
  <Words>1731</Words>
  <Application>Microsoft Office PowerPoint</Application>
  <PresentationFormat>Szélesvásznú</PresentationFormat>
  <Paragraphs>106</Paragraphs>
  <Slides>17</Slides>
  <Notes>16</Notes>
  <HiddenSlides>0</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17</vt:i4>
      </vt:variant>
    </vt:vector>
  </HeadingPairs>
  <TitlesOfParts>
    <vt:vector size="23" baseType="lpstr">
      <vt:lpstr>Arial</vt:lpstr>
      <vt:lpstr>Century Gothic</vt:lpstr>
      <vt:lpstr>Courier New</vt:lpstr>
      <vt:lpstr>Times New Roman</vt:lpstr>
      <vt:lpstr>Wingdings 3</vt:lpstr>
      <vt:lpstr>Ion</vt:lpstr>
      <vt:lpstr>Kovta Nyrt.</vt:lpstr>
      <vt:lpstr>Company history</vt:lpstr>
      <vt:lpstr>Offices</vt:lpstr>
      <vt:lpstr>Manager Office &amp; Admin Office</vt:lpstr>
      <vt:lpstr>IT Sector</vt:lpstr>
      <vt:lpstr>Server room</vt:lpstr>
      <vt:lpstr>Secretaries  Office</vt:lpstr>
      <vt:lpstr>Employees Office &amp; Common Area</vt:lpstr>
      <vt:lpstr>Redundancy</vt:lpstr>
      <vt:lpstr>NAT-PAT and RIP Protocol</vt:lpstr>
      <vt:lpstr>Virtual servers</vt:lpstr>
      <vt:lpstr>Testing</vt:lpstr>
      <vt:lpstr>GIT</vt:lpstr>
      <vt:lpstr>Jira</vt:lpstr>
      <vt:lpstr>Team Time Distribution</vt:lpstr>
      <vt:lpstr>Future Development Plans</vt:lpstr>
      <vt:lpstr>PowerPoint-bemutató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Kristóf Szőke</dc:creator>
  <cp:lastModifiedBy>Bálint Bánkuti</cp:lastModifiedBy>
  <cp:revision>74</cp:revision>
  <dcterms:created xsi:type="dcterms:W3CDTF">2025-10-06T10:45:57Z</dcterms:created>
  <dcterms:modified xsi:type="dcterms:W3CDTF">2026-03-02T08:59:21Z</dcterms:modified>
</cp:coreProperties>
</file>