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61" r:id="rId3"/>
    <p:sldId id="257" r:id="rId4"/>
    <p:sldId id="258" r:id="rId5"/>
    <p:sldId id="270" r:id="rId6"/>
    <p:sldId id="260" r:id="rId7"/>
    <p:sldId id="266" r:id="rId8"/>
    <p:sldId id="267" r:id="rId9"/>
    <p:sldId id="269" r:id="rId10"/>
    <p:sldId id="273" r:id="rId11"/>
    <p:sldId id="275" r:id="rId12"/>
    <p:sldId id="268" r:id="rId13"/>
    <p:sldId id="263" r:id="rId14"/>
    <p:sldId id="264" r:id="rId15"/>
    <p:sldId id="276" r:id="rId16"/>
    <p:sldId id="274" r:id="rId17"/>
    <p:sldId id="25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DB5DA4-5A93-8235-2CB7-FE92BAED39EE}" v="229" dt="2026-01-06T09:28:46.799"/>
    <p1510:client id="{F5ECD082-5A49-0AC8-DE9A-CD5A7A025F87}" v="155" dt="2026-01-06T10:47:11.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zőke Kristóf" userId="S::pmszokri@perczel.tmszc.hu::352383ba-3d94-414c-80d4-a71cfa4ada9e" providerId="AD" clId="Web-{F5ECD082-5A49-0AC8-DE9A-CD5A7A025F87}"/>
    <pc:docChg chg="modSld">
      <pc:chgData name="Szőke Kristóf" userId="S::pmszokri@perczel.tmszc.hu::352383ba-3d94-414c-80d4-a71cfa4ada9e" providerId="AD" clId="Web-{F5ECD082-5A49-0AC8-DE9A-CD5A7A025F87}" dt="2026-01-06T10:50:53.730" v="154"/>
      <pc:docMkLst>
        <pc:docMk/>
      </pc:docMkLst>
      <pc:sldChg chg="modSp">
        <pc:chgData name="Szőke Kristóf" userId="S::pmszokri@perczel.tmszc.hu::352383ba-3d94-414c-80d4-a71cfa4ada9e" providerId="AD" clId="Web-{F5ECD082-5A49-0AC8-DE9A-CD5A7A025F87}" dt="2026-01-06T10:40:18.522" v="144" actId="20577"/>
        <pc:sldMkLst>
          <pc:docMk/>
          <pc:sldMk cId="759748806" sldId="258"/>
        </pc:sldMkLst>
        <pc:spChg chg="mod">
          <ac:chgData name="Szőke Kristóf" userId="S::pmszokri@perczel.tmszc.hu::352383ba-3d94-414c-80d4-a71cfa4ada9e" providerId="AD" clId="Web-{F5ECD082-5A49-0AC8-DE9A-CD5A7A025F87}" dt="2026-01-06T10:40:18.522" v="144" actId="20577"/>
          <ac:spMkLst>
            <pc:docMk/>
            <pc:sldMk cId="759748806" sldId="258"/>
            <ac:spMk id="3" creationId="{06CD59AB-6F63-C1CF-64C4-DE0C90F84913}"/>
          </ac:spMkLst>
        </pc:spChg>
      </pc:sldChg>
      <pc:sldChg chg="addSp delSp modSp mod setBg">
        <pc:chgData name="Szőke Kristóf" userId="S::pmszokri@perczel.tmszc.hu::352383ba-3d94-414c-80d4-a71cfa4ada9e" providerId="AD" clId="Web-{F5ECD082-5A49-0AC8-DE9A-CD5A7A025F87}" dt="2026-01-06T10:50:53.730" v="154"/>
        <pc:sldMkLst>
          <pc:docMk/>
          <pc:sldMk cId="2791164856" sldId="262"/>
        </pc:sldMkLst>
        <pc:spChg chg="mod">
          <ac:chgData name="Szőke Kristóf" userId="S::pmszokri@perczel.tmszc.hu::352383ba-3d94-414c-80d4-a71cfa4ada9e" providerId="AD" clId="Web-{F5ECD082-5A49-0AC8-DE9A-CD5A7A025F87}" dt="2026-01-06T10:50:53.730" v="154"/>
          <ac:spMkLst>
            <pc:docMk/>
            <pc:sldMk cId="2791164856" sldId="262"/>
            <ac:spMk id="2" creationId="{ABC8194D-FAD7-BC6C-1BCD-7B3245432F56}"/>
          </ac:spMkLst>
        </pc:spChg>
        <pc:spChg chg="add del mod">
          <ac:chgData name="Szőke Kristóf" userId="S::pmszokri@perczel.tmszc.hu::352383ba-3d94-414c-80d4-a71cfa4ada9e" providerId="AD" clId="Web-{F5ECD082-5A49-0AC8-DE9A-CD5A7A025F87}" dt="2026-01-06T10:46:27.016" v="146"/>
          <ac:spMkLst>
            <pc:docMk/>
            <pc:sldMk cId="2791164856" sldId="262"/>
            <ac:spMk id="4" creationId="{56A3469E-6117-D2C6-7C13-91A3C857CCB4}"/>
          </ac:spMkLst>
        </pc:spChg>
        <pc:spChg chg="ord">
          <ac:chgData name="Szőke Kristóf" userId="S::pmszokri@perczel.tmszc.hu::352383ba-3d94-414c-80d4-a71cfa4ada9e" providerId="AD" clId="Web-{F5ECD082-5A49-0AC8-DE9A-CD5A7A025F87}" dt="2026-01-06T10:50:53.730" v="154"/>
          <ac:spMkLst>
            <pc:docMk/>
            <pc:sldMk cId="2791164856" sldId="262"/>
            <ac:spMk id="8" creationId="{DF60717F-9BBC-B926-057B-16C6F0749BF0}"/>
          </ac:spMkLst>
        </pc:spChg>
        <pc:spChg chg="add">
          <ac:chgData name="Szőke Kristóf" userId="S::pmszokri@perczel.tmszc.hu::352383ba-3d94-414c-80d4-a71cfa4ada9e" providerId="AD" clId="Web-{F5ECD082-5A49-0AC8-DE9A-CD5A7A025F87}" dt="2026-01-06T10:50:53.730" v="154"/>
          <ac:spMkLst>
            <pc:docMk/>
            <pc:sldMk cId="2791164856" sldId="262"/>
            <ac:spMk id="12" creationId="{678C4427-031B-A477-12F3-C25759B3EF92}"/>
          </ac:spMkLst>
        </pc:spChg>
        <pc:spChg chg="add">
          <ac:chgData name="Szőke Kristóf" userId="S::pmszokri@perczel.tmszc.hu::352383ba-3d94-414c-80d4-a71cfa4ada9e" providerId="AD" clId="Web-{F5ECD082-5A49-0AC8-DE9A-CD5A7A025F87}" dt="2026-01-06T10:50:53.730" v="154"/>
          <ac:spMkLst>
            <pc:docMk/>
            <pc:sldMk cId="2791164856" sldId="262"/>
            <ac:spMk id="15" creationId="{B52D69C2-6C47-427C-AE60-582FE30B22A7}"/>
          </ac:spMkLst>
        </pc:spChg>
        <pc:spChg chg="add">
          <ac:chgData name="Szőke Kristóf" userId="S::pmszokri@perczel.tmszc.hu::352383ba-3d94-414c-80d4-a71cfa4ada9e" providerId="AD" clId="Web-{F5ECD082-5A49-0AC8-DE9A-CD5A7A025F87}" dt="2026-01-06T10:50:53.730" v="154"/>
          <ac:spMkLst>
            <pc:docMk/>
            <pc:sldMk cId="2791164856" sldId="262"/>
            <ac:spMk id="17" creationId="{E849FE61-12C4-4A06-A722-B545DE0C8A24}"/>
          </ac:spMkLst>
        </pc:spChg>
        <pc:spChg chg="add">
          <ac:chgData name="Szőke Kristóf" userId="S::pmszokri@perczel.tmszc.hu::352383ba-3d94-414c-80d4-a71cfa4ada9e" providerId="AD" clId="Web-{F5ECD082-5A49-0AC8-DE9A-CD5A7A025F87}" dt="2026-01-06T10:50:53.730" v="154"/>
          <ac:spMkLst>
            <pc:docMk/>
            <pc:sldMk cId="2791164856" sldId="262"/>
            <ac:spMk id="19" creationId="{7FB12D8C-572F-4417-9FE1-D691A132F69F}"/>
          </ac:spMkLst>
        </pc:spChg>
        <pc:picChg chg="del">
          <ac:chgData name="Szőke Kristóf" userId="S::pmszokri@perczel.tmszc.hu::352383ba-3d94-414c-80d4-a71cfa4ada9e" providerId="AD" clId="Web-{F5ECD082-5A49-0AC8-DE9A-CD5A7A025F87}" dt="2026-01-06T10:46:25.656" v="145"/>
          <ac:picMkLst>
            <pc:docMk/>
            <pc:sldMk cId="2791164856" sldId="262"/>
            <ac:picMk id="5" creationId="{EE3620BB-92B9-DD90-84CE-1AD5E862ABDD}"/>
          </ac:picMkLst>
        </pc:picChg>
        <pc:picChg chg="add mod ord">
          <ac:chgData name="Szőke Kristóf" userId="S::pmszokri@perczel.tmszc.hu::352383ba-3d94-414c-80d4-a71cfa4ada9e" providerId="AD" clId="Web-{F5ECD082-5A49-0AC8-DE9A-CD5A7A025F87}" dt="2026-01-06T10:50:53.730" v="154"/>
          <ac:picMkLst>
            <pc:docMk/>
            <pc:sldMk cId="2791164856" sldId="262"/>
            <ac:picMk id="6" creationId="{286AB106-7A8C-8DC7-6011-5CB48EBDD422}"/>
          </ac:picMkLst>
        </pc:picChg>
        <pc:picChg chg="mod">
          <ac:chgData name="Szőke Kristóf" userId="S::pmszokri@perczel.tmszc.hu::352383ba-3d94-414c-80d4-a71cfa4ada9e" providerId="AD" clId="Web-{F5ECD082-5A49-0AC8-DE9A-CD5A7A025F87}" dt="2026-01-06T10:50:53.730" v="154"/>
          <ac:picMkLst>
            <pc:docMk/>
            <pc:sldMk cId="2791164856" sldId="262"/>
            <ac:picMk id="7" creationId="{34D4C731-E5F6-7326-B9F9-347042D0BC58}"/>
          </ac:picMkLst>
        </pc:picChg>
      </pc:sldChg>
    </pc:docChg>
  </pc:docChgLst>
  <pc:docChgLst>
    <pc:chgData name="Bíró Bálint" userId="S::pmbirbal@perczel.tmszc.hu::f78c7aaf-7a43-4da5-817f-3a4eadd25643" providerId="AD" clId="Web-{B5DB5DA4-5A93-8235-2CB7-FE92BAED39EE}"/>
    <pc:docChg chg="addSld modSld">
      <pc:chgData name="Bíró Bálint" userId="S::pmbirbal@perczel.tmszc.hu::f78c7aaf-7a43-4da5-817f-3a4eadd25643" providerId="AD" clId="Web-{B5DB5DA4-5A93-8235-2CB7-FE92BAED39EE}" dt="2026-01-06T09:28:46.799" v="231" actId="1076"/>
      <pc:docMkLst>
        <pc:docMk/>
      </pc:docMkLst>
      <pc:sldChg chg="modSp">
        <pc:chgData name="Bíró Bálint" userId="S::pmbirbal@perczel.tmszc.hu::f78c7aaf-7a43-4da5-817f-3a4eadd25643" providerId="AD" clId="Web-{B5DB5DA4-5A93-8235-2CB7-FE92BAED39EE}" dt="2026-01-06T09:13:13.352" v="9" actId="20577"/>
        <pc:sldMkLst>
          <pc:docMk/>
          <pc:sldMk cId="2217155473" sldId="256"/>
        </pc:sldMkLst>
        <pc:spChg chg="mod">
          <ac:chgData name="Bíró Bálint" userId="S::pmbirbal@perczel.tmszc.hu::f78c7aaf-7a43-4da5-817f-3a4eadd25643" providerId="AD" clId="Web-{B5DB5DA4-5A93-8235-2CB7-FE92BAED39EE}" dt="2026-01-06T09:13:13.352" v="9" actId="20577"/>
          <ac:spMkLst>
            <pc:docMk/>
            <pc:sldMk cId="2217155473" sldId="256"/>
            <ac:spMk id="3" creationId="{F0FC7F3D-D4B1-CD9B-5373-5C3F3FB25FB0}"/>
          </ac:spMkLst>
        </pc:spChg>
      </pc:sldChg>
      <pc:sldChg chg="addSp delSp modSp mod setBg setClrOvrMap">
        <pc:chgData name="Bíró Bálint" userId="S::pmbirbal@perczel.tmszc.hu::f78c7aaf-7a43-4da5-817f-3a4eadd25643" providerId="AD" clId="Web-{B5DB5DA4-5A93-8235-2CB7-FE92BAED39EE}" dt="2026-01-06T09:19:59.806" v="15" actId="1076"/>
        <pc:sldMkLst>
          <pc:docMk/>
          <pc:sldMk cId="924471978" sldId="257"/>
        </pc:sldMkLst>
        <pc:spChg chg="mod">
          <ac:chgData name="Bíró Bálint" userId="S::pmbirbal@perczel.tmszc.hu::f78c7aaf-7a43-4da5-817f-3a4eadd25643" providerId="AD" clId="Web-{B5DB5DA4-5A93-8235-2CB7-FE92BAED39EE}" dt="2026-01-06T09:19:52.805" v="13"/>
          <ac:spMkLst>
            <pc:docMk/>
            <pc:sldMk cId="924471978" sldId="257"/>
            <ac:spMk id="2" creationId="{9F78A9B4-B6C4-B143-A5DB-78EB841F2883}"/>
          </ac:spMkLst>
        </pc:spChg>
        <pc:spChg chg="mod ord">
          <ac:chgData name="Bíró Bálint" userId="S::pmbirbal@perczel.tmszc.hu::f78c7aaf-7a43-4da5-817f-3a4eadd25643" providerId="AD" clId="Web-{B5DB5DA4-5A93-8235-2CB7-FE92BAED39EE}" dt="2026-01-06T09:19:52.805" v="13"/>
          <ac:spMkLst>
            <pc:docMk/>
            <pc:sldMk cId="924471978" sldId="257"/>
            <ac:spMk id="3" creationId="{34FEA64F-B223-BAC5-DCDB-9F6AC357FB2B}"/>
          </ac:spMkLst>
        </pc:spChg>
        <pc:spChg chg="add">
          <ac:chgData name="Bíró Bálint" userId="S::pmbirbal@perczel.tmszc.hu::f78c7aaf-7a43-4da5-817f-3a4eadd25643" providerId="AD" clId="Web-{B5DB5DA4-5A93-8235-2CB7-FE92BAED39EE}" dt="2026-01-06T09:19:52.805" v="13"/>
          <ac:spMkLst>
            <pc:docMk/>
            <pc:sldMk cId="924471978" sldId="257"/>
            <ac:spMk id="11" creationId="{B4AAD3FD-83A5-4B89-9F8F-01B8870865BE}"/>
          </ac:spMkLst>
        </pc:spChg>
        <pc:spChg chg="add">
          <ac:chgData name="Bíró Bálint" userId="S::pmbirbal@perczel.tmszc.hu::f78c7aaf-7a43-4da5-817f-3a4eadd25643" providerId="AD" clId="Web-{B5DB5DA4-5A93-8235-2CB7-FE92BAED39EE}" dt="2026-01-06T09:19:52.805" v="13"/>
          <ac:spMkLst>
            <pc:docMk/>
            <pc:sldMk cId="924471978" sldId="257"/>
            <ac:spMk id="13" creationId="{61752F1D-FC0F-4103-9584-630E643CCDA6}"/>
          </ac:spMkLst>
        </pc:spChg>
        <pc:spChg chg="add">
          <ac:chgData name="Bíró Bálint" userId="S::pmbirbal@perczel.tmszc.hu::f78c7aaf-7a43-4da5-817f-3a4eadd25643" providerId="AD" clId="Web-{B5DB5DA4-5A93-8235-2CB7-FE92BAED39EE}" dt="2026-01-06T09:19:52.805" v="13"/>
          <ac:spMkLst>
            <pc:docMk/>
            <pc:sldMk cId="924471978" sldId="257"/>
            <ac:spMk id="15" creationId="{70151CB7-E7DE-4917-B831-01DF9CE01306}"/>
          </ac:spMkLst>
        </pc:spChg>
        <pc:spChg chg="add">
          <ac:chgData name="Bíró Bálint" userId="S::pmbirbal@perczel.tmszc.hu::f78c7aaf-7a43-4da5-817f-3a4eadd25643" providerId="AD" clId="Web-{B5DB5DA4-5A93-8235-2CB7-FE92BAED39EE}" dt="2026-01-06T09:19:52.805" v="13"/>
          <ac:spMkLst>
            <pc:docMk/>
            <pc:sldMk cId="924471978" sldId="257"/>
            <ac:spMk id="17" creationId="{A92A1116-1C84-41DF-B803-1F7B0883EC82}"/>
          </ac:spMkLst>
        </pc:spChg>
        <pc:picChg chg="del">
          <ac:chgData name="Bíró Bálint" userId="S::pmbirbal@perczel.tmszc.hu::f78c7aaf-7a43-4da5-817f-3a4eadd25643" providerId="AD" clId="Web-{B5DB5DA4-5A93-8235-2CB7-FE92BAED39EE}" dt="2026-01-06T09:19:22.174" v="10"/>
          <ac:picMkLst>
            <pc:docMk/>
            <pc:sldMk cId="924471978" sldId="257"/>
            <ac:picMk id="5" creationId="{AEA7A936-2E30-9927-85DD-E97ED2C57AB8}"/>
          </ac:picMkLst>
        </pc:picChg>
        <pc:picChg chg="add mod">
          <ac:chgData name="Bíró Bálint" userId="S::pmbirbal@perczel.tmszc.hu::f78c7aaf-7a43-4da5-817f-3a4eadd25643" providerId="AD" clId="Web-{B5DB5DA4-5A93-8235-2CB7-FE92BAED39EE}" dt="2026-01-06T09:19:59.806" v="15" actId="1076"/>
          <ac:picMkLst>
            <pc:docMk/>
            <pc:sldMk cId="924471978" sldId="257"/>
            <ac:picMk id="6" creationId="{2EF7512B-9D42-4475-1A35-F23B82C54850}"/>
          </ac:picMkLst>
        </pc:picChg>
      </pc:sldChg>
      <pc:sldChg chg="addSp delSp modSp mod setBg">
        <pc:chgData name="Bíró Bálint" userId="S::pmbirbal@perczel.tmszc.hu::f78c7aaf-7a43-4da5-817f-3a4eadd25643" providerId="AD" clId="Web-{B5DB5DA4-5A93-8235-2CB7-FE92BAED39EE}" dt="2026-01-06T09:22:54.212" v="44"/>
        <pc:sldMkLst>
          <pc:docMk/>
          <pc:sldMk cId="759748806" sldId="258"/>
        </pc:sldMkLst>
        <pc:spChg chg="mod">
          <ac:chgData name="Bíró Bálint" userId="S::pmbirbal@perczel.tmszc.hu::f78c7aaf-7a43-4da5-817f-3a4eadd25643" providerId="AD" clId="Web-{B5DB5DA4-5A93-8235-2CB7-FE92BAED39EE}" dt="2026-01-06T09:22:54.212" v="44"/>
          <ac:spMkLst>
            <pc:docMk/>
            <pc:sldMk cId="759748806" sldId="258"/>
            <ac:spMk id="2" creationId="{EB9CD8B1-74C3-48CF-01CE-2C7CCE24EF09}"/>
          </ac:spMkLst>
        </pc:spChg>
        <pc:spChg chg="mod ord">
          <ac:chgData name="Bíró Bálint" userId="S::pmbirbal@perczel.tmszc.hu::f78c7aaf-7a43-4da5-817f-3a4eadd25643" providerId="AD" clId="Web-{B5DB5DA4-5A93-8235-2CB7-FE92BAED39EE}" dt="2026-01-06T09:22:54.212" v="44"/>
          <ac:spMkLst>
            <pc:docMk/>
            <pc:sldMk cId="759748806" sldId="258"/>
            <ac:spMk id="3" creationId="{06CD59AB-6F63-C1CF-64C4-DE0C90F84913}"/>
          </ac:spMkLst>
        </pc:spChg>
        <pc:picChg chg="del">
          <ac:chgData name="Bíró Bálint" userId="S::pmbirbal@perczel.tmszc.hu::f78c7aaf-7a43-4da5-817f-3a4eadd25643" providerId="AD" clId="Web-{B5DB5DA4-5A93-8235-2CB7-FE92BAED39EE}" dt="2026-01-06T09:22:09.897" v="18"/>
          <ac:picMkLst>
            <pc:docMk/>
            <pc:sldMk cId="759748806" sldId="258"/>
            <ac:picMk id="4" creationId="{A9236C3B-E117-9217-89EE-807F497E651A}"/>
          </ac:picMkLst>
        </pc:picChg>
        <pc:picChg chg="add mod">
          <ac:chgData name="Bíró Bálint" userId="S::pmbirbal@perczel.tmszc.hu::f78c7aaf-7a43-4da5-817f-3a4eadd25643" providerId="AD" clId="Web-{B5DB5DA4-5A93-8235-2CB7-FE92BAED39EE}" dt="2026-01-06T09:22:54.212" v="44"/>
          <ac:picMkLst>
            <pc:docMk/>
            <pc:sldMk cId="759748806" sldId="258"/>
            <ac:picMk id="5" creationId="{5A6D1294-DA6D-3FE6-821B-A6D21F0F1CA5}"/>
          </ac:picMkLst>
        </pc:picChg>
      </pc:sldChg>
      <pc:sldChg chg="addSp delSp modSp mod setBg setClrOvrMap">
        <pc:chgData name="Bíró Bálint" userId="S::pmbirbal@perczel.tmszc.hu::f78c7aaf-7a43-4da5-817f-3a4eadd25643" providerId="AD" clId="Web-{B5DB5DA4-5A93-8235-2CB7-FE92BAED39EE}" dt="2026-01-06T09:24:17.527" v="66" actId="1076"/>
        <pc:sldMkLst>
          <pc:docMk/>
          <pc:sldMk cId="292292407" sldId="260"/>
        </pc:sldMkLst>
        <pc:spChg chg="mod">
          <ac:chgData name="Bíró Bálint" userId="S::pmbirbal@perczel.tmszc.hu::f78c7aaf-7a43-4da5-817f-3a4eadd25643" providerId="AD" clId="Web-{B5DB5DA4-5A93-8235-2CB7-FE92BAED39EE}" dt="2026-01-06T09:23:49.323" v="62"/>
          <ac:spMkLst>
            <pc:docMk/>
            <pc:sldMk cId="292292407" sldId="260"/>
            <ac:spMk id="2" creationId="{6DE1AA4F-18C7-6688-E3EB-A18BB8DAA200}"/>
          </ac:spMkLst>
        </pc:spChg>
        <pc:spChg chg="mod ord">
          <ac:chgData name="Bíró Bálint" userId="S::pmbirbal@perczel.tmszc.hu::f78c7aaf-7a43-4da5-817f-3a4eadd25643" providerId="AD" clId="Web-{B5DB5DA4-5A93-8235-2CB7-FE92BAED39EE}" dt="2026-01-06T09:23:49.323" v="62"/>
          <ac:spMkLst>
            <pc:docMk/>
            <pc:sldMk cId="292292407" sldId="260"/>
            <ac:spMk id="3" creationId="{357738CE-763E-CF06-54AD-01CC4FEB2144}"/>
          </ac:spMkLst>
        </pc:spChg>
        <pc:spChg chg="add">
          <ac:chgData name="Bíró Bálint" userId="S::pmbirbal@perczel.tmszc.hu::f78c7aaf-7a43-4da5-817f-3a4eadd25643" providerId="AD" clId="Web-{B5DB5DA4-5A93-8235-2CB7-FE92BAED39EE}" dt="2026-01-06T09:23:49.323" v="62"/>
          <ac:spMkLst>
            <pc:docMk/>
            <pc:sldMk cId="292292407" sldId="260"/>
            <ac:spMk id="10" creationId="{B4AAD3FD-83A5-4B89-9F8F-01B8870865BE}"/>
          </ac:spMkLst>
        </pc:spChg>
        <pc:spChg chg="add">
          <ac:chgData name="Bíró Bálint" userId="S::pmbirbal@perczel.tmszc.hu::f78c7aaf-7a43-4da5-817f-3a4eadd25643" providerId="AD" clId="Web-{B5DB5DA4-5A93-8235-2CB7-FE92BAED39EE}" dt="2026-01-06T09:23:49.323" v="62"/>
          <ac:spMkLst>
            <pc:docMk/>
            <pc:sldMk cId="292292407" sldId="260"/>
            <ac:spMk id="12" creationId="{61752F1D-FC0F-4103-9584-630E643CCDA6}"/>
          </ac:spMkLst>
        </pc:spChg>
        <pc:spChg chg="add">
          <ac:chgData name="Bíró Bálint" userId="S::pmbirbal@perczel.tmszc.hu::f78c7aaf-7a43-4da5-817f-3a4eadd25643" providerId="AD" clId="Web-{B5DB5DA4-5A93-8235-2CB7-FE92BAED39EE}" dt="2026-01-06T09:23:49.323" v="62"/>
          <ac:spMkLst>
            <pc:docMk/>
            <pc:sldMk cId="292292407" sldId="260"/>
            <ac:spMk id="14" creationId="{70151CB7-E7DE-4917-B831-01DF9CE01306}"/>
          </ac:spMkLst>
        </pc:spChg>
        <pc:spChg chg="add">
          <ac:chgData name="Bíró Bálint" userId="S::pmbirbal@perczel.tmszc.hu::f78c7aaf-7a43-4da5-817f-3a4eadd25643" providerId="AD" clId="Web-{B5DB5DA4-5A93-8235-2CB7-FE92BAED39EE}" dt="2026-01-06T09:23:49.323" v="62"/>
          <ac:spMkLst>
            <pc:docMk/>
            <pc:sldMk cId="292292407" sldId="260"/>
            <ac:spMk id="16" creationId="{A92A1116-1C84-41DF-B803-1F7B0883EC82}"/>
          </ac:spMkLst>
        </pc:spChg>
        <pc:picChg chg="del">
          <ac:chgData name="Bíró Bálint" userId="S::pmbirbal@perczel.tmszc.hu::f78c7aaf-7a43-4da5-817f-3a4eadd25643" providerId="AD" clId="Web-{B5DB5DA4-5A93-8235-2CB7-FE92BAED39EE}" dt="2026-01-06T09:23:44.589" v="60"/>
          <ac:picMkLst>
            <pc:docMk/>
            <pc:sldMk cId="292292407" sldId="260"/>
            <ac:picMk id="4" creationId="{6CE693D3-B72A-4EE8-0595-1FE53E414FE8}"/>
          </ac:picMkLst>
        </pc:picChg>
        <pc:picChg chg="add del mod">
          <ac:chgData name="Bíró Bálint" userId="S::pmbirbal@perczel.tmszc.hu::f78c7aaf-7a43-4da5-817f-3a4eadd25643" providerId="AD" clId="Web-{B5DB5DA4-5A93-8235-2CB7-FE92BAED39EE}" dt="2026-01-06T09:23:56.183" v="64"/>
          <ac:picMkLst>
            <pc:docMk/>
            <pc:sldMk cId="292292407" sldId="260"/>
            <ac:picMk id="5" creationId="{444E3333-477A-0CD4-93C6-B6653BDB904E}"/>
          </ac:picMkLst>
        </pc:picChg>
        <pc:picChg chg="add mod">
          <ac:chgData name="Bíró Bálint" userId="S::pmbirbal@perczel.tmszc.hu::f78c7aaf-7a43-4da5-817f-3a4eadd25643" providerId="AD" clId="Web-{B5DB5DA4-5A93-8235-2CB7-FE92BAED39EE}" dt="2026-01-06T09:24:17.527" v="66" actId="1076"/>
          <ac:picMkLst>
            <pc:docMk/>
            <pc:sldMk cId="292292407" sldId="260"/>
            <ac:picMk id="6" creationId="{AFC0B734-4FAB-175F-DB10-4E590C72AFAF}"/>
          </ac:picMkLst>
        </pc:picChg>
      </pc:sldChg>
      <pc:sldChg chg="addSp delSp modSp mod setBg">
        <pc:chgData name="Bíró Bálint" userId="S::pmbirbal@perczel.tmszc.hu::f78c7aaf-7a43-4da5-817f-3a4eadd25643" providerId="AD" clId="Web-{B5DB5DA4-5A93-8235-2CB7-FE92BAED39EE}" dt="2026-01-06T09:20:11.292" v="17"/>
        <pc:sldMkLst>
          <pc:docMk/>
          <pc:sldMk cId="1402858700" sldId="261"/>
        </pc:sldMkLst>
        <pc:spChg chg="mod">
          <ac:chgData name="Bíró Bálint" userId="S::pmbirbal@perczel.tmszc.hu::f78c7aaf-7a43-4da5-817f-3a4eadd25643" providerId="AD" clId="Web-{B5DB5DA4-5A93-8235-2CB7-FE92BAED39EE}" dt="2026-01-06T09:20:11.292" v="17"/>
          <ac:spMkLst>
            <pc:docMk/>
            <pc:sldMk cId="1402858700" sldId="261"/>
            <ac:spMk id="2" creationId="{ECAAB136-F220-5D11-D9E1-D851A348CF13}"/>
          </ac:spMkLst>
        </pc:spChg>
        <pc:spChg chg="mod">
          <ac:chgData name="Bíró Bálint" userId="S::pmbirbal@perczel.tmszc.hu::f78c7aaf-7a43-4da5-817f-3a4eadd25643" providerId="AD" clId="Web-{B5DB5DA4-5A93-8235-2CB7-FE92BAED39EE}" dt="2026-01-06T09:20:11.292" v="17"/>
          <ac:spMkLst>
            <pc:docMk/>
            <pc:sldMk cId="1402858700" sldId="261"/>
            <ac:spMk id="3" creationId="{1144816E-DE1F-33F8-C2A0-AA12AFDCC993}"/>
          </ac:spMkLst>
        </pc:spChg>
        <pc:spChg chg="add">
          <ac:chgData name="Bíró Bálint" userId="S::pmbirbal@perczel.tmszc.hu::f78c7aaf-7a43-4da5-817f-3a4eadd25643" providerId="AD" clId="Web-{B5DB5DA4-5A93-8235-2CB7-FE92BAED39EE}" dt="2026-01-06T09:20:11.292" v="17"/>
          <ac:spMkLst>
            <pc:docMk/>
            <pc:sldMk cId="1402858700" sldId="261"/>
            <ac:spMk id="8" creationId="{923E8915-D2AA-4327-A45A-972C3CA9574B}"/>
          </ac:spMkLst>
        </pc:spChg>
        <pc:spChg chg="add">
          <ac:chgData name="Bíró Bálint" userId="S::pmbirbal@perczel.tmszc.hu::f78c7aaf-7a43-4da5-817f-3a4eadd25643" providerId="AD" clId="Web-{B5DB5DA4-5A93-8235-2CB7-FE92BAED39EE}" dt="2026-01-06T09:20:11.292" v="17"/>
          <ac:spMkLst>
            <pc:docMk/>
            <pc:sldMk cId="1402858700" sldId="261"/>
            <ac:spMk id="10" creationId="{8302FC3C-9804-4950-B721-5FD704BA6065}"/>
          </ac:spMkLst>
        </pc:spChg>
        <pc:spChg chg="add">
          <ac:chgData name="Bíró Bálint" userId="S::pmbirbal@perczel.tmszc.hu::f78c7aaf-7a43-4da5-817f-3a4eadd25643" providerId="AD" clId="Web-{B5DB5DA4-5A93-8235-2CB7-FE92BAED39EE}" dt="2026-01-06T09:20:11.292" v="17"/>
          <ac:spMkLst>
            <pc:docMk/>
            <pc:sldMk cId="1402858700" sldId="261"/>
            <ac:spMk id="16" creationId="{F3798573-F27B-47EB-8EA4-7EE34954C2D6}"/>
          </ac:spMkLst>
        </pc:spChg>
        <pc:picChg chg="del">
          <ac:chgData name="Bíró Bálint" userId="S::pmbirbal@perczel.tmszc.hu::f78c7aaf-7a43-4da5-817f-3a4eadd25643" providerId="AD" clId="Web-{B5DB5DA4-5A93-8235-2CB7-FE92BAED39EE}" dt="2026-01-06T09:20:08.229" v="16"/>
          <ac:picMkLst>
            <pc:docMk/>
            <pc:sldMk cId="1402858700" sldId="261"/>
            <ac:picMk id="5" creationId="{FDFB16B4-DC19-E7BF-D6EB-99431CE45740}"/>
          </ac:picMkLst>
        </pc:picChg>
        <pc:picChg chg="add">
          <ac:chgData name="Bíró Bálint" userId="S::pmbirbal@perczel.tmszc.hu::f78c7aaf-7a43-4da5-817f-3a4eadd25643" providerId="AD" clId="Web-{B5DB5DA4-5A93-8235-2CB7-FE92BAED39EE}" dt="2026-01-06T09:20:11.292" v="17"/>
          <ac:picMkLst>
            <pc:docMk/>
            <pc:sldMk cId="1402858700" sldId="261"/>
            <ac:picMk id="14" creationId="{3BC6EBB2-9BDC-4075-BA6B-43A9FBF9C86C}"/>
          </ac:picMkLst>
        </pc:picChg>
        <pc:cxnChg chg="add">
          <ac:chgData name="Bíró Bálint" userId="S::pmbirbal@perczel.tmszc.hu::f78c7aaf-7a43-4da5-817f-3a4eadd25643" providerId="AD" clId="Web-{B5DB5DA4-5A93-8235-2CB7-FE92BAED39EE}" dt="2026-01-06T09:20:11.292" v="17"/>
          <ac:cxnSpMkLst>
            <pc:docMk/>
            <pc:sldMk cId="1402858700" sldId="261"/>
            <ac:cxnSpMk id="12" creationId="{6B9695BD-ECF6-49CA-8877-8C493193C65D}"/>
          </ac:cxnSpMkLst>
        </pc:cxnChg>
      </pc:sldChg>
      <pc:sldChg chg="addSp delSp modSp new mod setBg setClrOvrMap">
        <pc:chgData name="Bíró Bálint" userId="S::pmbirbal@perczel.tmszc.hu::f78c7aaf-7a43-4da5-817f-3a4eadd25643" providerId="AD" clId="Web-{B5DB5DA4-5A93-8235-2CB7-FE92BAED39EE}" dt="2026-01-06T09:26:55.953" v="136" actId="14100"/>
        <pc:sldMkLst>
          <pc:docMk/>
          <pc:sldMk cId="4283856356" sldId="266"/>
        </pc:sldMkLst>
        <pc:spChg chg="mod">
          <ac:chgData name="Bíró Bálint" userId="S::pmbirbal@perczel.tmszc.hu::f78c7aaf-7a43-4da5-817f-3a4eadd25643" providerId="AD" clId="Web-{B5DB5DA4-5A93-8235-2CB7-FE92BAED39EE}" dt="2026-01-06T09:26:26.655" v="131"/>
          <ac:spMkLst>
            <pc:docMk/>
            <pc:sldMk cId="4283856356" sldId="266"/>
            <ac:spMk id="2" creationId="{5F89E10A-42A5-B321-5715-010BEF21ED58}"/>
          </ac:spMkLst>
        </pc:spChg>
        <pc:spChg chg="del">
          <ac:chgData name="Bíró Bálint" userId="S::pmbirbal@perczel.tmszc.hu::f78c7aaf-7a43-4da5-817f-3a4eadd25643" providerId="AD" clId="Web-{B5DB5DA4-5A93-8235-2CB7-FE92BAED39EE}" dt="2026-01-06T09:25:44.311" v="86"/>
          <ac:spMkLst>
            <pc:docMk/>
            <pc:sldMk cId="4283856356" sldId="266"/>
            <ac:spMk id="3" creationId="{4ABA7C28-3247-F4B1-5199-BDD4DAAE4371}"/>
          </ac:spMkLst>
        </pc:spChg>
        <pc:spChg chg="add del">
          <ac:chgData name="Bíró Bálint" userId="S::pmbirbal@perczel.tmszc.hu::f78c7aaf-7a43-4da5-817f-3a4eadd25643" providerId="AD" clId="Web-{B5DB5DA4-5A93-8235-2CB7-FE92BAED39EE}" dt="2026-01-06T09:26:02.436" v="88"/>
          <ac:spMkLst>
            <pc:docMk/>
            <pc:sldMk cId="4283856356" sldId="266"/>
            <ac:spMk id="8" creationId="{599B9FCC-6563-5D39-F268-82AD2935ABC1}"/>
          </ac:spMkLst>
        </pc:spChg>
        <pc:spChg chg="add del">
          <ac:chgData name="Bíró Bálint" userId="S::pmbirbal@perczel.tmszc.hu::f78c7aaf-7a43-4da5-817f-3a4eadd25643" providerId="AD" clId="Web-{B5DB5DA4-5A93-8235-2CB7-FE92BAED39EE}" dt="2026-01-06T09:26:04.842" v="90"/>
          <ac:spMkLst>
            <pc:docMk/>
            <pc:sldMk cId="4283856356" sldId="266"/>
            <ac:spMk id="10" creationId="{24E9536E-F7F8-E05F-064E-C644F083359A}"/>
          </ac:spMkLst>
        </pc:spChg>
        <pc:spChg chg="add del">
          <ac:chgData name="Bíró Bálint" userId="S::pmbirbal@perczel.tmszc.hu::f78c7aaf-7a43-4da5-817f-3a4eadd25643" providerId="AD" clId="Web-{B5DB5DA4-5A93-8235-2CB7-FE92BAED39EE}" dt="2026-01-06T09:26:04.842" v="90"/>
          <ac:spMkLst>
            <pc:docMk/>
            <pc:sldMk cId="4283856356" sldId="266"/>
            <ac:spMk id="11" creationId="{EE4E366E-272A-409E-840F-9A6A64A9E3FF}"/>
          </ac:spMkLst>
        </pc:spChg>
        <pc:spChg chg="add del">
          <ac:chgData name="Bíró Bálint" userId="S::pmbirbal@perczel.tmszc.hu::f78c7aaf-7a43-4da5-817f-3a4eadd25643" providerId="AD" clId="Web-{B5DB5DA4-5A93-8235-2CB7-FE92BAED39EE}" dt="2026-01-06T09:26:04.842" v="90"/>
          <ac:spMkLst>
            <pc:docMk/>
            <pc:sldMk cId="4283856356" sldId="266"/>
            <ac:spMk id="13" creationId="{A721560C-E4AB-4287-A29C-3F6916794CB9}"/>
          </ac:spMkLst>
        </pc:spChg>
        <pc:spChg chg="add del">
          <ac:chgData name="Bíró Bálint" userId="S::pmbirbal@perczel.tmszc.hu::f78c7aaf-7a43-4da5-817f-3a4eadd25643" providerId="AD" clId="Web-{B5DB5DA4-5A93-8235-2CB7-FE92BAED39EE}" dt="2026-01-06T09:26:04.842" v="90"/>
          <ac:spMkLst>
            <pc:docMk/>
            <pc:sldMk cId="4283856356" sldId="266"/>
            <ac:spMk id="15" creationId="{DF6CFF07-D953-4F9C-9A0E-E0A6AACB6158}"/>
          </ac:spMkLst>
        </pc:spChg>
        <pc:spChg chg="add del">
          <ac:chgData name="Bíró Bálint" userId="S::pmbirbal@perczel.tmszc.hu::f78c7aaf-7a43-4da5-817f-3a4eadd25643" providerId="AD" clId="Web-{B5DB5DA4-5A93-8235-2CB7-FE92BAED39EE}" dt="2026-01-06T09:26:04.842" v="90"/>
          <ac:spMkLst>
            <pc:docMk/>
            <pc:sldMk cId="4283856356" sldId="266"/>
            <ac:spMk id="17" creationId="{DAA4FEEE-0B5F-41BF-825D-60F9FB089568}"/>
          </ac:spMkLst>
        </pc:spChg>
        <pc:spChg chg="add del">
          <ac:chgData name="Bíró Bálint" userId="S::pmbirbal@perczel.tmszc.hu::f78c7aaf-7a43-4da5-817f-3a4eadd25643" providerId="AD" clId="Web-{B5DB5DA4-5A93-8235-2CB7-FE92BAED39EE}" dt="2026-01-06T09:26:08.092" v="92"/>
          <ac:spMkLst>
            <pc:docMk/>
            <pc:sldMk cId="4283856356" sldId="266"/>
            <ac:spMk id="19" creationId="{DE4D62F9-188E-4530-84C2-24BDEE4BEB82}"/>
          </ac:spMkLst>
        </pc:spChg>
        <pc:spChg chg="add del">
          <ac:chgData name="Bíró Bálint" userId="S::pmbirbal@perczel.tmszc.hu::f78c7aaf-7a43-4da5-817f-3a4eadd25643" providerId="AD" clId="Web-{B5DB5DA4-5A93-8235-2CB7-FE92BAED39EE}" dt="2026-01-06T09:26:08.092" v="92"/>
          <ac:spMkLst>
            <pc:docMk/>
            <pc:sldMk cId="4283856356" sldId="266"/>
            <ac:spMk id="21" creationId="{757B325C-3E35-45CF-9D07-3BCB281F3B9C}"/>
          </ac:spMkLst>
        </pc:spChg>
        <pc:spChg chg="add del">
          <ac:chgData name="Bíró Bálint" userId="S::pmbirbal@perczel.tmszc.hu::f78c7aaf-7a43-4da5-817f-3a4eadd25643" providerId="AD" clId="Web-{B5DB5DA4-5A93-8235-2CB7-FE92BAED39EE}" dt="2026-01-06T09:26:08.092" v="92"/>
          <ac:spMkLst>
            <pc:docMk/>
            <pc:sldMk cId="4283856356" sldId="266"/>
            <ac:spMk id="22" creationId="{4AC0CD9D-7610-4620-93B4-798CCD9AB581}"/>
          </ac:spMkLst>
        </pc:spChg>
        <pc:spChg chg="add del">
          <ac:chgData name="Bíró Bálint" userId="S::pmbirbal@perczel.tmszc.hu::f78c7aaf-7a43-4da5-817f-3a4eadd25643" providerId="AD" clId="Web-{B5DB5DA4-5A93-8235-2CB7-FE92BAED39EE}" dt="2026-01-06T09:26:08.092" v="92"/>
          <ac:spMkLst>
            <pc:docMk/>
            <pc:sldMk cId="4283856356" sldId="266"/>
            <ac:spMk id="23" creationId="{C24BEC42-AFF3-40D1-93A2-A27A42E1E23C}"/>
          </ac:spMkLst>
        </pc:spChg>
        <pc:spChg chg="add del">
          <ac:chgData name="Bíró Bálint" userId="S::pmbirbal@perczel.tmszc.hu::f78c7aaf-7a43-4da5-817f-3a4eadd25643" providerId="AD" clId="Web-{B5DB5DA4-5A93-8235-2CB7-FE92BAED39EE}" dt="2026-01-06T09:26:08.092" v="92"/>
          <ac:spMkLst>
            <pc:docMk/>
            <pc:sldMk cId="4283856356" sldId="266"/>
            <ac:spMk id="25" creationId="{608F427C-1EC9-4280-9367-F2B3AA063E82}"/>
          </ac:spMkLst>
        </pc:spChg>
        <pc:spChg chg="add del">
          <ac:chgData name="Bíró Bálint" userId="S::pmbirbal@perczel.tmszc.hu::f78c7aaf-7a43-4da5-817f-3a4eadd25643" providerId="AD" clId="Web-{B5DB5DA4-5A93-8235-2CB7-FE92BAED39EE}" dt="2026-01-06T09:26:08.092" v="92"/>
          <ac:spMkLst>
            <pc:docMk/>
            <pc:sldMk cId="4283856356" sldId="266"/>
            <ac:spMk id="27" creationId="{F98810A7-E114-447A-A7D6-69B27CFB5650}"/>
          </ac:spMkLst>
        </pc:spChg>
        <pc:spChg chg="add mod ord">
          <ac:chgData name="Bíró Bálint" userId="S::pmbirbal@perczel.tmszc.hu::f78c7aaf-7a43-4da5-817f-3a4eadd25643" providerId="AD" clId="Web-{B5DB5DA4-5A93-8235-2CB7-FE92BAED39EE}" dt="2026-01-06T09:26:26.655" v="131"/>
          <ac:spMkLst>
            <pc:docMk/>
            <pc:sldMk cId="4283856356" sldId="266"/>
            <ac:spMk id="29" creationId="{599B9FCC-6563-5D39-F268-82AD2935ABC1}"/>
          </ac:spMkLst>
        </pc:spChg>
        <pc:spChg chg="add">
          <ac:chgData name="Bíró Bálint" userId="S::pmbirbal@perczel.tmszc.hu::f78c7aaf-7a43-4da5-817f-3a4eadd25643" providerId="AD" clId="Web-{B5DB5DA4-5A93-8235-2CB7-FE92BAED39EE}" dt="2026-01-06T09:26:26.655" v="131"/>
          <ac:spMkLst>
            <pc:docMk/>
            <pc:sldMk cId="4283856356" sldId="266"/>
            <ac:spMk id="34" creationId="{B4AAD3FD-83A5-4B89-9F8F-01B8870865BE}"/>
          </ac:spMkLst>
        </pc:spChg>
        <pc:spChg chg="add">
          <ac:chgData name="Bíró Bálint" userId="S::pmbirbal@perczel.tmszc.hu::f78c7aaf-7a43-4da5-817f-3a4eadd25643" providerId="AD" clId="Web-{B5DB5DA4-5A93-8235-2CB7-FE92BAED39EE}" dt="2026-01-06T09:26:26.655" v="131"/>
          <ac:spMkLst>
            <pc:docMk/>
            <pc:sldMk cId="4283856356" sldId="266"/>
            <ac:spMk id="36" creationId="{61752F1D-FC0F-4103-9584-630E643CCDA6}"/>
          </ac:spMkLst>
        </pc:spChg>
        <pc:spChg chg="add">
          <ac:chgData name="Bíró Bálint" userId="S::pmbirbal@perczel.tmszc.hu::f78c7aaf-7a43-4da5-817f-3a4eadd25643" providerId="AD" clId="Web-{B5DB5DA4-5A93-8235-2CB7-FE92BAED39EE}" dt="2026-01-06T09:26:26.655" v="131"/>
          <ac:spMkLst>
            <pc:docMk/>
            <pc:sldMk cId="4283856356" sldId="266"/>
            <ac:spMk id="38" creationId="{70151CB7-E7DE-4917-B831-01DF9CE01306}"/>
          </ac:spMkLst>
        </pc:spChg>
        <pc:spChg chg="add">
          <ac:chgData name="Bíró Bálint" userId="S::pmbirbal@perczel.tmszc.hu::f78c7aaf-7a43-4da5-817f-3a4eadd25643" providerId="AD" clId="Web-{B5DB5DA4-5A93-8235-2CB7-FE92BAED39EE}" dt="2026-01-06T09:26:26.655" v="131"/>
          <ac:spMkLst>
            <pc:docMk/>
            <pc:sldMk cId="4283856356" sldId="266"/>
            <ac:spMk id="40" creationId="{A92A1116-1C84-41DF-B803-1F7B0883EC82}"/>
          </ac:spMkLst>
        </pc:spChg>
        <pc:picChg chg="add mod ord">
          <ac:chgData name="Bíró Bálint" userId="S::pmbirbal@perczel.tmszc.hu::f78c7aaf-7a43-4da5-817f-3a4eadd25643" providerId="AD" clId="Web-{B5DB5DA4-5A93-8235-2CB7-FE92BAED39EE}" dt="2026-01-06T09:26:55.953" v="136" actId="14100"/>
          <ac:picMkLst>
            <pc:docMk/>
            <pc:sldMk cId="4283856356" sldId="266"/>
            <ac:picMk id="4" creationId="{B3348411-2EBD-89C9-B8A3-155E2FB7B75F}"/>
          </ac:picMkLst>
        </pc:picChg>
        <pc:picChg chg="add del">
          <ac:chgData name="Bíró Bálint" userId="S::pmbirbal@perczel.tmszc.hu::f78c7aaf-7a43-4da5-817f-3a4eadd25643" providerId="AD" clId="Web-{B5DB5DA4-5A93-8235-2CB7-FE92BAED39EE}" dt="2026-01-06T09:26:08.092" v="92"/>
          <ac:picMkLst>
            <pc:docMk/>
            <pc:sldMk cId="4283856356" sldId="266"/>
            <ac:picMk id="9" creationId="{41B68C77-138E-4BF7-A276-BD0C78A4219F}"/>
          </ac:picMkLst>
        </pc:picChg>
        <pc:picChg chg="add del">
          <ac:chgData name="Bíró Bálint" userId="S::pmbirbal@perczel.tmszc.hu::f78c7aaf-7a43-4da5-817f-3a4eadd25643" providerId="AD" clId="Web-{B5DB5DA4-5A93-8235-2CB7-FE92BAED39EE}" dt="2026-01-06T09:26:08.092" v="92"/>
          <ac:picMkLst>
            <pc:docMk/>
            <pc:sldMk cId="4283856356" sldId="266"/>
            <ac:picMk id="24" creationId="{B9238B3E-24AA-439A-B527-6C5DF6D72145}"/>
          </ac:picMkLst>
        </pc:picChg>
        <pc:picChg chg="add del">
          <ac:chgData name="Bíró Bálint" userId="S::pmbirbal@perczel.tmszc.hu::f78c7aaf-7a43-4da5-817f-3a4eadd25643" providerId="AD" clId="Web-{B5DB5DA4-5A93-8235-2CB7-FE92BAED39EE}" dt="2026-01-06T09:26:08.092" v="92"/>
          <ac:picMkLst>
            <pc:docMk/>
            <pc:sldMk cId="4283856356" sldId="266"/>
            <ac:picMk id="26" creationId="{69F01145-BEA3-4CBF-AA21-10077B948CA8}"/>
          </ac:picMkLst>
        </pc:picChg>
      </pc:sldChg>
      <pc:sldChg chg="addSp delSp modSp new mod setBg setClrOvrMap">
        <pc:chgData name="Bíró Bálint" userId="S::pmbirbal@perczel.tmszc.hu::f78c7aaf-7a43-4da5-817f-3a4eadd25643" providerId="AD" clId="Web-{B5DB5DA4-5A93-8235-2CB7-FE92BAED39EE}" dt="2026-01-06T09:28:46.799" v="231" actId="1076"/>
        <pc:sldMkLst>
          <pc:docMk/>
          <pc:sldMk cId="2792065796" sldId="267"/>
        </pc:sldMkLst>
        <pc:spChg chg="mod">
          <ac:chgData name="Bíró Bálint" userId="S::pmbirbal@perczel.tmszc.hu::f78c7aaf-7a43-4da5-817f-3a4eadd25643" providerId="AD" clId="Web-{B5DB5DA4-5A93-8235-2CB7-FE92BAED39EE}" dt="2026-01-06T09:28:27.158" v="217"/>
          <ac:spMkLst>
            <pc:docMk/>
            <pc:sldMk cId="2792065796" sldId="267"/>
            <ac:spMk id="2" creationId="{32E49D2A-81F0-FCD0-00FC-CE93E0262C9F}"/>
          </ac:spMkLst>
        </pc:spChg>
        <pc:spChg chg="mod ord">
          <ac:chgData name="Bíró Bálint" userId="S::pmbirbal@perczel.tmszc.hu::f78c7aaf-7a43-4da5-817f-3a4eadd25643" providerId="AD" clId="Web-{B5DB5DA4-5A93-8235-2CB7-FE92BAED39EE}" dt="2026-01-06T09:28:41.392" v="229" actId="20577"/>
          <ac:spMkLst>
            <pc:docMk/>
            <pc:sldMk cId="2792065796" sldId="267"/>
            <ac:spMk id="3" creationId="{A831AF57-EEF1-C714-205E-7BE0CA302CB7}"/>
          </ac:spMkLst>
        </pc:spChg>
        <pc:spChg chg="add del">
          <ac:chgData name="Bíró Bálint" userId="S::pmbirbal@perczel.tmszc.hu::f78c7aaf-7a43-4da5-817f-3a4eadd25643" providerId="AD" clId="Web-{B5DB5DA4-5A93-8235-2CB7-FE92BAED39EE}" dt="2026-01-06T09:28:27.142" v="216"/>
          <ac:spMkLst>
            <pc:docMk/>
            <pc:sldMk cId="2792065796" sldId="267"/>
            <ac:spMk id="9" creationId="{B4AAD3FD-83A5-4B89-9F8F-01B8870865BE}"/>
          </ac:spMkLst>
        </pc:spChg>
        <pc:spChg chg="add del">
          <ac:chgData name="Bíró Bálint" userId="S::pmbirbal@perczel.tmszc.hu::f78c7aaf-7a43-4da5-817f-3a4eadd25643" providerId="AD" clId="Web-{B5DB5DA4-5A93-8235-2CB7-FE92BAED39EE}" dt="2026-01-06T09:28:27.142" v="216"/>
          <ac:spMkLst>
            <pc:docMk/>
            <pc:sldMk cId="2792065796" sldId="267"/>
            <ac:spMk id="11" creationId="{61752F1D-FC0F-4103-9584-630E643CCDA6}"/>
          </ac:spMkLst>
        </pc:spChg>
        <pc:spChg chg="add del">
          <ac:chgData name="Bíró Bálint" userId="S::pmbirbal@perczel.tmszc.hu::f78c7aaf-7a43-4da5-817f-3a4eadd25643" providerId="AD" clId="Web-{B5DB5DA4-5A93-8235-2CB7-FE92BAED39EE}" dt="2026-01-06T09:28:27.142" v="216"/>
          <ac:spMkLst>
            <pc:docMk/>
            <pc:sldMk cId="2792065796" sldId="267"/>
            <ac:spMk id="13" creationId="{70151CB7-E7DE-4917-B831-01DF9CE01306}"/>
          </ac:spMkLst>
        </pc:spChg>
        <pc:spChg chg="add del">
          <ac:chgData name="Bíró Bálint" userId="S::pmbirbal@perczel.tmszc.hu::f78c7aaf-7a43-4da5-817f-3a4eadd25643" providerId="AD" clId="Web-{B5DB5DA4-5A93-8235-2CB7-FE92BAED39EE}" dt="2026-01-06T09:28:27.142" v="216"/>
          <ac:spMkLst>
            <pc:docMk/>
            <pc:sldMk cId="2792065796" sldId="267"/>
            <ac:spMk id="15" creationId="{A92A1116-1C84-41DF-B803-1F7B0883EC82}"/>
          </ac:spMkLst>
        </pc:spChg>
        <pc:spChg chg="add">
          <ac:chgData name="Bíró Bálint" userId="S::pmbirbal@perczel.tmszc.hu::f78c7aaf-7a43-4da5-817f-3a4eadd25643" providerId="AD" clId="Web-{B5DB5DA4-5A93-8235-2CB7-FE92BAED39EE}" dt="2026-01-06T09:28:27.158" v="217"/>
          <ac:spMkLst>
            <pc:docMk/>
            <pc:sldMk cId="2792065796" sldId="267"/>
            <ac:spMk id="17" creationId="{EE4E366E-272A-409E-840F-9A6A64A9E3FF}"/>
          </ac:spMkLst>
        </pc:spChg>
        <pc:spChg chg="add">
          <ac:chgData name="Bíró Bálint" userId="S::pmbirbal@perczel.tmszc.hu::f78c7aaf-7a43-4da5-817f-3a4eadd25643" providerId="AD" clId="Web-{B5DB5DA4-5A93-8235-2CB7-FE92BAED39EE}" dt="2026-01-06T09:28:27.158" v="217"/>
          <ac:spMkLst>
            <pc:docMk/>
            <pc:sldMk cId="2792065796" sldId="267"/>
            <ac:spMk id="18" creationId="{A721560C-E4AB-4287-A29C-3F6916794CB9}"/>
          </ac:spMkLst>
        </pc:spChg>
        <pc:spChg chg="add">
          <ac:chgData name="Bíró Bálint" userId="S::pmbirbal@perczel.tmszc.hu::f78c7aaf-7a43-4da5-817f-3a4eadd25643" providerId="AD" clId="Web-{B5DB5DA4-5A93-8235-2CB7-FE92BAED39EE}" dt="2026-01-06T09:28:27.158" v="217"/>
          <ac:spMkLst>
            <pc:docMk/>
            <pc:sldMk cId="2792065796" sldId="267"/>
            <ac:spMk id="19" creationId="{DF6CFF07-D953-4F9C-9A0E-E0A6AACB6158}"/>
          </ac:spMkLst>
        </pc:spChg>
        <pc:spChg chg="add">
          <ac:chgData name="Bíró Bálint" userId="S::pmbirbal@perczel.tmszc.hu::f78c7aaf-7a43-4da5-817f-3a4eadd25643" providerId="AD" clId="Web-{B5DB5DA4-5A93-8235-2CB7-FE92BAED39EE}" dt="2026-01-06T09:28:27.158" v="217"/>
          <ac:spMkLst>
            <pc:docMk/>
            <pc:sldMk cId="2792065796" sldId="267"/>
            <ac:spMk id="20" creationId="{DAA4FEEE-0B5F-41BF-825D-60F9FB089568}"/>
          </ac:spMkLst>
        </pc:spChg>
        <pc:picChg chg="add mod">
          <ac:chgData name="Bíró Bálint" userId="S::pmbirbal@perczel.tmszc.hu::f78c7aaf-7a43-4da5-817f-3a4eadd25643" providerId="AD" clId="Web-{B5DB5DA4-5A93-8235-2CB7-FE92BAED39EE}" dt="2026-01-06T09:28:46.799" v="231" actId="1076"/>
          <ac:picMkLst>
            <pc:docMk/>
            <pc:sldMk cId="2792065796" sldId="267"/>
            <ac:picMk id="4" creationId="{90ED62BF-D5DF-04D1-EE44-141F3A6DF97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423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Good </a:t>
            </a:r>
            <a:r>
              <a:rPr lang="hu-HU" sz="1200" kern="1200" dirty="0" err="1">
                <a:solidFill>
                  <a:schemeClr val="tx1"/>
                </a:solidFill>
                <a:effectLst/>
                <a:latin typeface="+mn-lt"/>
                <a:ea typeface="+mn-ea"/>
                <a:cs typeface="+mn-cs"/>
              </a:rPr>
              <a:t>day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everyone</a:t>
            </a:r>
            <a:r>
              <a:rPr lang="hu-HU" sz="1200" kern="1200" dirty="0">
                <a:solidFill>
                  <a:schemeClr val="tx1"/>
                </a:solidFill>
                <a:effectLst/>
                <a:latin typeface="+mn-lt"/>
                <a:ea typeface="+mn-ea"/>
                <a:cs typeface="+mn-cs"/>
              </a:rPr>
              <a:t>! I </a:t>
            </a:r>
            <a:r>
              <a:rPr lang="hu-HU" sz="1200" kern="1200" dirty="0" err="1">
                <a:solidFill>
                  <a:schemeClr val="tx1"/>
                </a:solidFill>
                <a:effectLst/>
                <a:latin typeface="+mn-lt"/>
                <a:ea typeface="+mn-ea"/>
                <a:cs typeface="+mn-cs"/>
              </a:rPr>
              <a:t>would</a:t>
            </a:r>
            <a:r>
              <a:rPr lang="hu-HU" sz="1200" kern="1200" dirty="0">
                <a:solidFill>
                  <a:schemeClr val="tx1"/>
                </a:solidFill>
                <a:effectLst/>
                <a:latin typeface="+mn-lt"/>
                <a:ea typeface="+mn-ea"/>
                <a:cs typeface="+mn-cs"/>
              </a:rPr>
              <a:t> like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welcome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you</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name</a:t>
            </a:r>
            <a:r>
              <a:rPr lang="hu-HU" sz="1200" kern="1200" dirty="0">
                <a:solidFill>
                  <a:schemeClr val="tx1"/>
                </a:solidFill>
                <a:effectLst/>
                <a:latin typeface="+mn-lt"/>
                <a:ea typeface="+mn-ea"/>
                <a:cs typeface="+mn-cs"/>
              </a:rPr>
              <a:t> is Bálint Bánkuti, and </a:t>
            </a:r>
            <a:r>
              <a:rPr lang="hu-HU" sz="1200" kern="1200" dirty="0" err="1">
                <a:solidFill>
                  <a:schemeClr val="tx1"/>
                </a:solidFill>
                <a:effectLst/>
                <a:latin typeface="+mn-lt"/>
                <a:ea typeface="+mn-ea"/>
                <a:cs typeface="+mn-cs"/>
              </a:rPr>
              <a:t>together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colleague</a:t>
            </a:r>
            <a:r>
              <a:rPr lang="hu-HU" sz="1200" kern="1200" dirty="0">
                <a:solidFill>
                  <a:schemeClr val="tx1"/>
                </a:solidFill>
                <a:effectLst/>
                <a:latin typeface="+mn-lt"/>
                <a:ea typeface="+mn-ea"/>
                <a:cs typeface="+mn-cs"/>
              </a:rPr>
              <a:t> Kristóf Szőke,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will</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presenting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infrastructure</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Kovta</a:t>
            </a:r>
            <a:r>
              <a:rPr lang="hu-HU" sz="1200" kern="1200" dirty="0">
                <a:solidFill>
                  <a:schemeClr val="tx1"/>
                </a:solidFill>
                <a:effectLst/>
                <a:latin typeface="+mn-lt"/>
                <a:ea typeface="+mn-ea"/>
                <a:cs typeface="+mn-cs"/>
              </a:rPr>
              <a:t> Nyrt. – a </a:t>
            </a:r>
            <a:r>
              <a:rPr lang="hu-HU" sz="1200" kern="1200" dirty="0" err="1">
                <a:solidFill>
                  <a:schemeClr val="tx1"/>
                </a:solidFill>
                <a:effectLst/>
                <a:latin typeface="+mn-lt"/>
                <a:ea typeface="+mn-ea"/>
                <a:cs typeface="+mn-cs"/>
              </a:rPr>
              <a:t>system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designed</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implemented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out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academic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year</a:t>
            </a:r>
            <a:r>
              <a:rPr lang="hu-HU" sz="1200" kern="1200" dirty="0">
                <a:solidFill>
                  <a:schemeClr val="tx1"/>
                </a:solidFill>
                <a:effectLst/>
                <a:latin typeface="+mn-lt"/>
                <a:ea typeface="+mn-ea"/>
                <a:cs typeface="+mn-cs"/>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err="1">
                <a:solidFill>
                  <a:schemeClr val="tx1"/>
                </a:solidFill>
                <a:effectLst/>
                <a:latin typeface="+mn-lt"/>
                <a:ea typeface="+mn-ea"/>
                <a:cs typeface="+mn-cs"/>
              </a:rPr>
              <a:t>Kovta</a:t>
            </a:r>
            <a:r>
              <a:rPr lang="hu-HU" sz="1200" kern="1200" dirty="0">
                <a:solidFill>
                  <a:schemeClr val="tx1"/>
                </a:solidFill>
                <a:effectLst/>
                <a:latin typeface="+mn-lt"/>
                <a:ea typeface="+mn-ea"/>
                <a:cs typeface="+mn-cs"/>
              </a:rPr>
              <a:t> Nyrt. is a </a:t>
            </a:r>
            <a:r>
              <a:rPr lang="hu-HU" sz="1200" kern="1200" dirty="0" err="1">
                <a:solidFill>
                  <a:schemeClr val="tx1"/>
                </a:solidFill>
                <a:effectLst/>
                <a:latin typeface="+mn-lt"/>
                <a:ea typeface="+mn-ea"/>
                <a:cs typeface="+mn-cs"/>
              </a:rPr>
              <a:t>newly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launched</a:t>
            </a:r>
            <a:r>
              <a:rPr lang="hu-HU" sz="1200" kern="1200" dirty="0">
                <a:solidFill>
                  <a:schemeClr val="tx1"/>
                </a:solidFill>
                <a:effectLst/>
                <a:latin typeface="+mn-lt"/>
                <a:ea typeface="+mn-ea"/>
                <a:cs typeface="+mn-cs"/>
              </a:rPr>
              <a:t> bank. </a:t>
            </a:r>
            <a:r>
              <a:rPr lang="hu-HU" sz="1200" kern="1200" dirty="0" err="1">
                <a:solidFill>
                  <a:schemeClr val="tx1"/>
                </a:solidFill>
                <a:effectLst/>
                <a:latin typeface="+mn-lt"/>
                <a:ea typeface="+mn-ea"/>
                <a:cs typeface="+mn-cs"/>
              </a:rPr>
              <a:t>Our</a:t>
            </a:r>
            <a:r>
              <a:rPr lang="hu-HU" sz="1200" kern="1200" dirty="0">
                <a:solidFill>
                  <a:schemeClr val="tx1"/>
                </a:solidFill>
                <a:effectLst/>
                <a:latin typeface="+mn-lt"/>
                <a:ea typeface="+mn-ea"/>
                <a:cs typeface="+mn-cs"/>
              </a:rPr>
              <a:t> design </a:t>
            </a:r>
            <a:r>
              <a:rPr lang="hu-HU" sz="1200" kern="1200" dirty="0" err="1">
                <a:solidFill>
                  <a:schemeClr val="tx1"/>
                </a:solidFill>
                <a:effectLst/>
                <a:latin typeface="+mn-lt"/>
                <a:ea typeface="+mn-ea"/>
                <a:cs typeface="+mn-cs"/>
              </a:rPr>
              <a:t>was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based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assumption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company</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still</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early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stages</a:t>
            </a:r>
            <a:r>
              <a:rPr lang="hu-HU" sz="1200" kern="1200" dirty="0">
                <a:solidFill>
                  <a:schemeClr val="tx1"/>
                </a:solidFill>
                <a:effectLst/>
                <a:latin typeface="+mn-lt"/>
                <a:ea typeface="+mn-ea"/>
                <a:cs typeface="+mn-cs"/>
              </a:rPr>
              <a:t> and is </a:t>
            </a:r>
            <a:r>
              <a:rPr lang="hu-HU" sz="1200" kern="1200" dirty="0" err="1">
                <a:solidFill>
                  <a:schemeClr val="tx1"/>
                </a:solidFill>
                <a:effectLst/>
                <a:latin typeface="+mn-lt"/>
                <a:ea typeface="+mn-ea"/>
                <a:cs typeface="+mn-cs"/>
              </a:rPr>
              <a:t>not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yet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expanding</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meaning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departments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located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within</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single</a:t>
            </a:r>
            <a:r>
              <a:rPr lang="hu-HU" sz="1200" kern="1200" dirty="0">
                <a:solidFill>
                  <a:schemeClr val="tx1"/>
                </a:solidFill>
                <a:effectLst/>
                <a:latin typeface="+mn-lt"/>
                <a:ea typeface="+mn-ea"/>
                <a:cs typeface="+mn-cs"/>
              </a:rPr>
              <a:t> building.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built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entire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secure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transparent</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include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fundamental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required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proper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operation</a:t>
            </a:r>
            <a:r>
              <a:rPr lang="hu-HU" sz="1200" kern="1200" dirty="0">
                <a:solidFill>
                  <a:schemeClr val="tx1"/>
                </a:solidFill>
                <a:effectLst/>
                <a:latin typeface="+mn-lt"/>
                <a:ea typeface="+mn-ea"/>
                <a:cs typeface="+mn-cs"/>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 building, we defined seven separate network segments. Each segment is independently managed and has its own IP address range.</a:t>
            </a:r>
          </a:p>
          <a:p>
            <a:r>
              <a:rPr lang="en-US" dirty="0"/>
              <a:t>In the top right, you can see the secretaries – they are split across three VLANs. Green marks the manager office, orange marks the system administrator area.</a:t>
            </a:r>
          </a:p>
          <a:p>
            <a:r>
              <a:rPr lang="en-US" dirty="0"/>
              <a:t>At the bottom of the building are the bank employees, also using a VLAN structure.</a:t>
            </a:r>
          </a:p>
          <a:p>
            <a:r>
              <a:rPr lang="en-US" dirty="0"/>
              <a:t>Blue marks the server room – the heart of the network. Pink marks the IT sector, where we use IPv6 addressing. Red marks the common area, which has Wi-Fi access.</a:t>
            </a:r>
          </a:p>
          <a:p>
            <a:r>
              <a:rPr lang="en-US" dirty="0"/>
              <a:t>Each segment has its own router or sub-interface, and traffic between segments is controlled by firewalls and ACL rules.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manager’s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office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admin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office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most </a:t>
            </a:r>
            <a:r>
              <a:rPr lang="hu-HU" sz="1200" kern="1200" dirty="0" err="1">
                <a:solidFill>
                  <a:schemeClr val="tx1"/>
                </a:solidFill>
                <a:effectLst/>
                <a:latin typeface="+mn-lt"/>
                <a:ea typeface="+mn-ea"/>
                <a:cs typeface="+mn-cs"/>
              </a:rPr>
              <a:t>secure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points</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both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protected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applied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static</a:t>
            </a:r>
            <a:r>
              <a:rPr lang="hu-HU" sz="1200" kern="1200" dirty="0">
                <a:solidFill>
                  <a:schemeClr val="tx1"/>
                </a:solidFill>
                <a:effectLst/>
                <a:latin typeface="+mn-lt"/>
                <a:ea typeface="+mn-ea"/>
                <a:cs typeface="+mn-cs"/>
              </a:rPr>
              <a:t> NAT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admin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office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dynamic</a:t>
            </a:r>
            <a:r>
              <a:rPr lang="hu-HU" sz="1200" kern="1200" dirty="0">
                <a:solidFill>
                  <a:schemeClr val="tx1"/>
                </a:solidFill>
                <a:effectLst/>
                <a:latin typeface="+mn-lt"/>
                <a:ea typeface="+mn-ea"/>
                <a:cs typeface="+mn-cs"/>
              </a:rPr>
              <a:t> NAT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manager’s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office</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admin</a:t>
            </a:r>
            <a:r>
              <a:rPr lang="hu-HU" sz="1200" kern="1200" dirty="0">
                <a:solidFill>
                  <a:schemeClr val="tx1"/>
                </a:solidFill>
                <a:effectLst/>
                <a:latin typeface="+mn-lt"/>
                <a:ea typeface="+mn-ea"/>
                <a:cs typeface="+mn-cs"/>
              </a:rPr>
              <a:t> laptop and PC </a:t>
            </a:r>
            <a:r>
              <a:rPr lang="hu-HU" sz="1200" kern="1200" dirty="0" err="1">
                <a:solidFill>
                  <a:schemeClr val="tx1"/>
                </a:solidFill>
                <a:effectLst/>
                <a:latin typeface="+mn-lt"/>
                <a:ea typeface="+mn-ea"/>
                <a:cs typeface="+mn-cs"/>
              </a:rPr>
              <a:t>receive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static</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manager’s</a:t>
            </a:r>
            <a:r>
              <a:rPr lang="hu-HU" sz="1200" kern="1200" dirty="0">
                <a:solidFill>
                  <a:schemeClr val="tx1"/>
                </a:solidFill>
                <a:effectLst/>
                <a:latin typeface="+mn-lt"/>
                <a:ea typeface="+mn-ea"/>
                <a:cs typeface="+mn-cs"/>
              </a:rPr>
              <a:t> PC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static</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while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laptop and printer </a:t>
            </a:r>
            <a:r>
              <a:rPr lang="hu-HU" sz="1200" kern="1200" dirty="0" err="1">
                <a:solidFill>
                  <a:schemeClr val="tx1"/>
                </a:solidFill>
                <a:effectLst/>
                <a:latin typeface="+mn-lt"/>
                <a:ea typeface="+mn-ea"/>
                <a:cs typeface="+mn-cs"/>
              </a:rPr>
              <a:t>obtain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their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via</a:t>
            </a:r>
            <a:r>
              <a:rPr lang="hu-HU" sz="1200" kern="1200" dirty="0">
                <a:solidFill>
                  <a:schemeClr val="tx1"/>
                </a:solidFill>
                <a:effectLst/>
                <a:latin typeface="+mn-lt"/>
                <a:ea typeface="+mn-ea"/>
                <a:cs typeface="+mn-cs"/>
              </a:rPr>
              <a:t> DHCP. The </a:t>
            </a:r>
            <a:r>
              <a:rPr lang="hu-HU" sz="1200" kern="1200" dirty="0" err="1">
                <a:solidFill>
                  <a:schemeClr val="tx1"/>
                </a:solidFill>
                <a:effectLst/>
                <a:latin typeface="+mn-lt"/>
                <a:ea typeface="+mn-ea"/>
                <a:cs typeface="+mn-cs"/>
              </a:rPr>
              <a:t>manager’s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phone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connects</a:t>
            </a:r>
            <a:r>
              <a:rPr lang="hu-HU" sz="1200" kern="1200" dirty="0">
                <a:solidFill>
                  <a:schemeClr val="tx1"/>
                </a:solidFill>
                <a:effectLst/>
                <a:latin typeface="+mn-lt"/>
                <a:ea typeface="+mn-ea"/>
                <a:cs typeface="+mn-cs"/>
              </a:rPr>
              <a:t> over WiFi and – </a:t>
            </a:r>
            <a:r>
              <a:rPr lang="hu-HU" sz="1200" kern="1200" dirty="0" err="1">
                <a:solidFill>
                  <a:schemeClr val="tx1"/>
                </a:solidFill>
                <a:effectLst/>
                <a:latin typeface="+mn-lt"/>
                <a:ea typeface="+mn-ea"/>
                <a:cs typeface="+mn-cs"/>
              </a:rPr>
              <a:t>importantly</a:t>
            </a:r>
            <a:r>
              <a:rPr lang="hu-HU" sz="1200" kern="1200" dirty="0">
                <a:solidFill>
                  <a:schemeClr val="tx1"/>
                </a:solidFill>
                <a:effectLst/>
                <a:latin typeface="+mn-lt"/>
                <a:ea typeface="+mn-ea"/>
                <a:cs typeface="+mn-cs"/>
              </a:rPr>
              <a:t> – is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different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subnet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phones</a:t>
            </a:r>
            <a:r>
              <a:rPr lang="hu-HU" sz="1200" kern="1200" dirty="0">
                <a:solidFill>
                  <a:schemeClr val="tx1"/>
                </a:solidFill>
                <a:effectLst/>
                <a:latin typeface="+mn-lt"/>
                <a:ea typeface="+mn-ea"/>
                <a:cs typeface="+mn-cs"/>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The IT sector is </a:t>
            </a:r>
            <a:r>
              <a:rPr lang="hu-HU" sz="1200" kern="1200" dirty="0" err="1">
                <a:solidFill>
                  <a:schemeClr val="tx1"/>
                </a:solidFill>
                <a:effectLst/>
                <a:latin typeface="+mn-lt"/>
                <a:ea typeface="+mn-ea"/>
                <a:cs typeface="+mn-cs"/>
              </a:rPr>
              <a:t>different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rest of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here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a:t>
            </a:r>
            <a:r>
              <a:rPr lang="hu-HU" sz="1200" kern="1200" dirty="0">
                <a:solidFill>
                  <a:schemeClr val="tx1"/>
                </a:solidFill>
                <a:effectLst/>
                <a:latin typeface="+mn-lt"/>
                <a:ea typeface="+mn-ea"/>
                <a:cs typeface="+mn-cs"/>
              </a:rPr>
              <a:t> IPv6 </a:t>
            </a:r>
            <a:r>
              <a:rPr lang="hu-HU" sz="1200" kern="1200" dirty="0" err="1">
                <a:solidFill>
                  <a:schemeClr val="tx1"/>
                </a:solidFill>
                <a:effectLst/>
                <a:latin typeface="+mn-lt"/>
                <a:ea typeface="+mn-ea"/>
                <a:cs typeface="+mn-cs"/>
              </a:rPr>
              <a:t>addressing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while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everywhere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else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a:t>
            </a:r>
            <a:r>
              <a:rPr lang="hu-HU" sz="1200" kern="1200" dirty="0">
                <a:solidFill>
                  <a:schemeClr val="tx1"/>
                </a:solidFill>
                <a:effectLst/>
                <a:latin typeface="+mn-lt"/>
                <a:ea typeface="+mn-ea"/>
                <a:cs typeface="+mn-cs"/>
              </a:rPr>
              <a:t> IPv4.</a:t>
            </a:r>
          </a:p>
          <a:p>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chose</a:t>
            </a:r>
            <a:r>
              <a:rPr lang="hu-HU" sz="1200" kern="1200" dirty="0">
                <a:solidFill>
                  <a:schemeClr val="tx1"/>
                </a:solidFill>
                <a:effectLst/>
                <a:latin typeface="+mn-lt"/>
                <a:ea typeface="+mn-ea"/>
                <a:cs typeface="+mn-cs"/>
              </a:rPr>
              <a:t> IPv6 </a:t>
            </a:r>
            <a:r>
              <a:rPr lang="hu-HU" sz="1200" kern="1200" dirty="0" err="1">
                <a:solidFill>
                  <a:schemeClr val="tx1"/>
                </a:solidFill>
                <a:effectLst/>
                <a:latin typeface="+mn-lt"/>
                <a:ea typeface="+mn-ea"/>
                <a:cs typeface="+mn-cs"/>
              </a:rPr>
              <a:t>because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a:t>
            </a:r>
            <a:r>
              <a:rPr lang="hu-HU" sz="1200" kern="1200" dirty="0">
                <a:solidFill>
                  <a:schemeClr val="tx1"/>
                </a:solidFill>
                <a:effectLst/>
                <a:latin typeface="+mn-lt"/>
                <a:ea typeface="+mn-ea"/>
                <a:cs typeface="+mn-cs"/>
              </a:rPr>
              <a:t> is a more modern, </a:t>
            </a:r>
            <a:r>
              <a:rPr lang="hu-HU" sz="1200" kern="1200" dirty="0" err="1">
                <a:solidFill>
                  <a:schemeClr val="tx1"/>
                </a:solidFill>
                <a:effectLst/>
                <a:latin typeface="+mn-lt"/>
                <a:ea typeface="+mn-ea"/>
                <a:cs typeface="+mn-cs"/>
              </a:rPr>
              <a:t>future-proof</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world</a:t>
            </a:r>
            <a:r>
              <a:rPr lang="hu-HU" sz="1200" kern="1200" dirty="0">
                <a:solidFill>
                  <a:schemeClr val="tx1"/>
                </a:solidFill>
                <a:effectLst/>
                <a:latin typeface="+mn-lt"/>
                <a:ea typeface="+mn-ea"/>
                <a:cs typeface="+mn-cs"/>
              </a:rPr>
              <a:t> has </a:t>
            </a:r>
            <a:r>
              <a:rPr lang="hu-HU" sz="1200" kern="1200" dirty="0" err="1">
                <a:solidFill>
                  <a:schemeClr val="tx1"/>
                </a:solidFill>
                <a:effectLst/>
                <a:latin typeface="+mn-lt"/>
                <a:ea typeface="+mn-ea"/>
                <a:cs typeface="+mn-cs"/>
              </a:rPr>
              <a:t>already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run</a:t>
            </a:r>
            <a:r>
              <a:rPr lang="hu-HU" sz="1200" kern="1200" dirty="0">
                <a:solidFill>
                  <a:schemeClr val="tx1"/>
                </a:solidFill>
                <a:effectLst/>
                <a:latin typeface="+mn-lt"/>
                <a:ea typeface="+mn-ea"/>
                <a:cs typeface="+mn-cs"/>
              </a:rPr>
              <a:t> out of IPv4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around</a:t>
            </a:r>
            <a:r>
              <a:rPr lang="hu-HU" sz="1200" kern="1200" dirty="0">
                <a:solidFill>
                  <a:schemeClr val="tx1"/>
                </a:solidFill>
                <a:effectLst/>
                <a:latin typeface="+mn-lt"/>
                <a:ea typeface="+mn-ea"/>
                <a:cs typeface="+mn-cs"/>
              </a:rPr>
              <a:t> 4.3 </a:t>
            </a:r>
            <a:r>
              <a:rPr lang="hu-HU" sz="1200" kern="1200" dirty="0" err="1">
                <a:solidFill>
                  <a:schemeClr val="tx1"/>
                </a:solidFill>
                <a:effectLst/>
                <a:latin typeface="+mn-lt"/>
                <a:ea typeface="+mn-ea"/>
                <a:cs typeface="+mn-cs"/>
              </a:rPr>
              <a:t>billion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possible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ones</a:t>
            </a:r>
            <a:r>
              <a:rPr lang="hu-HU" sz="1200" kern="1200" dirty="0">
                <a:solidFill>
                  <a:schemeClr val="tx1"/>
                </a:solidFill>
                <a:effectLst/>
                <a:latin typeface="+mn-lt"/>
                <a:ea typeface="+mn-ea"/>
                <a:cs typeface="+mn-cs"/>
              </a:rPr>
              <a:t>. IPv6 </a:t>
            </a:r>
            <a:r>
              <a:rPr lang="hu-HU" sz="1200" kern="1200" dirty="0" err="1">
                <a:solidFill>
                  <a:schemeClr val="tx1"/>
                </a:solidFill>
                <a:effectLst/>
                <a:latin typeface="+mn-lt"/>
                <a:ea typeface="+mn-ea"/>
                <a:cs typeface="+mn-cs"/>
              </a:rPr>
              <a:t>supports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practically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unlimited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number</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Every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sector has a </a:t>
            </a:r>
            <a:r>
              <a:rPr lang="hu-HU" sz="1200" kern="1200" dirty="0" err="1">
                <a:solidFill>
                  <a:schemeClr val="tx1"/>
                </a:solidFill>
                <a:effectLst/>
                <a:latin typeface="+mn-lt"/>
                <a:ea typeface="+mn-ea"/>
                <a:cs typeface="+mn-cs"/>
              </a:rPr>
              <a:t>static</a:t>
            </a:r>
            <a:r>
              <a:rPr lang="hu-HU" sz="1200" kern="1200" dirty="0">
                <a:solidFill>
                  <a:schemeClr val="tx1"/>
                </a:solidFill>
                <a:effectLst/>
                <a:latin typeface="+mn-lt"/>
                <a:ea typeface="+mn-ea"/>
                <a:cs typeface="+mn-cs"/>
              </a:rPr>
              <a:t> IP –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is no DHCP here.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makes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sense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because</a:t>
            </a:r>
            <a:r>
              <a:rPr lang="hu-HU" sz="1200" kern="1200" dirty="0">
                <a:solidFill>
                  <a:schemeClr val="tx1"/>
                </a:solidFill>
                <a:effectLst/>
                <a:latin typeface="+mn-lt"/>
                <a:ea typeface="+mn-ea"/>
                <a:cs typeface="+mn-cs"/>
              </a:rPr>
              <a:t> IT </a:t>
            </a:r>
            <a:r>
              <a:rPr lang="hu-HU" sz="1200" kern="1200" dirty="0" err="1">
                <a:solidFill>
                  <a:schemeClr val="tx1"/>
                </a:solidFill>
                <a:effectLst/>
                <a:latin typeface="+mn-lt"/>
                <a:ea typeface="+mn-ea"/>
                <a:cs typeface="+mn-cs"/>
              </a:rPr>
              <a:t>equipment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needs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reachable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 consistent, </a:t>
            </a:r>
            <a:r>
              <a:rPr lang="hu-HU" sz="1200" kern="1200" dirty="0" err="1">
                <a:solidFill>
                  <a:schemeClr val="tx1"/>
                </a:solidFill>
                <a:effectLst/>
                <a:latin typeface="+mn-lt"/>
                <a:ea typeface="+mn-ea"/>
                <a:cs typeface="+mn-cs"/>
              </a:rPr>
              <a:t>known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times</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The router </a:t>
            </a:r>
            <a:r>
              <a:rPr lang="hu-HU" sz="1200" kern="1200" dirty="0" err="1">
                <a:solidFill>
                  <a:schemeClr val="tx1"/>
                </a:solidFill>
                <a:effectLst/>
                <a:latin typeface="+mn-lt"/>
                <a:ea typeface="+mn-ea"/>
                <a:cs typeface="+mn-cs"/>
              </a:rPr>
              <a:t>named</a:t>
            </a:r>
            <a:r>
              <a:rPr lang="hu-HU" sz="1200" kern="1200" dirty="0">
                <a:solidFill>
                  <a:schemeClr val="tx1"/>
                </a:solidFill>
                <a:effectLst/>
                <a:latin typeface="+mn-lt"/>
                <a:ea typeface="+mn-ea"/>
                <a:cs typeface="+mn-cs"/>
              </a:rPr>
              <a:t> IT </a:t>
            </a:r>
            <a:r>
              <a:rPr lang="hu-HU" sz="1200" kern="1200" dirty="0" err="1">
                <a:solidFill>
                  <a:schemeClr val="tx1"/>
                </a:solidFill>
                <a:effectLst/>
                <a:latin typeface="+mn-lt"/>
                <a:ea typeface="+mn-ea"/>
                <a:cs typeface="+mn-cs"/>
              </a:rPr>
              <a:t>handles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a:t>
            </a:r>
            <a:r>
              <a:rPr lang="hu-HU" sz="1200" kern="1200" dirty="0">
                <a:solidFill>
                  <a:schemeClr val="tx1"/>
                </a:solidFill>
                <a:effectLst/>
                <a:latin typeface="+mn-lt"/>
                <a:ea typeface="+mn-ea"/>
                <a:cs typeface="+mn-cs"/>
              </a:rPr>
              <a:t>. The sector </a:t>
            </a:r>
            <a:r>
              <a:rPr lang="hu-HU" sz="1200" kern="1200" dirty="0" err="1">
                <a:solidFill>
                  <a:schemeClr val="tx1"/>
                </a:solidFill>
                <a:effectLst/>
                <a:latin typeface="+mn-lt"/>
                <a:ea typeface="+mn-ea"/>
                <a:cs typeface="+mn-cs"/>
              </a:rPr>
              <a:t>consists</a:t>
            </a:r>
            <a:r>
              <a:rPr lang="hu-HU" sz="1200" kern="1200" dirty="0">
                <a:solidFill>
                  <a:schemeClr val="tx1"/>
                </a:solidFill>
                <a:effectLst/>
                <a:latin typeface="+mn-lt"/>
                <a:ea typeface="+mn-ea"/>
                <a:cs typeface="+mn-cs"/>
              </a:rPr>
              <a:t> of 5 </a:t>
            </a:r>
            <a:r>
              <a:rPr lang="hu-HU" sz="1200" kern="1200" dirty="0" err="1">
                <a:solidFill>
                  <a:schemeClr val="tx1"/>
                </a:solidFill>
                <a:effectLst/>
                <a:latin typeface="+mn-lt"/>
                <a:ea typeface="+mn-ea"/>
                <a:cs typeface="+mn-cs"/>
              </a:rPr>
              <a:t>computers</a:t>
            </a:r>
            <a:r>
              <a:rPr lang="hu-HU" sz="1200" kern="1200" dirty="0">
                <a:solidFill>
                  <a:schemeClr val="tx1"/>
                </a:solidFill>
                <a:effectLst/>
                <a:latin typeface="+mn-lt"/>
                <a:ea typeface="+mn-ea"/>
                <a:cs typeface="+mn-cs"/>
              </a:rPr>
              <a:t>, 3 </a:t>
            </a:r>
            <a:r>
              <a:rPr lang="hu-HU" sz="1200" kern="1200" dirty="0" err="1">
                <a:solidFill>
                  <a:schemeClr val="tx1"/>
                </a:solidFill>
                <a:effectLst/>
                <a:latin typeface="+mn-lt"/>
                <a:ea typeface="+mn-ea"/>
                <a:cs typeface="+mn-cs"/>
              </a:rPr>
              <a:t>printers</a:t>
            </a:r>
            <a:r>
              <a:rPr lang="hu-HU" sz="1200" kern="1200" dirty="0">
                <a:solidFill>
                  <a:schemeClr val="tx1"/>
                </a:solidFill>
                <a:effectLst/>
                <a:latin typeface="+mn-lt"/>
                <a:ea typeface="+mn-ea"/>
                <a:cs typeface="+mn-cs"/>
              </a:rPr>
              <a:t>, and 1 </a:t>
            </a:r>
            <a:r>
              <a:rPr lang="hu-HU" sz="1200" kern="1200" dirty="0" err="1">
                <a:solidFill>
                  <a:schemeClr val="tx1"/>
                </a:solidFill>
                <a:effectLst/>
                <a:latin typeface="+mn-lt"/>
                <a:ea typeface="+mn-ea"/>
                <a:cs typeface="+mn-cs"/>
              </a:rPr>
              <a:t>switch</a:t>
            </a:r>
            <a:r>
              <a:rPr lang="hu-HU" sz="1200" kern="1200" dirty="0">
                <a:solidFill>
                  <a:schemeClr val="tx1"/>
                </a:solidFill>
                <a:effectLst/>
                <a:latin typeface="+mn-lt"/>
                <a:ea typeface="+mn-ea"/>
                <a:cs typeface="+mn-cs"/>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heart</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server </a:t>
            </a:r>
            <a:r>
              <a:rPr lang="hu-HU" sz="1200" kern="1200" dirty="0" err="1">
                <a:solidFill>
                  <a:schemeClr val="tx1"/>
                </a:solidFill>
                <a:effectLst/>
                <a:latin typeface="+mn-lt"/>
                <a:ea typeface="+mn-ea"/>
                <a:cs typeface="+mn-cs"/>
              </a:rPr>
              <a:t>room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hosts</a:t>
            </a:r>
            <a:r>
              <a:rPr lang="hu-HU" sz="1200" kern="1200" dirty="0">
                <a:solidFill>
                  <a:schemeClr val="tx1"/>
                </a:solidFill>
                <a:effectLst/>
                <a:latin typeface="+mn-lt"/>
                <a:ea typeface="+mn-ea"/>
                <a:cs typeface="+mn-cs"/>
              </a:rPr>
              <a:t> 4 servers. The WEB server </a:t>
            </a:r>
            <a:r>
              <a:rPr lang="hu-HU" sz="1200" kern="1200" dirty="0" err="1">
                <a:solidFill>
                  <a:schemeClr val="tx1"/>
                </a:solidFill>
                <a:effectLst/>
                <a:latin typeface="+mn-lt"/>
                <a:ea typeface="+mn-ea"/>
                <a:cs typeface="+mn-cs"/>
              </a:rPr>
              <a:t>hosts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our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team’s</a:t>
            </a:r>
            <a:r>
              <a:rPr lang="hu-HU" sz="1200" kern="1200" dirty="0">
                <a:solidFill>
                  <a:schemeClr val="tx1"/>
                </a:solidFill>
                <a:effectLst/>
                <a:latin typeface="+mn-lt"/>
                <a:ea typeface="+mn-ea"/>
                <a:cs typeface="+mn-cs"/>
              </a:rPr>
              <a:t> website. The DHCP server </a:t>
            </a:r>
            <a:r>
              <a:rPr lang="hu-HU" sz="1200" kern="1200" dirty="0" err="1">
                <a:solidFill>
                  <a:schemeClr val="tx1"/>
                </a:solidFill>
                <a:effectLst/>
                <a:latin typeface="+mn-lt"/>
                <a:ea typeface="+mn-ea"/>
                <a:cs typeface="+mn-cs"/>
              </a:rPr>
              <a:t>dynamically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distributes</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Network </a:t>
            </a:r>
            <a:r>
              <a:rPr lang="hu-HU" sz="1200" kern="1200" dirty="0" err="1">
                <a:solidFill>
                  <a:schemeClr val="tx1"/>
                </a:solidFill>
                <a:effectLst/>
                <a:latin typeface="+mn-lt"/>
                <a:ea typeface="+mn-ea"/>
                <a:cs typeface="+mn-cs"/>
              </a:rPr>
              <a:t>device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configurations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backed </a:t>
            </a:r>
            <a:r>
              <a:rPr lang="hu-HU" sz="1200" kern="1200" dirty="0" err="1">
                <a:solidFill>
                  <a:schemeClr val="tx1"/>
                </a:solidFill>
                <a:effectLst/>
                <a:latin typeface="+mn-lt"/>
                <a:ea typeface="+mn-ea"/>
                <a:cs typeface="+mn-cs"/>
              </a:rPr>
              <a:t>up</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FTP server, </a:t>
            </a:r>
            <a:r>
              <a:rPr lang="hu-HU" sz="1200" kern="1200" dirty="0" err="1">
                <a:solidFill>
                  <a:schemeClr val="tx1"/>
                </a:solidFill>
                <a:effectLst/>
                <a:latin typeface="+mn-lt"/>
                <a:ea typeface="+mn-ea"/>
                <a:cs typeface="+mn-cs"/>
              </a:rPr>
              <a:t>ensuring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restored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any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a:t>
            </a:r>
            <a:r>
              <a:rPr lang="hu-HU" sz="1200" kern="1200" dirty="0">
                <a:solidFill>
                  <a:schemeClr val="tx1"/>
                </a:solidFill>
                <a:effectLst/>
                <a:latin typeface="+mn-lt"/>
                <a:ea typeface="+mn-ea"/>
                <a:cs typeface="+mn-cs"/>
              </a:rPr>
              <a:t>. The DNS server </a:t>
            </a:r>
            <a:r>
              <a:rPr lang="hu-HU" sz="1200" kern="1200" dirty="0" err="1">
                <a:solidFill>
                  <a:schemeClr val="tx1"/>
                </a:solidFill>
                <a:effectLst/>
                <a:latin typeface="+mn-lt"/>
                <a:ea typeface="+mn-ea"/>
                <a:cs typeface="+mn-cs"/>
              </a:rPr>
              <a:t>translates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names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and vice versa – </a:t>
            </a:r>
            <a:r>
              <a:rPr lang="hu-HU" sz="1200" kern="1200" dirty="0" err="1">
                <a:solidFill>
                  <a:schemeClr val="tx1"/>
                </a:solidFill>
                <a:effectLst/>
                <a:latin typeface="+mn-lt"/>
                <a:ea typeface="+mn-ea"/>
                <a:cs typeface="+mn-cs"/>
              </a:rPr>
              <a:t>without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communication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would</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significantly</a:t>
            </a:r>
            <a:r>
              <a:rPr lang="hu-HU" sz="1200" kern="1200" dirty="0">
                <a:solidFill>
                  <a:schemeClr val="tx1"/>
                </a:solidFill>
                <a:effectLst/>
                <a:latin typeface="+mn-lt"/>
                <a:ea typeface="+mn-ea"/>
                <a:cs typeface="+mn-cs"/>
              </a:rPr>
              <a:t> more </a:t>
            </a:r>
            <a:r>
              <a:rPr lang="hu-HU" sz="1200" kern="1200" dirty="0" err="1">
                <a:solidFill>
                  <a:schemeClr val="tx1"/>
                </a:solidFill>
                <a:effectLst/>
                <a:latin typeface="+mn-lt"/>
                <a:ea typeface="+mn-ea"/>
                <a:cs typeface="+mn-cs"/>
              </a:rPr>
              <a:t>cumbersome</a:t>
            </a:r>
            <a:r>
              <a:rPr lang="hu-HU" sz="1200" kern="1200" dirty="0">
                <a:solidFill>
                  <a:schemeClr val="tx1"/>
                </a:solidFill>
                <a:effectLst/>
                <a:latin typeface="+mn-lt"/>
                <a:ea typeface="+mn-ea"/>
                <a:cs typeface="+mn-cs"/>
              </a:rP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secretaries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divided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into</a:t>
            </a:r>
            <a:r>
              <a:rPr lang="hu-HU" sz="1200" kern="1200" dirty="0">
                <a:solidFill>
                  <a:schemeClr val="tx1"/>
                </a:solidFill>
                <a:effectLst/>
                <a:latin typeface="+mn-lt"/>
                <a:ea typeface="+mn-ea"/>
                <a:cs typeface="+mn-cs"/>
              </a:rPr>
              <a:t> 3 </a:t>
            </a:r>
            <a:r>
              <a:rPr lang="hu-HU" sz="1200" kern="1200" dirty="0" err="1">
                <a:solidFill>
                  <a:schemeClr val="tx1"/>
                </a:solidFill>
                <a:effectLst/>
                <a:latin typeface="+mn-lt"/>
                <a:ea typeface="+mn-ea"/>
                <a:cs typeface="+mn-cs"/>
              </a:rPr>
              <a:t>VLANs</a:t>
            </a:r>
            <a:r>
              <a:rPr lang="hu-HU" sz="1200" kern="1200" dirty="0">
                <a:solidFill>
                  <a:schemeClr val="tx1"/>
                </a:solidFill>
                <a:effectLst/>
                <a:latin typeface="+mn-lt"/>
                <a:ea typeface="+mn-ea"/>
                <a:cs typeface="+mn-cs"/>
              </a:rPr>
              <a:t>. A VLAN –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Local </a:t>
            </a:r>
            <a:r>
              <a:rPr lang="hu-HU" sz="1200" kern="1200" dirty="0" err="1">
                <a:solidFill>
                  <a:schemeClr val="tx1"/>
                </a:solidFill>
                <a:effectLst/>
                <a:latin typeface="+mn-lt"/>
                <a:ea typeface="+mn-ea"/>
                <a:cs typeface="+mn-cs"/>
              </a:rPr>
              <a:t>Area</a:t>
            </a:r>
            <a:r>
              <a:rPr lang="hu-HU" sz="1200" kern="1200" dirty="0">
                <a:solidFill>
                  <a:schemeClr val="tx1"/>
                </a:solidFill>
                <a:effectLst/>
                <a:latin typeface="+mn-lt"/>
                <a:ea typeface="+mn-ea"/>
                <a:cs typeface="+mn-cs"/>
              </a:rPr>
              <a:t> Network – is a </a:t>
            </a:r>
            <a:r>
              <a:rPr lang="hu-HU" sz="1200" kern="1200" dirty="0" err="1">
                <a:solidFill>
                  <a:schemeClr val="tx1"/>
                </a:solidFill>
                <a:effectLst/>
                <a:latin typeface="+mn-lt"/>
                <a:ea typeface="+mn-ea"/>
                <a:cs typeface="+mn-cs"/>
              </a:rPr>
              <a:t>logical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segment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same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physical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their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completely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separated</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VLAN 10 </a:t>
            </a:r>
            <a:r>
              <a:rPr lang="hu-HU" sz="1200" kern="1200" dirty="0" err="1">
                <a:solidFill>
                  <a:schemeClr val="tx1"/>
                </a:solidFill>
                <a:effectLst/>
                <a:latin typeface="+mn-lt"/>
                <a:ea typeface="+mn-ea"/>
                <a:cs typeface="+mn-cs"/>
              </a:rPr>
              <a:t>serves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Finance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department</a:t>
            </a:r>
            <a:r>
              <a:rPr lang="hu-HU" sz="1200" kern="1200" dirty="0">
                <a:solidFill>
                  <a:schemeClr val="tx1"/>
                </a:solidFill>
                <a:effectLst/>
                <a:latin typeface="+mn-lt"/>
                <a:ea typeface="+mn-ea"/>
                <a:cs typeface="+mn-cs"/>
              </a:rPr>
              <a:t>, VLAN 20 </a:t>
            </a:r>
            <a:r>
              <a:rPr lang="hu-HU" sz="1200" kern="1200" dirty="0" err="1">
                <a:solidFill>
                  <a:schemeClr val="tx1"/>
                </a:solidFill>
                <a:effectLst/>
                <a:latin typeface="+mn-lt"/>
                <a:ea typeface="+mn-ea"/>
                <a:cs typeface="+mn-cs"/>
              </a:rPr>
              <a:t>serves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Customer</a:t>
            </a:r>
            <a:r>
              <a:rPr lang="hu-HU" sz="1200" kern="1200" dirty="0">
                <a:solidFill>
                  <a:schemeClr val="tx1"/>
                </a:solidFill>
                <a:effectLst/>
                <a:latin typeface="+mn-lt"/>
                <a:ea typeface="+mn-ea"/>
                <a:cs typeface="+mn-cs"/>
              </a:rPr>
              <a:t> Service, and VLAN 30 </a:t>
            </a:r>
            <a:r>
              <a:rPr lang="hu-HU" sz="1200" kern="1200" dirty="0" err="1">
                <a:solidFill>
                  <a:schemeClr val="tx1"/>
                </a:solidFill>
                <a:effectLst/>
                <a:latin typeface="+mn-lt"/>
                <a:ea typeface="+mn-ea"/>
                <a:cs typeface="+mn-cs"/>
              </a:rPr>
              <a:t>serves</a:t>
            </a:r>
            <a:r>
              <a:rPr lang="hu-HU" sz="1200" kern="1200" dirty="0">
                <a:solidFill>
                  <a:schemeClr val="tx1"/>
                </a:solidFill>
                <a:effectLst/>
                <a:latin typeface="+mn-lt"/>
                <a:ea typeface="+mn-ea"/>
                <a:cs typeface="+mn-cs"/>
              </a:rPr>
              <a:t> HR.</a:t>
            </a:r>
          </a:p>
          <a:p>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operating</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segment</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important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because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financial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data</a:t>
            </a:r>
            <a:r>
              <a:rPr lang="hu-HU" sz="1200" kern="1200" dirty="0">
                <a:solidFill>
                  <a:schemeClr val="tx1"/>
                </a:solidFill>
                <a:effectLst/>
                <a:latin typeface="+mn-lt"/>
                <a:ea typeface="+mn-ea"/>
                <a:cs typeface="+mn-cs"/>
              </a:rPr>
              <a:t> and HR </a:t>
            </a:r>
            <a:r>
              <a:rPr lang="hu-HU" sz="1200" kern="1200" dirty="0" err="1">
                <a:solidFill>
                  <a:schemeClr val="tx1"/>
                </a:solidFill>
                <a:effectLst/>
                <a:latin typeface="+mn-lt"/>
                <a:ea typeface="+mn-ea"/>
                <a:cs typeface="+mn-cs"/>
              </a:rPr>
              <a:t>records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particularly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sensitive</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IP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distributed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sub-interfaces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single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physical</a:t>
            </a:r>
            <a:r>
              <a:rPr lang="hu-HU" sz="1200" kern="1200" dirty="0">
                <a:solidFill>
                  <a:schemeClr val="tx1"/>
                </a:solidFill>
                <a:effectLst/>
                <a:latin typeface="+mn-lt"/>
                <a:ea typeface="+mn-ea"/>
                <a:cs typeface="+mn-cs"/>
              </a:rPr>
              <a:t> router </a:t>
            </a:r>
            <a:r>
              <a:rPr lang="hu-HU" sz="1200" kern="1200" dirty="0" err="1">
                <a:solidFill>
                  <a:schemeClr val="tx1"/>
                </a:solidFill>
                <a:effectLst/>
                <a:latin typeface="+mn-lt"/>
                <a:ea typeface="+mn-ea"/>
                <a:cs typeface="+mn-cs"/>
              </a:rPr>
              <a:t>connection</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divided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logical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sub-interfaces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one</a:t>
            </a:r>
            <a:r>
              <a:rPr lang="hu-HU" sz="1200" kern="1200" dirty="0">
                <a:solidFill>
                  <a:schemeClr val="tx1"/>
                </a:solidFill>
                <a:effectLst/>
                <a:latin typeface="+mn-lt"/>
                <a:ea typeface="+mn-ea"/>
                <a:cs typeface="+mn-cs"/>
              </a:rPr>
              <a:t> per VLAN, </a:t>
            </a:r>
            <a:r>
              <a:rPr lang="hu-HU" sz="1200" kern="1200" dirty="0" err="1">
                <a:solidFill>
                  <a:schemeClr val="tx1"/>
                </a:solidFill>
                <a:effectLst/>
                <a:latin typeface="+mn-lt"/>
                <a:ea typeface="+mn-ea"/>
                <a:cs typeface="+mn-cs"/>
              </a:rPr>
              <a:t>each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DHCP </a:t>
            </a:r>
            <a:r>
              <a:rPr lang="hu-HU" sz="1200" kern="1200" dirty="0" err="1">
                <a:solidFill>
                  <a:schemeClr val="tx1"/>
                </a:solidFill>
                <a:effectLst/>
                <a:latin typeface="+mn-lt"/>
                <a:ea typeface="+mn-ea"/>
                <a:cs typeface="+mn-cs"/>
              </a:rPr>
              <a:t>source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own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segment</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multilayer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flows </a:t>
            </a:r>
            <a:r>
              <a:rPr lang="hu-HU" sz="1200" kern="1200" dirty="0" err="1">
                <a:solidFill>
                  <a:schemeClr val="tx1"/>
                </a:solidFill>
                <a:effectLst/>
                <a:latin typeface="+mn-lt"/>
                <a:ea typeface="+mn-ea"/>
                <a:cs typeface="+mn-cs"/>
              </a:rPr>
              <a:t>quickly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within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each</a:t>
            </a:r>
            <a:r>
              <a:rPr lang="hu-HU" sz="1200" kern="1200" dirty="0">
                <a:solidFill>
                  <a:schemeClr val="tx1"/>
                </a:solidFill>
                <a:effectLst/>
                <a:latin typeface="+mn-lt"/>
                <a:ea typeface="+mn-ea"/>
                <a:cs typeface="+mn-cs"/>
              </a:rPr>
              <a:t> VLAN </a:t>
            </a:r>
            <a:r>
              <a:rPr lang="hu-HU" sz="1200" kern="1200" dirty="0" err="1">
                <a:solidFill>
                  <a:schemeClr val="tx1"/>
                </a:solidFill>
                <a:effectLst/>
                <a:latin typeface="+mn-lt"/>
                <a:ea typeface="+mn-ea"/>
                <a:cs typeface="+mn-cs"/>
              </a:rPr>
              <a:t>while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keeping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VLANs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separated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each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other</a:t>
            </a:r>
            <a:r>
              <a:rPr lang="hu-HU" sz="1200" kern="1200" dirty="0">
                <a:solidFill>
                  <a:schemeClr val="tx1"/>
                </a:solidFill>
                <a:effectLst/>
                <a:latin typeface="+mn-lt"/>
                <a:ea typeface="+mn-ea"/>
                <a:cs typeface="+mn-cs"/>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The bank </a:t>
            </a:r>
            <a:r>
              <a:rPr lang="hu-HU" sz="1200" kern="1200" dirty="0" err="1">
                <a:solidFill>
                  <a:schemeClr val="tx1"/>
                </a:solidFill>
                <a:effectLst/>
                <a:latin typeface="+mn-lt"/>
                <a:ea typeface="+mn-ea"/>
                <a:cs typeface="+mn-cs"/>
              </a:rPr>
              <a:t>employees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office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structure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similar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secretaries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section</a:t>
            </a:r>
            <a:r>
              <a:rPr lang="hu-HU" sz="1200" kern="1200" dirty="0">
                <a:solidFill>
                  <a:schemeClr val="tx1"/>
                </a:solidFill>
                <a:effectLst/>
                <a:latin typeface="+mn-lt"/>
                <a:ea typeface="+mn-ea"/>
                <a:cs typeface="+mn-cs"/>
              </a:rPr>
              <a:t>: 3 </a:t>
            </a:r>
            <a:r>
              <a:rPr lang="hu-HU" sz="1200" kern="1200" dirty="0" err="1">
                <a:solidFill>
                  <a:schemeClr val="tx1"/>
                </a:solidFill>
                <a:effectLst/>
                <a:latin typeface="+mn-lt"/>
                <a:ea typeface="+mn-ea"/>
                <a:cs typeface="+mn-cs"/>
              </a:rPr>
              <a:t>VLANs</a:t>
            </a:r>
            <a:r>
              <a:rPr lang="hu-HU" sz="1200" kern="1200" dirty="0">
                <a:solidFill>
                  <a:schemeClr val="tx1"/>
                </a:solidFill>
                <a:effectLst/>
                <a:latin typeface="+mn-lt"/>
                <a:ea typeface="+mn-ea"/>
                <a:cs typeface="+mn-cs"/>
              </a:rPr>
              <a:t> – HR, </a:t>
            </a:r>
            <a:r>
              <a:rPr lang="hu-HU" sz="1200" kern="1200" dirty="0" err="1">
                <a:solidFill>
                  <a:schemeClr val="tx1"/>
                </a:solidFill>
                <a:effectLst/>
                <a:latin typeface="+mn-lt"/>
                <a:ea typeface="+mn-ea"/>
                <a:cs typeface="+mn-cs"/>
              </a:rPr>
              <a:t>Finance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Customer</a:t>
            </a:r>
            <a:r>
              <a:rPr lang="hu-HU" sz="1200" kern="1200" dirty="0">
                <a:solidFill>
                  <a:schemeClr val="tx1"/>
                </a:solidFill>
                <a:effectLst/>
                <a:latin typeface="+mn-lt"/>
                <a:ea typeface="+mn-ea"/>
                <a:cs typeface="+mn-cs"/>
              </a:rPr>
              <a:t> Service –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DHCP </a:t>
            </a:r>
            <a:r>
              <a:rPr lang="hu-HU" sz="1200" kern="1200" dirty="0" err="1">
                <a:solidFill>
                  <a:schemeClr val="tx1"/>
                </a:solidFill>
                <a:effectLst/>
                <a:latin typeface="+mn-lt"/>
                <a:ea typeface="+mn-ea"/>
                <a:cs typeface="+mn-cs"/>
              </a:rPr>
              <a:t>operating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sub-interfaces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configured</a:t>
            </a:r>
            <a:r>
              <a:rPr lang="hu-HU" sz="1200" kern="1200" dirty="0">
                <a:solidFill>
                  <a:schemeClr val="tx1"/>
                </a:solidFill>
                <a:effectLst/>
                <a:latin typeface="+mn-lt"/>
                <a:ea typeface="+mn-ea"/>
                <a:cs typeface="+mn-cs"/>
              </a:rPr>
              <a:t> an ACL </a:t>
            </a:r>
            <a:r>
              <a:rPr lang="hu-HU" sz="1200" kern="1200" dirty="0" err="1">
                <a:solidFill>
                  <a:schemeClr val="tx1"/>
                </a:solidFill>
                <a:effectLst/>
                <a:latin typeface="+mn-lt"/>
                <a:ea typeface="+mn-ea"/>
                <a:cs typeface="+mn-cs"/>
              </a:rPr>
              <a:t>rule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VLAN 20 (</a:t>
            </a:r>
            <a:r>
              <a:rPr lang="hu-HU" sz="1200" kern="1200" dirty="0" err="1">
                <a:solidFill>
                  <a:schemeClr val="tx1"/>
                </a:solidFill>
                <a:effectLst/>
                <a:latin typeface="+mn-lt"/>
                <a:ea typeface="+mn-ea"/>
                <a:cs typeface="+mn-cs"/>
              </a:rPr>
              <a:t>Customer</a:t>
            </a:r>
            <a:r>
              <a:rPr lang="hu-HU" sz="1200" kern="1200" dirty="0">
                <a:solidFill>
                  <a:schemeClr val="tx1"/>
                </a:solidFill>
                <a:effectLst/>
                <a:latin typeface="+mn-lt"/>
                <a:ea typeface="+mn-ea"/>
                <a:cs typeface="+mn-cs"/>
              </a:rPr>
              <a:t> Service)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other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VLANs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not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reciprocal</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a:t>
            </a:r>
            <a:r>
              <a:rPr lang="hu-HU" sz="1200" kern="1200" dirty="0">
                <a:solidFill>
                  <a:schemeClr val="tx1"/>
                </a:solidFill>
                <a:effectLst/>
                <a:latin typeface="+mn-lt"/>
                <a:ea typeface="+mn-ea"/>
                <a:cs typeface="+mn-cs"/>
              </a:rPr>
              <a:t>, a WiFi router and an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point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provide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convenient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wireless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connectivity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employees</a:t>
            </a:r>
            <a:r>
              <a:rPr lang="hu-HU" sz="1200" kern="1200" dirty="0">
                <a:solidFill>
                  <a:schemeClr val="tx1"/>
                </a:solidFill>
                <a:effectLst/>
                <a:latin typeface="+mn-lt"/>
                <a:ea typeface="+mn-ea"/>
                <a:cs typeface="+mn-cs"/>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center of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created</a:t>
            </a:r>
            <a:r>
              <a:rPr lang="hu-HU" sz="1200" kern="1200" dirty="0">
                <a:solidFill>
                  <a:schemeClr val="tx1"/>
                </a:solidFill>
                <a:effectLst/>
                <a:latin typeface="+mn-lt"/>
                <a:ea typeface="+mn-ea"/>
                <a:cs typeface="+mn-cs"/>
              </a:rPr>
              <a:t> a router ring: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interconnected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each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other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essence</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if</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any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fails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data</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packets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reach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their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destination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via</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fastest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available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alternative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setup</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mechanism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remains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operational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even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if</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single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point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fails</a:t>
            </a:r>
            <a:r>
              <a:rPr lang="hu-HU" sz="1200" kern="1200" dirty="0">
                <a:solidFill>
                  <a:schemeClr val="tx1"/>
                </a:solidFill>
                <a:effectLst/>
                <a:latin typeface="+mn-lt"/>
                <a:ea typeface="+mn-ea"/>
                <a:cs typeface="+mn-cs"/>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NAT – Network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translates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private</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addresses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internal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into</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public</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happens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router,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border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between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internal</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external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PAT – Port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goes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step</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further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allows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multiple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communicate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simultaneously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single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public</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using</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numbers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tell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apart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different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connections</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RIP –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Information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 is a </a:t>
            </a:r>
            <a:r>
              <a:rPr lang="hu-HU" sz="1200" kern="1200" dirty="0" err="1">
                <a:solidFill>
                  <a:schemeClr val="tx1"/>
                </a:solidFill>
                <a:effectLst/>
                <a:latin typeface="+mn-lt"/>
                <a:ea typeface="+mn-ea"/>
                <a:cs typeface="+mn-cs"/>
              </a:rPr>
              <a:t>distance-vector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job</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help</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discover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each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other</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learn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best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reach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different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parts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Each</a:t>
            </a:r>
            <a:r>
              <a:rPr lang="hu-HU" sz="1200" kern="1200" dirty="0">
                <a:solidFill>
                  <a:schemeClr val="tx1"/>
                </a:solidFill>
                <a:effectLst/>
                <a:latin typeface="+mn-lt"/>
                <a:ea typeface="+mn-ea"/>
                <a:cs typeface="+mn-cs"/>
              </a:rPr>
              <a:t> RIP router </a:t>
            </a:r>
            <a:r>
              <a:rPr lang="hu-HU" sz="1200" kern="1200" dirty="0" err="1">
                <a:solidFill>
                  <a:schemeClr val="tx1"/>
                </a:solidFill>
                <a:effectLst/>
                <a:latin typeface="+mn-lt"/>
                <a:ea typeface="+mn-ea"/>
                <a:cs typeface="+mn-cs"/>
              </a:rPr>
              <a:t>shares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table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neighbours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every</a:t>
            </a:r>
            <a:r>
              <a:rPr lang="hu-HU" sz="1200" kern="1200" dirty="0">
                <a:solidFill>
                  <a:schemeClr val="tx1"/>
                </a:solidFill>
                <a:effectLst/>
                <a:latin typeface="+mn-lt"/>
                <a:ea typeface="+mn-ea"/>
                <a:cs typeface="+mn-cs"/>
              </a:rPr>
              <a:t> 30 </a:t>
            </a:r>
            <a:r>
              <a:rPr lang="hu-HU" sz="1200" kern="1200" dirty="0" err="1">
                <a:solidFill>
                  <a:schemeClr val="tx1"/>
                </a:solidFill>
                <a:effectLst/>
                <a:latin typeface="+mn-lt"/>
                <a:ea typeface="+mn-ea"/>
                <a:cs typeface="+mn-cs"/>
              </a:rPr>
              <a:t>seconds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always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chooses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fewest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hops</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size</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RIP is a </a:t>
            </a:r>
            <a:r>
              <a:rPr lang="hu-HU" sz="1200" kern="1200" dirty="0" err="1">
                <a:solidFill>
                  <a:schemeClr val="tx1"/>
                </a:solidFill>
                <a:effectLst/>
                <a:latin typeface="+mn-lt"/>
                <a:ea typeface="+mn-ea"/>
                <a:cs typeface="+mn-cs"/>
              </a:rPr>
              <a:t>perfectly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appropriate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solution</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simple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reliable</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operation</a:t>
            </a:r>
            <a:r>
              <a:rPr lang="hu-HU" sz="1200" kern="1200" dirty="0">
                <a:solidFill>
                  <a:schemeClr val="tx1"/>
                </a:solidFill>
                <a:effectLst/>
                <a:latin typeface="+mn-lt"/>
                <a:ea typeface="+mn-ea"/>
                <a:cs typeface="+mn-cs"/>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Jegyzetek helye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server </a:t>
            </a:r>
            <a:r>
              <a:rPr lang="hu-HU" sz="1200" kern="1200" dirty="0" err="1">
                <a:solidFill>
                  <a:schemeClr val="tx1"/>
                </a:solidFill>
                <a:effectLst/>
                <a:latin typeface="+mn-lt"/>
                <a:ea typeface="+mn-ea"/>
                <a:cs typeface="+mn-cs"/>
              </a:rPr>
              <a:t>side</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project,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VirtualBox</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our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virtualisation</a:t>
            </a:r>
            <a:r>
              <a:rPr lang="hu-HU" sz="1200" kern="1200" dirty="0">
                <a:solidFill>
                  <a:schemeClr val="tx1"/>
                </a:solidFill>
                <a:effectLst/>
                <a:latin typeface="+mn-lt"/>
                <a:ea typeface="+mn-ea"/>
                <a:cs typeface="+mn-cs"/>
              </a:rPr>
              <a:t> platform –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servers </a:t>
            </a:r>
            <a:r>
              <a:rPr lang="hu-HU" sz="1200" kern="1200" dirty="0" err="1">
                <a:solidFill>
                  <a:schemeClr val="tx1"/>
                </a:solidFill>
                <a:effectLst/>
                <a:latin typeface="+mn-lt"/>
                <a:ea typeface="+mn-ea"/>
                <a:cs typeface="+mn-cs"/>
              </a:rPr>
              <a:t>run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machines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rather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physical</a:t>
            </a:r>
            <a:r>
              <a:rPr lang="hu-HU" sz="1200" kern="1200" dirty="0">
                <a:solidFill>
                  <a:schemeClr val="tx1"/>
                </a:solidFill>
                <a:effectLst/>
                <a:latin typeface="+mn-lt"/>
                <a:ea typeface="+mn-ea"/>
                <a:cs typeface="+mn-cs"/>
              </a:rPr>
              <a:t> hardware.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Windows Server 2019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machine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Directory</a:t>
            </a:r>
            <a:r>
              <a:rPr lang="hu-HU" sz="1200" kern="1200" dirty="0">
                <a:solidFill>
                  <a:schemeClr val="tx1"/>
                </a:solidFill>
                <a:effectLst/>
                <a:latin typeface="+mn-lt"/>
                <a:ea typeface="+mn-ea"/>
                <a:cs typeface="+mn-cs"/>
              </a:rPr>
              <a:t>, DNS, DHCP, HTTP and HTTPS web </a:t>
            </a:r>
            <a:r>
              <a:rPr lang="hu-HU" sz="1200" kern="1200" dirty="0" err="1">
                <a:solidFill>
                  <a:schemeClr val="tx1"/>
                </a:solidFill>
                <a:effectLst/>
                <a:latin typeface="+mn-lt"/>
                <a:ea typeface="+mn-ea"/>
                <a:cs typeface="+mn-cs"/>
              </a:rPr>
              <a:t>services</a:t>
            </a:r>
            <a:r>
              <a:rPr lang="hu-HU" sz="1200" kern="1200" dirty="0">
                <a:solidFill>
                  <a:schemeClr val="tx1"/>
                </a:solidFill>
                <a:effectLst/>
                <a:latin typeface="+mn-lt"/>
                <a:ea typeface="+mn-ea"/>
                <a:cs typeface="+mn-cs"/>
              </a:rPr>
              <a:t>, file and printer </a:t>
            </a:r>
            <a:r>
              <a:rPr lang="hu-HU" sz="1200" kern="1200" dirty="0" err="1">
                <a:solidFill>
                  <a:schemeClr val="tx1"/>
                </a:solidFill>
                <a:effectLst/>
                <a:latin typeface="+mn-lt"/>
                <a:ea typeface="+mn-ea"/>
                <a:cs typeface="+mn-cs"/>
              </a:rPr>
              <a:t>sharing</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automated</a:t>
            </a:r>
            <a:r>
              <a:rPr lang="hu-HU" sz="1200" kern="1200" dirty="0">
                <a:solidFill>
                  <a:schemeClr val="tx1"/>
                </a:solidFill>
                <a:effectLst/>
                <a:latin typeface="+mn-lt"/>
                <a:ea typeface="+mn-ea"/>
                <a:cs typeface="+mn-cs"/>
              </a:rPr>
              <a:t> software </a:t>
            </a:r>
            <a:r>
              <a:rPr lang="hu-HU" sz="1200" kern="1200" dirty="0" err="1">
                <a:solidFill>
                  <a:schemeClr val="tx1"/>
                </a:solidFill>
                <a:effectLst/>
                <a:latin typeface="+mn-lt"/>
                <a:ea typeface="+mn-ea"/>
                <a:cs typeface="+mn-cs"/>
              </a:rPr>
              <a:t>deployment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client</a:t>
            </a:r>
            <a:r>
              <a:rPr lang="hu-HU" sz="1200" kern="1200" dirty="0">
                <a:solidFill>
                  <a:schemeClr val="tx1"/>
                </a:solidFill>
                <a:effectLst/>
                <a:latin typeface="+mn-lt"/>
                <a:ea typeface="+mn-ea"/>
                <a:cs typeface="+mn-cs"/>
              </a:rPr>
              <a:t> computers.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Linux Debian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machine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up</a:t>
            </a:r>
            <a:r>
              <a:rPr lang="hu-HU" sz="1200" kern="1200" dirty="0">
                <a:solidFill>
                  <a:schemeClr val="tx1"/>
                </a:solidFill>
                <a:effectLst/>
                <a:latin typeface="+mn-lt"/>
                <a:ea typeface="+mn-ea"/>
                <a:cs typeface="+mn-cs"/>
              </a:rPr>
              <a:t> an </a:t>
            </a:r>
            <a:r>
              <a:rPr lang="hu-HU" sz="1200" kern="1200" dirty="0" err="1">
                <a:solidFill>
                  <a:schemeClr val="tx1"/>
                </a:solidFill>
                <a:effectLst/>
                <a:latin typeface="+mn-lt"/>
                <a:ea typeface="+mn-ea"/>
                <a:cs typeface="+mn-cs"/>
              </a:rPr>
              <a:t>automated</a:t>
            </a:r>
            <a:r>
              <a:rPr lang="hu-HU" sz="1200" kern="1200" dirty="0">
                <a:solidFill>
                  <a:schemeClr val="tx1"/>
                </a:solidFill>
                <a:effectLst/>
                <a:latin typeface="+mn-lt"/>
                <a:ea typeface="+mn-ea"/>
                <a:cs typeface="+mn-cs"/>
              </a:rPr>
              <a:t> backup </a:t>
            </a:r>
            <a:r>
              <a:rPr lang="hu-HU" sz="1200" kern="1200" dirty="0" err="1">
                <a:solidFill>
                  <a:schemeClr val="tx1"/>
                </a:solidFill>
                <a:effectLst/>
                <a:latin typeface="+mn-lt"/>
                <a:ea typeface="+mn-ea"/>
                <a:cs typeface="+mn-cs"/>
              </a:rPr>
              <a:t>system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regularly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saves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configurations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FTP server.</a:t>
            </a:r>
          </a:p>
        </p:txBody>
      </p:sp>
    </p:spTree>
    <p:extLst>
      <p:ext uri="{BB962C8B-B14F-4D97-AF65-F5344CB8AC3E}">
        <p14:creationId xmlns:p14="http://schemas.microsoft.com/office/powerpoint/2010/main" val="525652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err="1">
                <a:solidFill>
                  <a:schemeClr val="tx1"/>
                </a:solidFill>
                <a:effectLst/>
                <a:latin typeface="+mn-lt"/>
                <a:ea typeface="+mn-ea"/>
                <a:cs typeface="+mn-cs"/>
              </a:rPr>
              <a:t>After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completing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ran</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thorough</a:t>
            </a:r>
            <a:r>
              <a:rPr lang="hu-HU" sz="1200" kern="1200" dirty="0">
                <a:solidFill>
                  <a:schemeClr val="tx1"/>
                </a:solidFill>
                <a:effectLst/>
                <a:latin typeface="+mn-lt"/>
                <a:ea typeface="+mn-ea"/>
                <a:cs typeface="+mn-cs"/>
              </a:rPr>
              <a:t> testing </a:t>
            </a:r>
            <a:r>
              <a:rPr lang="hu-HU" sz="1200" kern="1200" dirty="0" err="1">
                <a:solidFill>
                  <a:schemeClr val="tx1"/>
                </a:solidFill>
                <a:effectLst/>
                <a:latin typeface="+mn-lt"/>
                <a:ea typeface="+mn-ea"/>
                <a:cs typeface="+mn-cs"/>
              </a:rPr>
              <a:t>phase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not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enough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look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correct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paper</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it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needs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verified</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operation</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tested </a:t>
            </a:r>
            <a:r>
              <a:rPr lang="hu-HU" sz="1200" kern="1200" dirty="0" err="1">
                <a:solidFill>
                  <a:schemeClr val="tx1"/>
                </a:solidFill>
                <a:effectLst/>
                <a:latin typeface="+mn-lt"/>
                <a:ea typeface="+mn-ea"/>
                <a:cs typeface="+mn-cs"/>
              </a:rPr>
              <a:t>connectivity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between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different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segments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VLANs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confirmed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VLAN </a:t>
            </a:r>
            <a:r>
              <a:rPr lang="hu-HU" sz="1200" kern="1200" dirty="0" err="1">
                <a:solidFill>
                  <a:schemeClr val="tx1"/>
                </a:solidFill>
                <a:effectLst/>
                <a:latin typeface="+mn-lt"/>
                <a:ea typeface="+mn-ea"/>
                <a:cs typeface="+mn-cs"/>
              </a:rPr>
              <a:t>separation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working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correctly</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tested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deliberately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disconnecting</a:t>
            </a:r>
            <a:r>
              <a:rPr lang="hu-HU" sz="1200" kern="1200" dirty="0">
                <a:solidFill>
                  <a:schemeClr val="tx1"/>
                </a:solidFill>
                <a:effectLst/>
                <a:latin typeface="+mn-lt"/>
                <a:ea typeface="+mn-ea"/>
                <a:cs typeface="+mn-cs"/>
              </a:rPr>
              <a:t> a router and </a:t>
            </a:r>
            <a:r>
              <a:rPr lang="hu-HU" sz="1200" kern="1200" dirty="0" err="1">
                <a:solidFill>
                  <a:schemeClr val="tx1"/>
                </a:solidFill>
                <a:effectLst/>
                <a:latin typeface="+mn-lt"/>
                <a:ea typeface="+mn-ea"/>
                <a:cs typeface="+mn-cs"/>
              </a:rPr>
              <a:t>confirming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automatically</a:t>
            </a:r>
            <a:r>
              <a:rPr lang="hu-HU" sz="1200" kern="1200" dirty="0">
                <a:solidFill>
                  <a:schemeClr val="tx1"/>
                </a:solidFill>
                <a:effectLst/>
                <a:latin typeface="+mn-lt"/>
                <a:ea typeface="+mn-ea"/>
                <a:cs typeface="+mn-cs"/>
              </a:rPr>
              <a:t> re-</a:t>
            </a:r>
            <a:r>
              <a:rPr lang="hu-HU" sz="1200" kern="1200" dirty="0" err="1">
                <a:solidFill>
                  <a:schemeClr val="tx1"/>
                </a:solidFill>
                <a:effectLst/>
                <a:latin typeface="+mn-lt"/>
                <a:ea typeface="+mn-ea"/>
                <a:cs typeface="+mn-cs"/>
              </a:rPr>
              <a:t>routed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an </a:t>
            </a:r>
            <a:r>
              <a:rPr lang="hu-HU" sz="1200" kern="1200" dirty="0" err="1">
                <a:solidFill>
                  <a:schemeClr val="tx1"/>
                </a:solidFill>
                <a:effectLst/>
                <a:latin typeface="+mn-lt"/>
                <a:ea typeface="+mn-ea"/>
                <a:cs typeface="+mn-cs"/>
              </a:rPr>
              <a:t>alternative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path</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verified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rules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checked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four</a:t>
            </a:r>
            <a:r>
              <a:rPr lang="hu-HU" sz="1200" kern="1200" dirty="0">
                <a:solidFill>
                  <a:schemeClr val="tx1"/>
                </a:solidFill>
                <a:effectLst/>
                <a:latin typeface="+mn-lt"/>
                <a:ea typeface="+mn-ea"/>
                <a:cs typeface="+mn-cs"/>
              </a:rPr>
              <a:t> servers </a:t>
            </a:r>
            <a:r>
              <a:rPr lang="hu-HU" sz="1200" kern="1200" dirty="0" err="1">
                <a:solidFill>
                  <a:schemeClr val="tx1"/>
                </a:solidFill>
                <a:effectLst/>
                <a:latin typeface="+mn-lt"/>
                <a:ea typeface="+mn-ea"/>
                <a:cs typeface="+mn-cs"/>
              </a:rPr>
              <a:t>were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reachable</a:t>
            </a:r>
            <a:r>
              <a:rPr lang="hu-HU" sz="1200" kern="1200" dirty="0">
                <a:solidFill>
                  <a:schemeClr val="tx1"/>
                </a:solidFill>
                <a:effectLst/>
                <a:latin typeface="+mn-lt"/>
                <a:ea typeface="+mn-ea"/>
                <a:cs typeface="+mn-cs"/>
              </a:rPr>
              <a:t>: WEB, DHCP, FTP, and DNS.</a:t>
            </a:r>
          </a:p>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screenshots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you</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see</a:t>
            </a:r>
            <a:r>
              <a:rPr lang="hu-HU" sz="1200" kern="1200" dirty="0">
                <a:solidFill>
                  <a:schemeClr val="tx1"/>
                </a:solidFill>
                <a:effectLst/>
                <a:latin typeface="+mn-lt"/>
                <a:ea typeface="+mn-ea"/>
                <a:cs typeface="+mn-cs"/>
              </a:rPr>
              <a:t> here </a:t>
            </a:r>
            <a:r>
              <a:rPr lang="hu-HU" sz="1200" kern="1200" dirty="0" err="1">
                <a:solidFill>
                  <a:schemeClr val="tx1"/>
                </a:solidFill>
                <a:effectLst/>
                <a:latin typeface="+mn-lt"/>
                <a:ea typeface="+mn-ea"/>
                <a:cs typeface="+mn-cs"/>
              </a:rPr>
              <a:t>document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results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these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successful</a:t>
            </a:r>
            <a:r>
              <a:rPr lang="hu-HU" sz="1200" kern="1200" dirty="0">
                <a:solidFill>
                  <a:schemeClr val="tx1"/>
                </a:solidFill>
                <a:effectLst/>
                <a:latin typeface="+mn-lt"/>
                <a:ea typeface="+mn-ea"/>
                <a:cs typeface="+mn-cs"/>
              </a:rPr>
              <a:t> tests.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err="1">
                <a:solidFill>
                  <a:schemeClr val="tx1"/>
                </a:solidFill>
                <a:effectLst/>
                <a:latin typeface="+mn-lt"/>
                <a:ea typeface="+mn-ea"/>
                <a:cs typeface="+mn-cs"/>
              </a:rPr>
              <a:t>Throughout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project,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Git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version </a:t>
            </a:r>
            <a:r>
              <a:rPr lang="hu-HU" sz="1200" kern="1200" dirty="0" err="1">
                <a:solidFill>
                  <a:schemeClr val="tx1"/>
                </a:solidFill>
                <a:effectLst/>
                <a:latin typeface="+mn-lt"/>
                <a:ea typeface="+mn-ea"/>
                <a:cs typeface="+mn-cs"/>
              </a:rPr>
              <a:t>control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allowed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track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every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change</a:t>
            </a:r>
            <a:r>
              <a:rPr lang="hu-HU" sz="1200" kern="1200" dirty="0">
                <a:solidFill>
                  <a:schemeClr val="tx1"/>
                </a:solidFill>
                <a:effectLst/>
                <a:latin typeface="+mn-lt"/>
                <a:ea typeface="+mn-ea"/>
                <a:cs typeface="+mn-cs"/>
              </a:rPr>
              <a:t>, roll back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previous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states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when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needed</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different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tasks</a:t>
            </a:r>
            <a:r>
              <a:rPr lang="hu-HU" sz="1200" kern="1200" dirty="0">
                <a:solidFill>
                  <a:schemeClr val="tx1"/>
                </a:solidFill>
                <a:effectLst/>
                <a:latin typeface="+mn-lt"/>
                <a:ea typeface="+mn-ea"/>
                <a:cs typeface="+mn-cs"/>
              </a:rPr>
              <a:t> in parallel.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committed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every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significant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milestone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entire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development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process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documented</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fully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traceable</a:t>
            </a:r>
            <a:r>
              <a:rPr lang="hu-HU" sz="1200" kern="1200" dirty="0">
                <a:solidFill>
                  <a:schemeClr val="tx1"/>
                </a:solidFill>
                <a:effectLst/>
                <a:latin typeface="+mn-lt"/>
                <a:ea typeface="+mn-ea"/>
                <a:cs typeface="+mn-cs"/>
              </a:rP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tracking</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task</a:t>
            </a:r>
            <a:r>
              <a:rPr lang="hu-HU" sz="1200" kern="1200" dirty="0">
                <a:solidFill>
                  <a:schemeClr val="tx1"/>
                </a:solidFill>
                <a:effectLst/>
                <a:latin typeface="+mn-lt"/>
                <a:ea typeface="+mn-ea"/>
                <a:cs typeface="+mn-cs"/>
              </a:rPr>
              <a:t> management,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Jira</a:t>
            </a:r>
            <a:r>
              <a:rPr lang="hu-HU" sz="1200" kern="1200" dirty="0">
                <a:solidFill>
                  <a:schemeClr val="tx1"/>
                </a:solidFill>
                <a:effectLst/>
                <a:latin typeface="+mn-lt"/>
                <a:ea typeface="+mn-ea"/>
                <a:cs typeface="+mn-cs"/>
              </a:rPr>
              <a:t>.</a:t>
            </a:r>
          </a:p>
          <a:p>
            <a:r>
              <a:rPr lang="hu-HU" sz="1200" kern="1200" dirty="0" err="1">
                <a:solidFill>
                  <a:schemeClr val="tx1"/>
                </a:solidFill>
                <a:effectLst/>
                <a:latin typeface="+mn-lt"/>
                <a:ea typeface="+mn-ea"/>
                <a:cs typeface="+mn-cs"/>
              </a:rPr>
              <a:t>Every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completed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task</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spent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recorded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precisely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makes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our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transparent</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accountable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demonstrates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worked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consistently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throughout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year</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not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just</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final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week</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Jira</a:t>
            </a:r>
            <a:r>
              <a:rPr lang="hu-HU" sz="1200" kern="1200" dirty="0">
                <a:solidFill>
                  <a:schemeClr val="tx1"/>
                </a:solidFill>
                <a:effectLst/>
                <a:latin typeface="+mn-lt"/>
                <a:ea typeface="+mn-ea"/>
                <a:cs typeface="+mn-cs"/>
              </a:rPr>
              <a:t> logs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searchable</a:t>
            </a:r>
            <a:r>
              <a:rPr lang="hu-HU" sz="1200" kern="1200" dirty="0">
                <a:solidFill>
                  <a:schemeClr val="tx1"/>
                </a:solidFill>
                <a:effectLst/>
                <a:latin typeface="+mn-lt"/>
                <a:ea typeface="+mn-ea"/>
                <a:cs typeface="+mn-cs"/>
              </a:rPr>
              <a:t> and show </a:t>
            </a:r>
            <a:r>
              <a:rPr lang="hu-HU" sz="1200" kern="1200" dirty="0" err="1">
                <a:solidFill>
                  <a:schemeClr val="tx1"/>
                </a:solidFill>
                <a:effectLst/>
                <a:latin typeface="+mn-lt"/>
                <a:ea typeface="+mn-ea"/>
                <a:cs typeface="+mn-cs"/>
              </a:rPr>
              <a:t>exactly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what</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when</a:t>
            </a:r>
            <a:r>
              <a:rPr lang="hu-HU" sz="1200" kern="1200" dirty="0">
                <a:solidFill>
                  <a:schemeClr val="tx1"/>
                </a:solidFill>
                <a:effectLst/>
                <a:latin typeface="+mn-lt"/>
                <a:ea typeface="+mn-ea"/>
                <a:cs typeface="+mn-cs"/>
              </a:rP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Jegyzetek helye 2"/>
          <p:cNvSpPr>
            <a:spLocks noGrp="1"/>
          </p:cNvSpPr>
          <p:nvPr>
            <p:ph type="body" idx="1"/>
          </p:nvPr>
        </p:nvSpPr>
        <p:spPr>
          <a:xfrm>
            <a:off x="685800" y="4400550"/>
            <a:ext cx="5486400" cy="3600450"/>
          </a:xfrm>
          <a:prstGeom prst="rect">
            <a:avLst/>
          </a:prstGeom>
        </p:spPr>
        <p:txBody>
          <a:bodyPr/>
          <a:lstStyle/>
          <a:p>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chart</a:t>
            </a:r>
            <a:r>
              <a:rPr lang="hu-HU" sz="1200" kern="1200" dirty="0">
                <a:solidFill>
                  <a:schemeClr val="tx1"/>
                </a:solidFill>
                <a:effectLst/>
                <a:latin typeface="+mn-lt"/>
                <a:ea typeface="+mn-ea"/>
                <a:cs typeface="+mn-cs"/>
              </a:rPr>
              <a:t> shows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distribution</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between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two</a:t>
            </a:r>
            <a:r>
              <a:rPr lang="hu-HU" sz="1200" kern="1200" dirty="0">
                <a:solidFill>
                  <a:schemeClr val="tx1"/>
                </a:solidFill>
                <a:effectLst/>
                <a:latin typeface="+mn-lt"/>
                <a:ea typeface="+mn-ea"/>
                <a:cs typeface="+mn-cs"/>
              </a:rPr>
              <a:t> team </a:t>
            </a:r>
            <a:r>
              <a:rPr lang="hu-HU" sz="1200" kern="1200" dirty="0" err="1">
                <a:solidFill>
                  <a:schemeClr val="tx1"/>
                </a:solidFill>
                <a:effectLst/>
                <a:latin typeface="+mn-lt"/>
                <a:ea typeface="+mn-ea"/>
                <a:cs typeface="+mn-cs"/>
              </a:rPr>
              <a:t>members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aimed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balanced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division</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responsibilities</a:t>
            </a:r>
            <a:r>
              <a:rPr lang="hu-HU" sz="1200" kern="1200" dirty="0">
                <a:solidFill>
                  <a:schemeClr val="tx1"/>
                </a:solidFill>
                <a:effectLst/>
                <a:latin typeface="+mn-lt"/>
                <a:ea typeface="+mn-ea"/>
                <a:cs typeface="+mn-cs"/>
              </a:rPr>
              <a:t> –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design, </a:t>
            </a:r>
            <a:r>
              <a:rPr lang="hu-HU" sz="1200" kern="1200" dirty="0" err="1">
                <a:solidFill>
                  <a:schemeClr val="tx1"/>
                </a:solidFill>
                <a:effectLst/>
                <a:latin typeface="+mn-lt"/>
                <a:ea typeface="+mn-ea"/>
                <a:cs typeface="+mn-cs"/>
              </a:rPr>
              <a:t>configuration</a:t>
            </a:r>
            <a:r>
              <a:rPr lang="hu-HU" sz="1200" kern="1200" dirty="0">
                <a:solidFill>
                  <a:schemeClr val="tx1"/>
                </a:solidFill>
                <a:effectLst/>
                <a:latin typeface="+mn-lt"/>
                <a:ea typeface="+mn-ea"/>
                <a:cs typeface="+mn-cs"/>
              </a:rPr>
              <a:t>, testing, and </a:t>
            </a:r>
            <a:r>
              <a:rPr lang="hu-HU" sz="1200" kern="1200" dirty="0" err="1">
                <a:solidFill>
                  <a:schemeClr val="tx1"/>
                </a:solidFill>
                <a:effectLst/>
                <a:latin typeface="+mn-lt"/>
                <a:ea typeface="+mn-ea"/>
                <a:cs typeface="+mn-cs"/>
              </a:rPr>
              <a:t>documentation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carried</a:t>
            </a:r>
            <a:r>
              <a:rPr lang="hu-HU" sz="1200" kern="1200" dirty="0">
                <a:solidFill>
                  <a:schemeClr val="tx1"/>
                </a:solidFill>
                <a:effectLst/>
                <a:latin typeface="+mn-lt"/>
                <a:ea typeface="+mn-ea"/>
                <a:cs typeface="+mn-cs"/>
              </a:rPr>
              <a:t> out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participation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both</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us</a:t>
            </a:r>
            <a:r>
              <a:rPr lang="hu-HU" sz="1200" kern="1200" dirty="0">
                <a:solidFill>
                  <a:schemeClr val="tx1"/>
                </a:solidFill>
                <a:effectLst/>
                <a:latin typeface="+mn-lt"/>
                <a:ea typeface="+mn-ea"/>
                <a:cs typeface="+mn-cs"/>
              </a:rPr>
              <a:t>.</a:t>
            </a:r>
          </a:p>
        </p:txBody>
      </p:sp>
    </p:spTree>
    <p:extLst>
      <p:ext uri="{BB962C8B-B14F-4D97-AF65-F5344CB8AC3E}">
        <p14:creationId xmlns:p14="http://schemas.microsoft.com/office/powerpoint/2010/main" val="2279545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current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stable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functional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have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identified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several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directions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future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development</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first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future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plan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would</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build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layer</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adding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critical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points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Spanning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Tree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avoid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loops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while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enabling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automatic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paths</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The </a:t>
            </a:r>
            <a:r>
              <a:rPr lang="hu-HU" sz="1200" kern="1200" dirty="0" err="1">
                <a:solidFill>
                  <a:schemeClr val="tx1"/>
                </a:solidFill>
                <a:effectLst/>
                <a:latin typeface="+mn-lt"/>
                <a:ea typeface="+mn-ea"/>
                <a:cs typeface="+mn-cs"/>
              </a:rPr>
              <a:t>second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plan</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development</a:t>
            </a:r>
            <a:r>
              <a:rPr lang="hu-HU" sz="1200" kern="1200" dirty="0">
                <a:solidFill>
                  <a:schemeClr val="tx1"/>
                </a:solidFill>
                <a:effectLst/>
                <a:latin typeface="+mn-lt"/>
                <a:ea typeface="+mn-ea"/>
                <a:cs typeface="+mn-cs"/>
              </a:rPr>
              <a:t>: more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acl</a:t>
            </a:r>
            <a:r>
              <a:rPr lang="hu-HU" sz="1200" kern="1200" dirty="0">
                <a:solidFill>
                  <a:schemeClr val="tx1"/>
                </a:solidFill>
                <a:effectLst/>
                <a:latin typeface="+mn-lt"/>
                <a:ea typeface="+mn-ea"/>
                <a:cs typeface="+mn-cs"/>
              </a:rPr>
              <a:t> and more </a:t>
            </a:r>
            <a:r>
              <a:rPr lang="hu-HU" sz="1200" kern="1200" dirty="0" err="1">
                <a:solidFill>
                  <a:schemeClr val="tx1"/>
                </a:solidFill>
                <a:effectLst/>
                <a:latin typeface="+mn-lt"/>
                <a:ea typeface="+mn-ea"/>
                <a:cs typeface="+mn-cs"/>
              </a:rPr>
              <a:t>vlans</a:t>
            </a:r>
            <a:r>
              <a:rPr lang="hu-HU" sz="1200" kern="1200" dirty="0">
                <a:solidFill>
                  <a:schemeClr val="tx1"/>
                </a:solidFill>
                <a:effectLst/>
                <a:latin typeface="+mn-lt"/>
                <a:ea typeface="+mn-ea"/>
                <a:cs typeface="+mn-cs"/>
              </a:rPr>
              <a:t>.</a:t>
            </a:r>
          </a:p>
          <a:p>
            <a:r>
              <a:rPr lang="hu-HU" sz="1200" kern="1200" dirty="0">
                <a:solidFill>
                  <a:schemeClr val="tx1"/>
                </a:solidFill>
                <a:effectLst/>
                <a:latin typeface="+mn-lt"/>
                <a:ea typeface="+mn-ea"/>
                <a:cs typeface="+mn-cs"/>
              </a:rPr>
              <a:t>And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last </a:t>
            </a:r>
            <a:r>
              <a:rPr lang="hu-HU" sz="1200" kern="1200" dirty="0" err="1">
                <a:solidFill>
                  <a:schemeClr val="tx1"/>
                </a:solidFill>
                <a:effectLst/>
                <a:latin typeface="+mn-lt"/>
                <a:ea typeface="+mn-ea"/>
                <a:cs typeface="+mn-cs"/>
              </a:rPr>
              <a:t>one</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expansion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means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future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create</a:t>
            </a:r>
            <a:r>
              <a:rPr lang="hu-HU" sz="1200" kern="1200" dirty="0">
                <a:solidFill>
                  <a:schemeClr val="tx1"/>
                </a:solidFill>
                <a:effectLst/>
                <a:latin typeface="+mn-lt"/>
                <a:ea typeface="+mn-ea"/>
                <a:cs typeface="+mn-cs"/>
              </a:rPr>
              <a:t> more </a:t>
            </a:r>
            <a:r>
              <a:rPr lang="hu-HU" sz="1200" kern="1200" dirty="0" err="1">
                <a:solidFill>
                  <a:schemeClr val="tx1"/>
                </a:solidFill>
                <a:effectLst/>
                <a:latin typeface="+mn-lt"/>
                <a:ea typeface="+mn-ea"/>
                <a:cs typeface="+mn-cs"/>
              </a:rPr>
              <a:t>offices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inside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bank and </a:t>
            </a:r>
            <a:r>
              <a:rPr lang="hu-HU" sz="1200" kern="1200" dirty="0" err="1">
                <a:solidFill>
                  <a:schemeClr val="tx1"/>
                </a:solidFill>
                <a:effectLst/>
                <a:latin typeface="+mn-lt"/>
                <a:ea typeface="+mn-ea"/>
                <a:cs typeface="+mn-cs"/>
              </a:rPr>
              <a:t>expand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more </a:t>
            </a:r>
            <a:r>
              <a:rPr lang="hu-HU" sz="1200" kern="1200" dirty="0" err="1">
                <a:solidFill>
                  <a:schemeClr val="tx1"/>
                </a:solidFill>
                <a:effectLst/>
                <a:latin typeface="+mn-lt"/>
                <a:ea typeface="+mn-ea"/>
                <a:cs typeface="+mn-cs"/>
              </a:rPr>
              <a:t>cities</a:t>
            </a:r>
            <a:r>
              <a:rPr lang="hu-HU" sz="1200" kern="1200" dirty="0">
                <a:solidFill>
                  <a:schemeClr val="tx1"/>
                </a:solidFill>
                <a:effectLst/>
                <a:latin typeface="+mn-lt"/>
                <a:ea typeface="+mn-ea"/>
                <a:cs typeface="+mn-cs"/>
              </a:rP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concludes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our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presentation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Thank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you</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your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attention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If</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you</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have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any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questions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about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architecture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details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our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implementation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would</a:t>
            </a:r>
            <a:r>
              <a:rPr lang="hu-HU" sz="1200" kern="1200" dirty="0">
                <a:solidFill>
                  <a:schemeClr val="tx1"/>
                </a:solidFill>
                <a:effectLst/>
                <a:latin typeface="+mn-lt"/>
                <a:ea typeface="+mn-ea"/>
                <a:cs typeface="+mn-cs"/>
              </a:rPr>
              <a:t> be happy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answer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them</a:t>
            </a:r>
            <a:r>
              <a:rPr lang="hu-HU" sz="1200" kern="1200" dirty="0">
                <a:solidFill>
                  <a:schemeClr val="tx1"/>
                </a:solidFill>
                <a:effectLst/>
                <a:latin typeface="+mn-lt"/>
                <a:ea typeface="+mn-ea"/>
                <a:cs typeface="+mn-cs"/>
              </a:rP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hu-HU"/>
              <a:t>Mintacím szerkesztése</a:t>
            </a:r>
            <a:endParaRPr lang="en-US"/>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334616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7"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1414822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hu-HU"/>
              <a:t>Mintacím szerkesztése</a:t>
            </a:r>
            <a:endParaRPr lang="en-US"/>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670999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5" name="Date Placeholder 4"/>
          <p:cNvSpPr>
            <a:spLocks noGrp="1"/>
          </p:cNvSpPr>
          <p:nvPr>
            <p:ph type="dt" sz="half" idx="10"/>
          </p:nvPr>
        </p:nvSpPr>
        <p:spPr/>
        <p:txBody>
          <a:bodyPr/>
          <a:lstStyle/>
          <a:p>
            <a:fld id="{64E71317-EACD-4ACE-B971-84E39F8DD59C}" type="datetimeFigureOut">
              <a:rPr lang="hu-HU" smtClean="0"/>
              <a:t>2026. 04. 23.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501070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a:t>Mintacím szerkesztése</a:t>
            </a:r>
            <a:endParaRPr lang="en-US"/>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7" name="Date Placeholder 6"/>
          <p:cNvSpPr>
            <a:spLocks noGrp="1"/>
          </p:cNvSpPr>
          <p:nvPr>
            <p:ph type="dt" sz="half" idx="10"/>
          </p:nvPr>
        </p:nvSpPr>
        <p:spPr/>
        <p:txBody>
          <a:bodyPr/>
          <a:lstStyle/>
          <a:p>
            <a:fld id="{64E71317-EACD-4ACE-B971-84E39F8DD59C}" type="datetimeFigureOut">
              <a:rPr lang="hu-HU" smtClean="0"/>
              <a:t>2026. 04. 23.</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654591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7" name="Date Placeholder 2"/>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3"/>
          <p:cNvSpPr>
            <a:spLocks noGrp="1"/>
          </p:cNvSpPr>
          <p:nvPr>
            <p:ph type="ftr" sz="quarter" idx="11"/>
          </p:nvPr>
        </p:nvSpPr>
        <p:spPr/>
        <p:txBody>
          <a:bodyPr/>
          <a:lstStyle/>
          <a:p>
            <a:endParaRPr lang="hu-HU"/>
          </a:p>
        </p:txBody>
      </p:sp>
      <p:sp>
        <p:nvSpPr>
          <p:cNvPr id="6" name="Slide Number Placeholder 4"/>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479058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2"/>
          <p:cNvSpPr>
            <a:spLocks noGrp="1"/>
          </p:cNvSpPr>
          <p:nvPr>
            <p:ph type="ftr" sz="quarter" idx="11"/>
          </p:nvPr>
        </p:nvSpPr>
        <p:spPr/>
        <p:txBody>
          <a:bodyPr/>
          <a:lstStyle/>
          <a:p>
            <a:endParaRPr lang="hu-HU"/>
          </a:p>
        </p:txBody>
      </p:sp>
      <p:sp>
        <p:nvSpPr>
          <p:cNvPr id="6" name="Slide Number Placeholder 3"/>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1123928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hu-HU"/>
              <a:t>Mintacím szerkesztése</a:t>
            </a:r>
            <a:endParaRPr lang="en-US"/>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7" name="Date Placeholder 4"/>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5"/>
          <p:cNvSpPr>
            <a:spLocks noGrp="1"/>
          </p:cNvSpPr>
          <p:nvPr>
            <p:ph type="ftr" sz="quarter" idx="11"/>
          </p:nvPr>
        </p:nvSpPr>
        <p:spPr/>
        <p:txBody>
          <a:bodyPr/>
          <a:lstStyle/>
          <a:p>
            <a:endParaRPr lang="hu-HU"/>
          </a:p>
        </p:txBody>
      </p:sp>
      <p:sp>
        <p:nvSpPr>
          <p:cNvPr id="6"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275788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hu-HU"/>
              <a:t>Mintacím szerkesztése</a:t>
            </a:r>
            <a:endParaRPr lang="en-US"/>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64E71317-EACD-4ACE-B971-84E39F8DD59C}" type="datetimeFigureOut">
              <a:rPr lang="hu-HU" smtClean="0"/>
              <a:t>2026. 04. 23.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182125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hu-HU"/>
              <a:t>Mintacím szerkesztése</a:t>
            </a:r>
            <a:endParaRPr lang="en-US"/>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64E71317-EACD-4ACE-B971-84E39F8DD59C}" type="datetimeFigureOut">
              <a:rPr lang="hu-HU" smtClean="0"/>
              <a:t>2026. 04. 23.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293154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hu-HU"/>
              <a:t>Mintacím szerkesztése</a:t>
            </a:r>
            <a:endParaRPr lang="en-US"/>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944274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hu-HU"/>
              <a:t>Mintacím szerkesztése</a:t>
            </a:r>
            <a:endParaRPr lang="en-US"/>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hu-HU"/>
              <a:t>Mintaszöveg szerkesztése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607254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hu-HU"/>
              <a:t>Mintacím szerkesztése</a:t>
            </a:r>
            <a:endParaRPr lang="en-US"/>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895383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1805212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hu-HU"/>
              <a:t>Mintacím szerkesztése</a:t>
            </a:r>
            <a:endParaRPr lang="en-US"/>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4"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2425413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Vertical Text Placeholder 2"/>
          <p:cNvSpPr>
            <a:spLocks noGrp="1"/>
          </p:cNvSpPr>
          <p:nvPr>
            <p:ph type="body" orient="vert" idx="1"/>
          </p:nvPr>
        </p:nvSpPr>
        <p:spPr/>
        <p:txBody>
          <a:bodyPr vert="eaVert" anchor="t" anchorCtr="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4191882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hu-HU"/>
              <a:t>Mintacím szerkesztése</a:t>
            </a:r>
            <a:endParaRPr lang="en-US"/>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64E71317-EACD-4ACE-B971-84E39F8DD59C}" type="datetimeFigureOut">
              <a:rPr lang="hu-HU" smtClean="0"/>
              <a:t>2026. 04. 23.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585D7A83-7D43-4854-AAB8-4C89A6DFEA32}" type="slidenum">
              <a:rPr lang="hu-HU" smtClean="0"/>
              <a:t>‹#›</a:t>
            </a:fld>
            <a:endParaRPr lang="hu-HU"/>
          </a:p>
        </p:txBody>
      </p:sp>
    </p:spTree>
    <p:extLst>
      <p:ext uri="{BB962C8B-B14F-4D97-AF65-F5344CB8AC3E}">
        <p14:creationId xmlns:p14="http://schemas.microsoft.com/office/powerpoint/2010/main" val="3676859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hu-HU"/>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hu-HU"/>
              <a:t>Mintacím szerkesztése</a:t>
            </a:r>
            <a:endParaRPr lang="en-US"/>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4E71317-EACD-4ACE-B971-84E39F8DD59C}" type="datetimeFigureOut">
              <a:rPr lang="hu-HU" smtClean="0"/>
              <a:t>2026. 04. 23.</a:t>
            </a:fld>
            <a:endParaRPr lang="hu-HU"/>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hu-H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85D7A83-7D43-4854-AAB8-4C89A6DFEA32}" type="slidenum">
              <a:rPr lang="hu-HU" smtClean="0"/>
              <a:t>‹#›</a:t>
            </a:fld>
            <a:endParaRPr lang="hu-HU"/>
          </a:p>
        </p:txBody>
      </p:sp>
    </p:spTree>
    <p:extLst>
      <p:ext uri="{BB962C8B-B14F-4D97-AF65-F5344CB8AC3E}">
        <p14:creationId xmlns:p14="http://schemas.microsoft.com/office/powerpoint/2010/main" val="22140152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9FEF9A-9073-4D0C-AE3F-4B05B7C78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9A868E46-760C-4803-96E3-94D7FF55D3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hu-HU"/>
          </a:p>
        </p:txBody>
      </p:sp>
      <p:sp>
        <p:nvSpPr>
          <p:cNvPr id="3" name="Alcím 2">
            <a:extLst>
              <a:ext uri="{FF2B5EF4-FFF2-40B4-BE49-F238E27FC236}">
                <a16:creationId xmlns:a16="http://schemas.microsoft.com/office/drawing/2014/main" id="{F0FC7F3D-D4B1-CD9B-5373-5C3F3FB25FB0}"/>
              </a:ext>
            </a:extLst>
          </p:cNvPr>
          <p:cNvSpPr>
            <a:spLocks noGrp="1"/>
          </p:cNvSpPr>
          <p:nvPr>
            <p:ph type="subTitle" idx="1"/>
          </p:nvPr>
        </p:nvSpPr>
        <p:spPr>
          <a:xfrm>
            <a:off x="1154955" y="1333500"/>
            <a:ext cx="2914380" cy="4191000"/>
          </a:xfrm>
        </p:spPr>
        <p:txBody>
          <a:bodyPr anchor="ctr">
            <a:normAutofit/>
          </a:bodyPr>
          <a:lstStyle/>
          <a:p>
            <a:pPr algn="r"/>
            <a:r>
              <a:rPr lang="hu-HU">
                <a:solidFill>
                  <a:schemeClr val="tx1"/>
                </a:solidFill>
                <a:latin typeface="Times New Roman"/>
                <a:cs typeface="Times New Roman"/>
              </a:rPr>
              <a:t>Created by SysTeam (Bánkuti Bálint, Szőke Kristóf)</a:t>
            </a:r>
          </a:p>
        </p:txBody>
      </p:sp>
      <p:cxnSp>
        <p:nvCxnSpPr>
          <p:cNvPr id="12" name="Straight Connector 11">
            <a:extLst>
              <a:ext uri="{FF2B5EF4-FFF2-40B4-BE49-F238E27FC236}">
                <a16:creationId xmlns:a16="http://schemas.microsoft.com/office/drawing/2014/main" id="{C632DB3C-29C8-435B-832E-2A00033193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61021" y="1828800"/>
            <a:ext cx="0" cy="3200400"/>
          </a:xfrm>
          <a:prstGeom prst="line">
            <a:avLst/>
          </a:prstGeom>
          <a:ln w="19050" cap="sq">
            <a:solidFill>
              <a:schemeClr val="bg2">
                <a:lumMod val="60000"/>
                <a:lumOff val="40000"/>
              </a:schemeClr>
            </a:solidFill>
            <a:miter lim="800000"/>
          </a:ln>
        </p:spPr>
        <p:style>
          <a:lnRef idx="1">
            <a:schemeClr val="accent1"/>
          </a:lnRef>
          <a:fillRef idx="0">
            <a:schemeClr val="accent1"/>
          </a:fillRef>
          <a:effectRef idx="0">
            <a:schemeClr val="accent1"/>
          </a:effectRef>
          <a:fontRef idx="minor">
            <a:schemeClr val="tx1"/>
          </a:fontRef>
        </p:style>
      </p:cxnSp>
      <p:sp>
        <p:nvSpPr>
          <p:cNvPr id="2" name="Cím 1">
            <a:extLst>
              <a:ext uri="{FF2B5EF4-FFF2-40B4-BE49-F238E27FC236}">
                <a16:creationId xmlns:a16="http://schemas.microsoft.com/office/drawing/2014/main" id="{B9B4FEFC-29E5-B25D-7844-912A79EB9E28}"/>
              </a:ext>
            </a:extLst>
          </p:cNvPr>
          <p:cNvSpPr>
            <a:spLocks noGrp="1"/>
          </p:cNvSpPr>
          <p:nvPr>
            <p:ph type="ctrTitle"/>
          </p:nvPr>
        </p:nvSpPr>
        <p:spPr>
          <a:xfrm>
            <a:off x="4652707" y="1333500"/>
            <a:ext cx="6240580" cy="4191000"/>
          </a:xfrm>
        </p:spPr>
        <p:txBody>
          <a:bodyPr anchor="ctr">
            <a:normAutofit/>
          </a:bodyPr>
          <a:lstStyle/>
          <a:p>
            <a:r>
              <a:rPr lang="hu-HU" b="1" err="1">
                <a:latin typeface="Times New Roman" panose="02020603050405020304" pitchFamily="18" charset="0"/>
                <a:cs typeface="Times New Roman" panose="02020603050405020304" pitchFamily="18" charset="0"/>
              </a:rPr>
              <a:t>Kovta</a:t>
            </a:r>
            <a:r>
              <a:rPr lang="hu-HU" b="1">
                <a:latin typeface="Times New Roman" panose="02020603050405020304" pitchFamily="18" charset="0"/>
                <a:cs typeface="Times New Roman" panose="02020603050405020304" pitchFamily="18" charset="0"/>
              </a:rPr>
              <a:t> Nyrt.</a:t>
            </a:r>
          </a:p>
        </p:txBody>
      </p:sp>
    </p:spTree>
    <p:extLst>
      <p:ext uri="{BB962C8B-B14F-4D97-AF65-F5344CB8AC3E}">
        <p14:creationId xmlns:p14="http://schemas.microsoft.com/office/powerpoint/2010/main" val="2217155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20C2181-6C81-4346-8AF5-27A924D080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hu-HU"/>
          </a:p>
        </p:txBody>
      </p:sp>
      <p:sp>
        <p:nvSpPr>
          <p:cNvPr id="2" name="Cím 1">
            <a:extLst>
              <a:ext uri="{FF2B5EF4-FFF2-40B4-BE49-F238E27FC236}">
                <a16:creationId xmlns:a16="http://schemas.microsoft.com/office/drawing/2014/main" id="{ECAAB136-F220-5D11-D9E1-D851A348CF13}"/>
              </a:ext>
            </a:extLst>
          </p:cNvPr>
          <p:cNvSpPr>
            <a:spLocks noGrp="1"/>
          </p:cNvSpPr>
          <p:nvPr>
            <p:ph type="title"/>
          </p:nvPr>
        </p:nvSpPr>
        <p:spPr>
          <a:xfrm>
            <a:off x="806195" y="804672"/>
            <a:ext cx="3521359" cy="5248656"/>
          </a:xfrm>
        </p:spPr>
        <p:txBody>
          <a:bodyPr anchor="ctr">
            <a:normAutofit/>
          </a:bodyPr>
          <a:lstStyle/>
          <a:p>
            <a:pPr algn="ctr"/>
            <a:r>
              <a:rPr lang="hu-HU" b="1" dirty="0" err="1">
                <a:latin typeface="Times New Roman" panose="02020603050405020304" pitchFamily="18" charset="0"/>
                <a:cs typeface="Times New Roman" panose="02020603050405020304" pitchFamily="18" charset="0"/>
              </a:rPr>
              <a:t>Company</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history</a:t>
            </a:r>
            <a:endParaRPr lang="hu-HU" b="1" dirty="0">
              <a:latin typeface="Times New Roman" panose="02020603050405020304" pitchFamily="18" charset="0"/>
              <a:cs typeface="Times New Roman" panose="02020603050405020304" pitchFamily="18" charset="0"/>
            </a:endParaRPr>
          </a:p>
        </p:txBody>
      </p:sp>
      <p:sp>
        <p:nvSpPr>
          <p:cNvPr id="3" name="Tartalom helye 2">
            <a:extLst>
              <a:ext uri="{FF2B5EF4-FFF2-40B4-BE49-F238E27FC236}">
                <a16:creationId xmlns:a16="http://schemas.microsoft.com/office/drawing/2014/main" id="{1144816E-DE1F-33F8-C2A0-AA12AFDCC993}"/>
              </a:ext>
            </a:extLst>
          </p:cNvPr>
          <p:cNvSpPr>
            <a:spLocks noGrp="1"/>
          </p:cNvSpPr>
          <p:nvPr>
            <p:ph idx="1"/>
          </p:nvPr>
        </p:nvSpPr>
        <p:spPr>
          <a:xfrm>
            <a:off x="4975861" y="804671"/>
            <a:ext cx="6399930" cy="5248657"/>
          </a:xfrm>
        </p:spPr>
        <p:txBody>
          <a:bodyPr anchor="ctr">
            <a:normAutofit/>
          </a:bodyPr>
          <a:lstStyle/>
          <a:p>
            <a:r>
              <a:rPr lang="en-US" dirty="0" err="1">
                <a:latin typeface="Times New Roman" panose="02020603050405020304" pitchFamily="18" charset="0"/>
                <a:cs typeface="Times New Roman" panose="02020603050405020304" pitchFamily="18" charset="0"/>
              </a:rPr>
              <a:t>Kovta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Nyrt</a:t>
            </a:r>
            <a:r>
              <a:rPr lang="en-US" dirty="0">
                <a:latin typeface="Times New Roman" panose="02020603050405020304" pitchFamily="18" charset="0"/>
                <a:cs typeface="Times New Roman" panose="02020603050405020304" pitchFamily="18" charset="0"/>
              </a:rPr>
              <a:t>. is a newly launched bank. The entire bank network was designed for the company to start at the beginning and not expand, meaning everything is located in one building. The network is secure, transparent, and includes all basic protocols that are needed.</a:t>
            </a:r>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858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9F78A9B4-B6C4-B143-A5DB-78EB841F2883}"/>
              </a:ext>
            </a:extLst>
          </p:cNvPr>
          <p:cNvSpPr>
            <a:spLocks noGrp="1"/>
          </p:cNvSpPr>
          <p:nvPr>
            <p:ph type="title"/>
          </p:nvPr>
        </p:nvSpPr>
        <p:spPr>
          <a:xfrm>
            <a:off x="648930" y="865181"/>
            <a:ext cx="4166510" cy="742334"/>
          </a:xfrm>
        </p:spPr>
        <p:txBody>
          <a:bodyPr>
            <a:normAutofit/>
          </a:bodyPr>
          <a:lstStyle/>
          <a:p>
            <a:r>
              <a:rPr lang="hu-HU" b="1" dirty="0" err="1">
                <a:solidFill>
                  <a:srgbClr val="EBEBEB"/>
                </a:solidFill>
                <a:latin typeface="Times New Roman" panose="02020603050405020304" pitchFamily="18" charset="0"/>
                <a:cs typeface="Times New Roman" panose="02020603050405020304" pitchFamily="18" charset="0"/>
              </a:rPr>
              <a:t>Offices</a:t>
            </a:r>
            <a:endParaRPr lang="hu-HU" b="1" dirty="0">
              <a:solidFill>
                <a:srgbClr val="EBEBEB"/>
              </a:solidFill>
              <a:latin typeface="Times New Roman" panose="02020603050405020304" pitchFamily="18" charset="0"/>
              <a:cs typeface="Times New Roman" panose="02020603050405020304" pitchFamily="18" charset="0"/>
            </a:endParaRPr>
          </a:p>
        </p:txBody>
      </p:sp>
      <p:sp>
        <p:nvSpPr>
          <p:cNvPr id="13"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5" name="Freeform: Shape 14">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sp>
        <p:nvSpPr>
          <p:cNvPr id="17" name="Rectangle 16">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3" name="Tartalom helye 2">
            <a:extLst>
              <a:ext uri="{FF2B5EF4-FFF2-40B4-BE49-F238E27FC236}">
                <a16:creationId xmlns:a16="http://schemas.microsoft.com/office/drawing/2014/main" id="{34FEA64F-B223-BAC5-DCDB-9F6AC357FB2B}"/>
              </a:ext>
            </a:extLst>
          </p:cNvPr>
          <p:cNvSpPr>
            <a:spLocks noGrp="1"/>
          </p:cNvSpPr>
          <p:nvPr>
            <p:ph idx="1"/>
          </p:nvPr>
        </p:nvSpPr>
        <p:spPr>
          <a:xfrm>
            <a:off x="734641" y="2168797"/>
            <a:ext cx="3995089" cy="3081688"/>
          </a:xfrm>
        </p:spPr>
        <p:txBody>
          <a:bodyPr>
            <a:normAutofit lnSpcReduction="10000"/>
          </a:bodyPr>
          <a:lstStyle/>
          <a:p>
            <a:r>
              <a:rPr lang="hu-HU" dirty="0" err="1">
                <a:solidFill>
                  <a:srgbClr val="EBEBEB"/>
                </a:solidFill>
                <a:latin typeface="Times New Roman" panose="02020603050405020304" pitchFamily="18" charset="0"/>
                <a:cs typeface="Times New Roman" panose="02020603050405020304" pitchFamily="18" charset="0"/>
              </a:rPr>
              <a:t>Offices</a:t>
            </a:r>
            <a:r>
              <a:rPr lang="hu-HU" dirty="0">
                <a:solidFill>
                  <a:srgbClr val="EBEBEB"/>
                </a:solidFill>
                <a:latin typeface="Times New Roman" panose="02020603050405020304" pitchFamily="18" charset="0"/>
                <a:cs typeface="Times New Roman" panose="02020603050405020304" pitchFamily="18" charset="0"/>
              </a:rPr>
              <a:t>:</a:t>
            </a:r>
          </a:p>
          <a:p>
            <a:pPr lvl="1"/>
            <a:r>
              <a:rPr lang="en-US" dirty="0">
                <a:solidFill>
                  <a:srgbClr val="EBEBEB"/>
                </a:solidFill>
                <a:latin typeface="Times New Roman" panose="02020603050405020304" pitchFamily="18" charset="0"/>
                <a:cs typeface="Times New Roman" panose="02020603050405020304" pitchFamily="18" charset="0"/>
              </a:rPr>
              <a:t>Secretaries (Top Right)</a:t>
            </a:r>
          </a:p>
          <a:p>
            <a:pPr lvl="1"/>
            <a:r>
              <a:rPr lang="en-US" dirty="0">
                <a:solidFill>
                  <a:srgbClr val="EBEBEB"/>
                </a:solidFill>
                <a:latin typeface="Times New Roman" panose="02020603050405020304" pitchFamily="18" charset="0"/>
                <a:cs typeface="Times New Roman" panose="02020603050405020304" pitchFamily="18" charset="0"/>
              </a:rPr>
              <a:t>Manager (Green)</a:t>
            </a:r>
          </a:p>
          <a:p>
            <a:pPr lvl="1"/>
            <a:r>
              <a:rPr lang="en-US" dirty="0">
                <a:solidFill>
                  <a:srgbClr val="EBEBEB"/>
                </a:solidFill>
                <a:latin typeface="Times New Roman" panose="02020603050405020304" pitchFamily="18" charset="0"/>
                <a:cs typeface="Times New Roman" panose="02020603050405020304" pitchFamily="18" charset="0"/>
              </a:rPr>
              <a:t>System Administrator (Orange)</a:t>
            </a:r>
          </a:p>
          <a:p>
            <a:pPr lvl="1"/>
            <a:r>
              <a:rPr lang="en-US" dirty="0">
                <a:solidFill>
                  <a:srgbClr val="EBEBEB"/>
                </a:solidFill>
                <a:latin typeface="Times New Roman" panose="02020603050405020304" pitchFamily="18" charset="0"/>
                <a:cs typeface="Times New Roman" panose="02020603050405020304" pitchFamily="18" charset="0"/>
              </a:rPr>
              <a:t>Bank Employees (Bottom)</a:t>
            </a:r>
          </a:p>
          <a:p>
            <a:pPr lvl="1"/>
            <a:r>
              <a:rPr lang="en-US" dirty="0">
                <a:solidFill>
                  <a:srgbClr val="EBEBEB"/>
                </a:solidFill>
                <a:latin typeface="Times New Roman" panose="02020603050405020304" pitchFamily="18" charset="0"/>
                <a:cs typeface="Times New Roman" panose="02020603050405020304" pitchFamily="18" charset="0"/>
              </a:rPr>
              <a:t>Server Room (Blue)</a:t>
            </a:r>
            <a:endParaRPr lang="hu-HU" dirty="0">
              <a:solidFill>
                <a:srgbClr val="EBEBEB"/>
              </a:solidFill>
              <a:latin typeface="Times New Roman" panose="02020603050405020304" pitchFamily="18" charset="0"/>
              <a:cs typeface="Times New Roman" panose="02020603050405020304" pitchFamily="18" charset="0"/>
            </a:endParaRPr>
          </a:p>
          <a:p>
            <a:pPr lvl="1"/>
            <a:r>
              <a:rPr lang="hu-HU" dirty="0">
                <a:solidFill>
                  <a:srgbClr val="EBEBEB"/>
                </a:solidFill>
                <a:latin typeface="Times New Roman" panose="02020603050405020304" pitchFamily="18" charset="0"/>
                <a:cs typeface="Times New Roman" panose="02020603050405020304" pitchFamily="18" charset="0"/>
              </a:rPr>
              <a:t>IT sector (Pink)</a:t>
            </a:r>
            <a:endParaRPr lang="en-US" dirty="0">
              <a:solidFill>
                <a:srgbClr val="EBEBEB"/>
              </a:solidFill>
              <a:latin typeface="Times New Roman" panose="02020603050405020304" pitchFamily="18" charset="0"/>
              <a:cs typeface="Times New Roman" panose="02020603050405020304" pitchFamily="18" charset="0"/>
            </a:endParaRPr>
          </a:p>
          <a:p>
            <a:pPr lvl="1"/>
            <a:r>
              <a:rPr lang="en-US" dirty="0">
                <a:solidFill>
                  <a:srgbClr val="EBEBEB"/>
                </a:solidFill>
                <a:latin typeface="Times New Roman" panose="02020603050405020304" pitchFamily="18" charset="0"/>
                <a:cs typeface="Times New Roman" panose="02020603050405020304" pitchFamily="18" charset="0"/>
              </a:rPr>
              <a:t>Common Area (Red)</a:t>
            </a:r>
            <a:endParaRPr lang="hu-HU" dirty="0">
              <a:solidFill>
                <a:srgbClr val="EBEBEB"/>
              </a:solidFill>
              <a:latin typeface="Times New Roman" panose="02020603050405020304" pitchFamily="18" charset="0"/>
              <a:cs typeface="Times New Roman" panose="02020603050405020304" pitchFamily="18" charset="0"/>
            </a:endParaRPr>
          </a:p>
        </p:txBody>
      </p:sp>
      <p:pic>
        <p:nvPicPr>
          <p:cNvPr id="5" name="Kép 4" descr="A képen diagram, tervezés látható  Előfordulhat, hogy a mesterséges intelligencia által létrehozott tartalom helytelen.">
            <a:extLst>
              <a:ext uri="{FF2B5EF4-FFF2-40B4-BE49-F238E27FC236}">
                <a16:creationId xmlns:a16="http://schemas.microsoft.com/office/drawing/2014/main" id="{F6F6ECA0-1F4C-5A74-8375-90E9E138E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0546" y="1293025"/>
            <a:ext cx="6058545" cy="4271949"/>
          </a:xfrm>
          <a:prstGeom prst="rect">
            <a:avLst/>
          </a:prstGeom>
        </p:spPr>
      </p:pic>
    </p:spTree>
    <p:extLst>
      <p:ext uri="{BB962C8B-B14F-4D97-AF65-F5344CB8AC3E}">
        <p14:creationId xmlns:p14="http://schemas.microsoft.com/office/powerpoint/2010/main" val="924471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B9CD8B1-74C3-48CF-01CE-2C7CCE24EF09}"/>
              </a:ext>
            </a:extLst>
          </p:cNvPr>
          <p:cNvSpPr>
            <a:spLocks noGrp="1"/>
          </p:cNvSpPr>
          <p:nvPr>
            <p:ph type="title"/>
          </p:nvPr>
        </p:nvSpPr>
        <p:spPr>
          <a:xfrm>
            <a:off x="5224006" y="629266"/>
            <a:ext cx="4985469" cy="1469878"/>
          </a:xfrm>
        </p:spPr>
        <p:txBody>
          <a:bodyPr>
            <a:normAutofit/>
          </a:bodyPr>
          <a:lstStyle/>
          <a:p>
            <a:r>
              <a:rPr lang="hu-HU" b="1" dirty="0">
                <a:latin typeface="Times New Roman"/>
                <a:cs typeface="Times New Roman"/>
              </a:rPr>
              <a:t>Manager Office &amp; </a:t>
            </a:r>
            <a:r>
              <a:rPr lang="hu-HU" b="1" dirty="0" err="1">
                <a:latin typeface="Times New Roman"/>
                <a:cs typeface="Times New Roman"/>
              </a:rPr>
              <a:t>Admin</a:t>
            </a:r>
            <a:r>
              <a:rPr lang="hu-HU" b="1" dirty="0">
                <a:latin typeface="Times New Roman"/>
                <a:cs typeface="Times New Roman"/>
              </a:rPr>
              <a:t> Office</a:t>
            </a:r>
            <a:endParaRPr lang="hu-HU" b="1" dirty="0">
              <a:latin typeface="Times New Roman" panose="02020603050405020304" pitchFamily="18" charset="0"/>
              <a:cs typeface="Times New Roman" panose="02020603050405020304" pitchFamily="18" charset="0"/>
            </a:endParaRPr>
          </a:p>
        </p:txBody>
      </p:sp>
      <p:pic>
        <p:nvPicPr>
          <p:cNvPr id="5" name="Kép 4" descr="A képen diagram, képernyőkép, szöveg, sor látható  Lehet, hogy az AI által létrehozott tartalom helytelen.">
            <a:extLst>
              <a:ext uri="{FF2B5EF4-FFF2-40B4-BE49-F238E27FC236}">
                <a16:creationId xmlns:a16="http://schemas.microsoft.com/office/drawing/2014/main" id="{5A6D1294-DA6D-3FE6-821B-A6D21F0F1CA5}"/>
              </a:ext>
            </a:extLst>
          </p:cNvPr>
          <p:cNvPicPr>
            <a:picLocks noChangeAspect="1"/>
          </p:cNvPicPr>
          <p:nvPr/>
        </p:nvPicPr>
        <p:blipFill>
          <a:blip r:embed="rId4"/>
          <a:stretch>
            <a:fillRect/>
          </a:stretch>
        </p:blipFill>
        <p:spPr>
          <a:xfrm>
            <a:off x="926823" y="691763"/>
            <a:ext cx="3681270" cy="5556636"/>
          </a:xfrm>
          <a:prstGeom prst="rect">
            <a:avLst/>
          </a:prstGeom>
          <a:effectLst>
            <a:outerShdw blurRad="50800" dist="38100" dir="5400000" algn="t" rotWithShape="0">
              <a:prstClr val="black">
                <a:alpha val="43000"/>
              </a:prstClr>
            </a:outerShdw>
          </a:effectLst>
        </p:spPr>
      </p:pic>
      <p:sp>
        <p:nvSpPr>
          <p:cNvPr id="3" name="Tartalom helye 2">
            <a:extLst>
              <a:ext uri="{FF2B5EF4-FFF2-40B4-BE49-F238E27FC236}">
                <a16:creationId xmlns:a16="http://schemas.microsoft.com/office/drawing/2014/main" id="{06CD59AB-6F63-C1CF-64C4-DE0C90F84913}"/>
              </a:ext>
            </a:extLst>
          </p:cNvPr>
          <p:cNvSpPr>
            <a:spLocks noGrp="1"/>
          </p:cNvSpPr>
          <p:nvPr>
            <p:ph idx="1"/>
          </p:nvPr>
        </p:nvSpPr>
        <p:spPr>
          <a:xfrm>
            <a:off x="5224006" y="2291650"/>
            <a:ext cx="4985468" cy="3643930"/>
          </a:xfrm>
        </p:spPr>
        <p:txBody>
          <a:bodyPr vert="horz" lIns="91440" tIns="45720" rIns="91440" bIns="45720" rtlCol="0" anchor="t">
            <a:noAutofit/>
          </a:bodyPr>
          <a:lstStyle/>
          <a:p>
            <a:r>
              <a:rPr lang="en-US" sz="1800" dirty="0">
                <a:latin typeface="Times New Roman" panose="02020603050405020304" pitchFamily="18" charset="0"/>
                <a:cs typeface="Times New Roman" panose="02020603050405020304" pitchFamily="18" charset="0"/>
              </a:rPr>
              <a:t>Firewall protects the most secure offices in the network</a:t>
            </a:r>
            <a:endParaRPr lang="hu-HU"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There is static address translation at the admin office, and dynamic at the boss's office.</a:t>
            </a:r>
          </a:p>
          <a:p>
            <a:r>
              <a:rPr lang="en-US" sz="1800" dirty="0">
                <a:latin typeface="Times New Roman" panose="02020603050405020304" pitchFamily="18" charset="0"/>
                <a:cs typeface="Times New Roman" panose="02020603050405020304" pitchFamily="18" charset="0"/>
              </a:rPr>
              <a:t>Admin laptop and PC receive static IP addresses</a:t>
            </a:r>
          </a:p>
          <a:p>
            <a:r>
              <a:rPr lang="en-US" sz="1800" dirty="0">
                <a:latin typeface="Times New Roman" panose="02020603050405020304" pitchFamily="18" charset="0"/>
                <a:cs typeface="Times New Roman" panose="02020603050405020304" pitchFamily="18" charset="0"/>
              </a:rPr>
              <a:t>Manager PC has static IP assignment</a:t>
            </a:r>
          </a:p>
          <a:p>
            <a:r>
              <a:rPr lang="en-US" sz="1800" dirty="0">
                <a:latin typeface="Times New Roman" panose="02020603050405020304" pitchFamily="18" charset="0"/>
                <a:cs typeface="Times New Roman" panose="02020603050405020304" pitchFamily="18" charset="0"/>
              </a:rPr>
              <a:t>DHCP:</a:t>
            </a:r>
          </a:p>
          <a:p>
            <a:pPr lvl="1"/>
            <a:r>
              <a:rPr lang="en-US" dirty="0">
                <a:latin typeface="Times New Roman" panose="02020603050405020304" pitchFamily="18" charset="0"/>
                <a:cs typeface="Times New Roman" panose="02020603050405020304" pitchFamily="18" charset="0"/>
              </a:rPr>
              <a:t>Manager phone via </a:t>
            </a: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on a different network than common area phones</a:t>
            </a:r>
          </a:p>
          <a:p>
            <a:pPr lvl="1"/>
            <a:r>
              <a:rPr lang="en-US" dirty="0">
                <a:latin typeface="Times New Roman" panose="02020603050405020304" pitchFamily="18" charset="0"/>
                <a:cs typeface="Times New Roman" panose="02020603050405020304" pitchFamily="18" charset="0"/>
              </a:rPr>
              <a:t>Manager laptop</a:t>
            </a:r>
          </a:p>
          <a:p>
            <a:pPr lvl="1"/>
            <a:r>
              <a:rPr lang="en-US" dirty="0">
                <a:latin typeface="Times New Roman" panose="02020603050405020304" pitchFamily="18" charset="0"/>
                <a:cs typeface="Times New Roman" panose="02020603050405020304" pitchFamily="18" charset="0"/>
              </a:rPr>
              <a:t>Manager printer</a:t>
            </a:r>
            <a:endParaRPr lang="hu-H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9748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B9CD8B1-74C3-48CF-01CE-2C7CCE24EF09}"/>
              </a:ext>
            </a:extLst>
          </p:cNvPr>
          <p:cNvSpPr>
            <a:spLocks noGrp="1"/>
          </p:cNvSpPr>
          <p:nvPr>
            <p:ph type="title"/>
          </p:nvPr>
        </p:nvSpPr>
        <p:spPr>
          <a:xfrm>
            <a:off x="4917815" y="629266"/>
            <a:ext cx="2356370" cy="824630"/>
          </a:xfrm>
        </p:spPr>
        <p:txBody>
          <a:bodyPr>
            <a:normAutofit/>
          </a:bodyPr>
          <a:lstStyle/>
          <a:p>
            <a:r>
              <a:rPr lang="hu-HU" b="1" dirty="0">
                <a:latin typeface="Times New Roman"/>
                <a:cs typeface="Times New Roman"/>
              </a:rPr>
              <a:t>IT Sector</a:t>
            </a:r>
            <a:endParaRPr lang="hu-HU" b="1" dirty="0">
              <a:latin typeface="Times New Roman" panose="02020603050405020304" pitchFamily="18" charset="0"/>
              <a:cs typeface="Times New Roman" panose="02020603050405020304" pitchFamily="18" charset="0"/>
            </a:endParaRPr>
          </a:p>
        </p:txBody>
      </p:sp>
      <p:sp>
        <p:nvSpPr>
          <p:cNvPr id="3" name="Tartalom helye 2">
            <a:extLst>
              <a:ext uri="{FF2B5EF4-FFF2-40B4-BE49-F238E27FC236}">
                <a16:creationId xmlns:a16="http://schemas.microsoft.com/office/drawing/2014/main" id="{06CD59AB-6F63-C1CF-64C4-DE0C90F84913}"/>
              </a:ext>
            </a:extLst>
          </p:cNvPr>
          <p:cNvSpPr>
            <a:spLocks noGrp="1"/>
          </p:cNvSpPr>
          <p:nvPr>
            <p:ph idx="1"/>
          </p:nvPr>
        </p:nvSpPr>
        <p:spPr>
          <a:xfrm>
            <a:off x="6687046" y="2171179"/>
            <a:ext cx="4985468" cy="3643930"/>
          </a:xfrm>
        </p:spPr>
        <p:txBody>
          <a:bodyPr vert="horz" lIns="91440" tIns="45720" rIns="91440" bIns="45720" rtlCol="0" anchor="t">
            <a:noAutofit/>
          </a:bodyPr>
          <a:lstStyle/>
          <a:p>
            <a:r>
              <a:rPr lang="en-US" dirty="0">
                <a:latin typeface="Times New Roman" panose="02020603050405020304" pitchFamily="18" charset="0"/>
                <a:cs typeface="Times New Roman" panose="02020603050405020304" pitchFamily="18" charset="0"/>
              </a:rPr>
              <a:t>In this sector, we used IPv6 addressing.</a:t>
            </a:r>
            <a:endParaRPr lang="hu-H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Every machine receives IP addresses statically. </a:t>
            </a:r>
            <a:endParaRPr lang="hu-H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router named "IT" is responsible for this sector. </a:t>
            </a:r>
            <a:endParaRPr lang="hu-H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Sector components include: </a:t>
            </a:r>
            <a:endParaRPr lang="hu-H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3 printers </a:t>
            </a:r>
            <a:endParaRPr lang="hu-H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5 computers</a:t>
            </a:r>
            <a:endParaRPr lang="hu-H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1 switch</a:t>
            </a:r>
            <a:endParaRPr lang="hu-HU" dirty="0">
              <a:latin typeface="Times New Roman" panose="02020603050405020304" pitchFamily="18" charset="0"/>
              <a:cs typeface="Times New Roman" panose="02020603050405020304" pitchFamily="18" charset="0"/>
            </a:endParaRPr>
          </a:p>
        </p:txBody>
      </p:sp>
      <p:pic>
        <p:nvPicPr>
          <p:cNvPr id="4" name="Kép 3">
            <a:extLst>
              <a:ext uri="{FF2B5EF4-FFF2-40B4-BE49-F238E27FC236}">
                <a16:creationId xmlns:a16="http://schemas.microsoft.com/office/drawing/2014/main" id="{76CA15BD-D67E-358C-6CB8-E70E19A93036}"/>
              </a:ext>
            </a:extLst>
          </p:cNvPr>
          <p:cNvPicPr>
            <a:picLocks noChangeAspect="1"/>
          </p:cNvPicPr>
          <p:nvPr/>
        </p:nvPicPr>
        <p:blipFill>
          <a:blip r:embed="rId4"/>
          <a:stretch>
            <a:fillRect/>
          </a:stretch>
        </p:blipFill>
        <p:spPr>
          <a:xfrm>
            <a:off x="336828" y="1757554"/>
            <a:ext cx="5502207" cy="4471180"/>
          </a:xfrm>
          <a:prstGeom prst="rect">
            <a:avLst/>
          </a:prstGeom>
        </p:spPr>
      </p:pic>
    </p:spTree>
    <p:extLst>
      <p:ext uri="{BB962C8B-B14F-4D97-AF65-F5344CB8AC3E}">
        <p14:creationId xmlns:p14="http://schemas.microsoft.com/office/powerpoint/2010/main" val="1705585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6DE1AA4F-18C7-6688-E3EB-A18BB8DAA200}"/>
              </a:ext>
            </a:extLst>
          </p:cNvPr>
          <p:cNvSpPr>
            <a:spLocks noGrp="1"/>
          </p:cNvSpPr>
          <p:nvPr>
            <p:ph type="title"/>
          </p:nvPr>
        </p:nvSpPr>
        <p:spPr>
          <a:xfrm>
            <a:off x="648931" y="629266"/>
            <a:ext cx="4166510" cy="1622321"/>
          </a:xfrm>
        </p:spPr>
        <p:txBody>
          <a:bodyPr>
            <a:normAutofit/>
          </a:bodyPr>
          <a:lstStyle/>
          <a:p>
            <a:r>
              <a:rPr lang="hu-HU" b="1" dirty="0">
                <a:solidFill>
                  <a:srgbClr val="EBEBEB"/>
                </a:solidFill>
                <a:latin typeface="Times New Roman"/>
                <a:cs typeface="Times New Roman"/>
              </a:rPr>
              <a:t>Server </a:t>
            </a:r>
            <a:r>
              <a:rPr lang="hu-HU" b="1" dirty="0" err="1">
                <a:solidFill>
                  <a:srgbClr val="EBEBEB"/>
                </a:solidFill>
                <a:latin typeface="Times New Roman"/>
                <a:cs typeface="Times New Roman"/>
              </a:rPr>
              <a:t>room</a:t>
            </a:r>
            <a:endParaRPr lang="hu-HU" b="1" dirty="0">
              <a:solidFill>
                <a:srgbClr val="EBEBEB"/>
              </a:solidFill>
              <a:latin typeface="Times New Roman" panose="02020603050405020304" pitchFamily="18" charset="0"/>
              <a:cs typeface="Times New Roman" panose="02020603050405020304" pitchFamily="18" charset="0"/>
            </a:endParaRPr>
          </a:p>
        </p:txBody>
      </p:sp>
      <p:sp>
        <p:nvSpPr>
          <p:cNvPr id="12"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sp>
        <p:nvSpPr>
          <p:cNvPr id="16" name="Rectangle 15">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3" name="Tartalom helye 2">
            <a:extLst>
              <a:ext uri="{FF2B5EF4-FFF2-40B4-BE49-F238E27FC236}">
                <a16:creationId xmlns:a16="http://schemas.microsoft.com/office/drawing/2014/main" id="{357738CE-763E-CF06-54AD-01CC4FEB2144}"/>
              </a:ext>
            </a:extLst>
          </p:cNvPr>
          <p:cNvSpPr>
            <a:spLocks noGrp="1"/>
          </p:cNvSpPr>
          <p:nvPr>
            <p:ph idx="1"/>
          </p:nvPr>
        </p:nvSpPr>
        <p:spPr>
          <a:xfrm>
            <a:off x="648932" y="1854820"/>
            <a:ext cx="4166509" cy="4759340"/>
          </a:xfrm>
        </p:spPr>
        <p:txBody>
          <a:bodyPr>
            <a:noAutofit/>
          </a:bodyPr>
          <a:lstStyle/>
          <a:p>
            <a:r>
              <a:rPr lang="en-US" dirty="0">
                <a:solidFill>
                  <a:srgbClr val="EBEBEB"/>
                </a:solidFill>
                <a:latin typeface="Times New Roman" panose="02020603050405020304" pitchFamily="18" charset="0"/>
                <a:cs typeface="Times New Roman" panose="02020603050405020304" pitchFamily="18" charset="0"/>
              </a:rPr>
              <a:t>This is the network's server room</a:t>
            </a:r>
            <a:r>
              <a:rPr lang="hu-HU" dirty="0">
                <a:solidFill>
                  <a:srgbClr val="EBEBEB"/>
                </a:solidFill>
                <a:latin typeface="Times New Roman" panose="02020603050405020304" pitchFamily="18" charset="0"/>
                <a:cs typeface="Times New Roman" panose="02020603050405020304" pitchFamily="18" charset="0"/>
              </a:rPr>
              <a:t>.</a:t>
            </a:r>
            <a:endParaRPr lang="en-US" dirty="0">
              <a:solidFill>
                <a:srgbClr val="EBEBEB"/>
              </a:solidFill>
              <a:latin typeface="Times New Roman" panose="02020603050405020304" pitchFamily="18" charset="0"/>
              <a:cs typeface="Times New Roman" panose="02020603050405020304" pitchFamily="18" charset="0"/>
            </a:endParaRPr>
          </a:p>
          <a:p>
            <a:r>
              <a:rPr lang="en-US" dirty="0">
                <a:solidFill>
                  <a:srgbClr val="EBEBEB"/>
                </a:solidFill>
                <a:latin typeface="Times New Roman" panose="02020603050405020304" pitchFamily="18" charset="0"/>
                <a:cs typeface="Times New Roman" panose="02020603050405020304" pitchFamily="18" charset="0"/>
              </a:rPr>
              <a:t>4 servers are located here:</a:t>
            </a:r>
          </a:p>
          <a:p>
            <a:pPr lvl="1"/>
            <a:r>
              <a:rPr lang="en-US" sz="2000" dirty="0">
                <a:solidFill>
                  <a:srgbClr val="EBEBEB"/>
                </a:solidFill>
                <a:latin typeface="Times New Roman" panose="02020603050405020304" pitchFamily="18" charset="0"/>
                <a:cs typeface="Times New Roman" panose="02020603050405020304" pitchFamily="18" charset="0"/>
              </a:rPr>
              <a:t>WEB: hosts our team's website</a:t>
            </a:r>
          </a:p>
          <a:p>
            <a:pPr lvl="1"/>
            <a:r>
              <a:rPr lang="en-US" sz="2000" dirty="0">
                <a:solidFill>
                  <a:srgbClr val="EBEBEB"/>
                </a:solidFill>
                <a:latin typeface="Times New Roman" panose="02020603050405020304" pitchFamily="18" charset="0"/>
                <a:cs typeface="Times New Roman" panose="02020603050405020304" pitchFamily="18" charset="0"/>
              </a:rPr>
              <a:t>DHCP: server dynamically distributes IP addresses to devices</a:t>
            </a:r>
          </a:p>
          <a:p>
            <a:pPr lvl="1"/>
            <a:r>
              <a:rPr lang="en-US" sz="2000" dirty="0">
                <a:solidFill>
                  <a:srgbClr val="EBEBEB"/>
                </a:solidFill>
                <a:latin typeface="Times New Roman" panose="02020603050405020304" pitchFamily="18" charset="0"/>
                <a:cs typeface="Times New Roman" panose="02020603050405020304" pitchFamily="18" charset="0"/>
              </a:rPr>
              <a:t>FTP: network device configurations are backed up on this server</a:t>
            </a:r>
          </a:p>
          <a:p>
            <a:pPr lvl="1"/>
            <a:r>
              <a:rPr lang="en-US" sz="2000" dirty="0">
                <a:solidFill>
                  <a:srgbClr val="EBEBEB"/>
                </a:solidFill>
                <a:latin typeface="Times New Roman" panose="02020603050405020304" pitchFamily="18" charset="0"/>
                <a:cs typeface="Times New Roman" panose="02020603050405020304" pitchFamily="18" charset="0"/>
              </a:rPr>
              <a:t>DNS: translates domain names to IP addresses and vice versa</a:t>
            </a:r>
          </a:p>
        </p:txBody>
      </p:sp>
      <p:pic>
        <p:nvPicPr>
          <p:cNvPr id="5" name="Kép 4" descr="A képen szöveg, diagram, képernyőkép, sor látható  Előfordulhat, hogy a mesterséges intelligencia által létrehozott tartalom helytelen.">
            <a:extLst>
              <a:ext uri="{FF2B5EF4-FFF2-40B4-BE49-F238E27FC236}">
                <a16:creationId xmlns:a16="http://schemas.microsoft.com/office/drawing/2014/main" id="{B3F07A15-8D63-37BF-A21B-4EB44C8EB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9818" y="1671749"/>
            <a:ext cx="6200001" cy="3514501"/>
          </a:xfrm>
          <a:prstGeom prst="rect">
            <a:avLst/>
          </a:prstGeom>
        </p:spPr>
      </p:pic>
    </p:spTree>
    <p:extLst>
      <p:ext uri="{BB962C8B-B14F-4D97-AF65-F5344CB8AC3E}">
        <p14:creationId xmlns:p14="http://schemas.microsoft.com/office/powerpoint/2010/main" val="292292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5F89E10A-42A5-B321-5715-010BEF21ED58}"/>
              </a:ext>
            </a:extLst>
          </p:cNvPr>
          <p:cNvSpPr>
            <a:spLocks noGrp="1"/>
          </p:cNvSpPr>
          <p:nvPr>
            <p:ph type="title"/>
          </p:nvPr>
        </p:nvSpPr>
        <p:spPr>
          <a:xfrm>
            <a:off x="682448" y="484775"/>
            <a:ext cx="4706182" cy="1622321"/>
          </a:xfrm>
        </p:spPr>
        <p:txBody>
          <a:bodyPr>
            <a:normAutofit/>
          </a:bodyPr>
          <a:lstStyle/>
          <a:p>
            <a:r>
              <a:rPr lang="hu-HU" b="1" dirty="0" err="1">
                <a:solidFill>
                  <a:srgbClr val="EBEBEB"/>
                </a:solidFill>
                <a:latin typeface="Times New Roman"/>
                <a:cs typeface="Times New Roman"/>
              </a:rPr>
              <a:t>Secretaries</a:t>
            </a:r>
            <a:r>
              <a:rPr lang="hu-HU" b="1" dirty="0">
                <a:solidFill>
                  <a:srgbClr val="EBEBEB"/>
                </a:solidFill>
                <a:latin typeface="Times New Roman"/>
                <a:cs typeface="Times New Roman"/>
              </a:rPr>
              <a:t> </a:t>
            </a:r>
            <a:br>
              <a:rPr lang="hu-HU" b="1" dirty="0">
                <a:solidFill>
                  <a:srgbClr val="EBEBEB"/>
                </a:solidFill>
                <a:latin typeface="Times New Roman"/>
                <a:cs typeface="Times New Roman"/>
              </a:rPr>
            </a:br>
            <a:r>
              <a:rPr lang="hu-HU" b="1" dirty="0">
                <a:solidFill>
                  <a:srgbClr val="EBEBEB"/>
                </a:solidFill>
                <a:latin typeface="Times New Roman"/>
                <a:cs typeface="Times New Roman"/>
              </a:rPr>
              <a:t>Office</a:t>
            </a:r>
          </a:p>
        </p:txBody>
      </p:sp>
      <p:sp>
        <p:nvSpPr>
          <p:cNvPr id="36"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8" name="Freeform: Shape 37">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sp>
        <p:nvSpPr>
          <p:cNvPr id="40" name="Rectangle 39">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9" name="Content Placeholder 7">
            <a:extLst>
              <a:ext uri="{FF2B5EF4-FFF2-40B4-BE49-F238E27FC236}">
                <a16:creationId xmlns:a16="http://schemas.microsoft.com/office/drawing/2014/main" id="{599B9FCC-6563-5D39-F268-82AD2935ABC1}"/>
              </a:ext>
            </a:extLst>
          </p:cNvPr>
          <p:cNvSpPr>
            <a:spLocks noGrp="1"/>
          </p:cNvSpPr>
          <p:nvPr>
            <p:ph idx="1"/>
          </p:nvPr>
        </p:nvSpPr>
        <p:spPr>
          <a:xfrm>
            <a:off x="682448" y="2107097"/>
            <a:ext cx="4166509" cy="3785419"/>
          </a:xfrm>
        </p:spPr>
        <p:txBody>
          <a:bodyPr vert="horz" lIns="91440" tIns="45720" rIns="91440" bIns="45720" rtlCol="0">
            <a:noAutofit/>
          </a:bodyPr>
          <a:lstStyle/>
          <a:p>
            <a:r>
              <a:rPr lang="en-US" sz="1800" dirty="0">
                <a:solidFill>
                  <a:srgbClr val="EBEBEB"/>
                </a:solidFill>
                <a:latin typeface="Times New Roman" panose="02020603050405020304" pitchFamily="18" charset="0"/>
                <a:cs typeface="Times New Roman" panose="02020603050405020304" pitchFamily="18" charset="0"/>
              </a:rPr>
              <a:t>The secretaries section is divided into 3 VLANs</a:t>
            </a:r>
          </a:p>
          <a:p>
            <a:r>
              <a:rPr lang="en-US" sz="1800" dirty="0">
                <a:solidFill>
                  <a:srgbClr val="EBEBEB"/>
                </a:solidFill>
                <a:latin typeface="Times New Roman" panose="02020603050405020304" pitchFamily="18" charset="0"/>
                <a:cs typeface="Times New Roman" panose="02020603050405020304" pitchFamily="18" charset="0"/>
              </a:rPr>
              <a:t>A firewall also operates in this network segment</a:t>
            </a:r>
          </a:p>
          <a:p>
            <a:r>
              <a:rPr lang="en-US" sz="1800" dirty="0">
                <a:solidFill>
                  <a:srgbClr val="EBEBEB"/>
                </a:solidFill>
                <a:latin typeface="Times New Roman" panose="02020603050405020304" pitchFamily="18" charset="0"/>
                <a:cs typeface="Times New Roman" panose="02020603050405020304" pitchFamily="18" charset="0"/>
              </a:rPr>
              <a:t>Finance - VLAN 10</a:t>
            </a:r>
          </a:p>
          <a:p>
            <a:r>
              <a:rPr lang="en-US" sz="1800" dirty="0">
                <a:solidFill>
                  <a:srgbClr val="EBEBEB"/>
                </a:solidFill>
                <a:latin typeface="Times New Roman" panose="02020603050405020304" pitchFamily="18" charset="0"/>
                <a:cs typeface="Times New Roman" panose="02020603050405020304" pitchFamily="18" charset="0"/>
              </a:rPr>
              <a:t>Customer Service - VLAN 20</a:t>
            </a:r>
          </a:p>
          <a:p>
            <a:r>
              <a:rPr lang="en-US" sz="1800" dirty="0">
                <a:solidFill>
                  <a:srgbClr val="EBEBEB"/>
                </a:solidFill>
                <a:latin typeface="Times New Roman" panose="02020603050405020304" pitchFamily="18" charset="0"/>
                <a:cs typeface="Times New Roman" panose="02020603050405020304" pitchFamily="18" charset="0"/>
              </a:rPr>
              <a:t>HR - VLAN 30</a:t>
            </a:r>
          </a:p>
          <a:p>
            <a:r>
              <a:rPr lang="en-US" sz="1800" dirty="0">
                <a:solidFill>
                  <a:srgbClr val="EBEBEB"/>
                </a:solidFill>
                <a:latin typeface="Times New Roman" panose="02020603050405020304" pitchFamily="18" charset="0"/>
                <a:cs typeface="Times New Roman" panose="02020603050405020304" pitchFamily="18" charset="0"/>
              </a:rPr>
              <a:t>Devices in different VLANs receive IP addresses through sub-interfaces</a:t>
            </a:r>
            <a:endParaRPr lang="hu-HU" sz="1800" dirty="0">
              <a:solidFill>
                <a:srgbClr val="EBEBEB"/>
              </a:solidFill>
              <a:latin typeface="Times New Roman" panose="02020603050405020304" pitchFamily="18" charset="0"/>
              <a:cs typeface="Times New Roman" panose="02020603050405020304" pitchFamily="18" charset="0"/>
            </a:endParaRPr>
          </a:p>
          <a:p>
            <a:r>
              <a:rPr lang="en-US" sz="1800" dirty="0">
                <a:solidFill>
                  <a:srgbClr val="EBEBEB"/>
                </a:solidFill>
                <a:latin typeface="Times New Roman" panose="02020603050405020304" pitchFamily="18" charset="0"/>
                <a:cs typeface="Times New Roman" panose="02020603050405020304" pitchFamily="18" charset="0"/>
              </a:rPr>
              <a:t>The multilayer switch performs basic switching tasks in the network</a:t>
            </a:r>
            <a:endParaRPr lang="hu-HU" sz="1800" dirty="0">
              <a:solidFill>
                <a:srgbClr val="EBEBEB"/>
              </a:solidFill>
              <a:latin typeface="Times New Roman" panose="02020603050405020304" pitchFamily="18" charset="0"/>
              <a:cs typeface="Times New Roman" panose="02020603050405020304" pitchFamily="18" charset="0"/>
            </a:endParaRPr>
          </a:p>
        </p:txBody>
      </p:sp>
      <p:pic>
        <p:nvPicPr>
          <p:cNvPr id="5" name="Kép 4">
            <a:extLst>
              <a:ext uri="{FF2B5EF4-FFF2-40B4-BE49-F238E27FC236}">
                <a16:creationId xmlns:a16="http://schemas.microsoft.com/office/drawing/2014/main" id="{608F56ED-99C4-A39B-E526-4793D1A92E74}"/>
              </a:ext>
            </a:extLst>
          </p:cNvPr>
          <p:cNvPicPr>
            <a:picLocks noChangeAspect="1"/>
          </p:cNvPicPr>
          <p:nvPr/>
        </p:nvPicPr>
        <p:blipFill>
          <a:blip r:embed="rId3"/>
          <a:stretch>
            <a:fillRect/>
          </a:stretch>
        </p:blipFill>
        <p:spPr>
          <a:xfrm>
            <a:off x="5990068" y="1854820"/>
            <a:ext cx="200053" cy="1086002"/>
          </a:xfrm>
          <a:prstGeom prst="rect">
            <a:avLst/>
          </a:prstGeom>
        </p:spPr>
      </p:pic>
      <p:pic>
        <p:nvPicPr>
          <p:cNvPr id="6" name="Kép 5" descr="A képen diagram, sor, szöveg, térkép látható  Előfordulhat, hogy a mesterséges intelligencia által létrehozott tartalom helytelen.">
            <a:extLst>
              <a:ext uri="{FF2B5EF4-FFF2-40B4-BE49-F238E27FC236}">
                <a16:creationId xmlns:a16="http://schemas.microsoft.com/office/drawing/2014/main" id="{3FE6BC47-6C9E-14BE-7317-7ACA4C9F11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9698" y="1636404"/>
            <a:ext cx="6446096" cy="4146473"/>
          </a:xfrm>
          <a:prstGeom prst="rect">
            <a:avLst/>
          </a:prstGeom>
        </p:spPr>
      </p:pic>
    </p:spTree>
    <p:extLst>
      <p:ext uri="{BB962C8B-B14F-4D97-AF65-F5344CB8AC3E}">
        <p14:creationId xmlns:p14="http://schemas.microsoft.com/office/powerpoint/2010/main" val="4283856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32E49D2A-81F0-FCD0-00FC-CE93E0262C9F}"/>
              </a:ext>
            </a:extLst>
          </p:cNvPr>
          <p:cNvSpPr>
            <a:spLocks noGrp="1"/>
          </p:cNvSpPr>
          <p:nvPr>
            <p:ph type="title"/>
          </p:nvPr>
        </p:nvSpPr>
        <p:spPr>
          <a:xfrm>
            <a:off x="648931" y="629266"/>
            <a:ext cx="4166510" cy="1622321"/>
          </a:xfrm>
        </p:spPr>
        <p:txBody>
          <a:bodyPr>
            <a:normAutofit/>
          </a:bodyPr>
          <a:lstStyle/>
          <a:p>
            <a:r>
              <a:rPr lang="hu-HU" b="1" dirty="0" err="1">
                <a:solidFill>
                  <a:srgbClr val="EBEBEB"/>
                </a:solidFill>
                <a:latin typeface="Times New Roman"/>
                <a:cs typeface="Times New Roman"/>
              </a:rPr>
              <a:t>Employees</a:t>
            </a:r>
            <a:r>
              <a:rPr lang="hu-HU" b="1" dirty="0">
                <a:solidFill>
                  <a:srgbClr val="EBEBEB"/>
                </a:solidFill>
                <a:latin typeface="Times New Roman"/>
                <a:cs typeface="Times New Roman"/>
              </a:rPr>
              <a:t> Office &amp; </a:t>
            </a:r>
            <a:r>
              <a:rPr lang="hu-HU" b="1" dirty="0" err="1">
                <a:solidFill>
                  <a:srgbClr val="EBEBEB"/>
                </a:solidFill>
                <a:latin typeface="Times New Roman"/>
                <a:cs typeface="Times New Roman"/>
              </a:rPr>
              <a:t>Common</a:t>
            </a:r>
            <a:r>
              <a:rPr lang="hu-HU" b="1" dirty="0">
                <a:solidFill>
                  <a:srgbClr val="EBEBEB"/>
                </a:solidFill>
                <a:latin typeface="Times New Roman"/>
                <a:cs typeface="Times New Roman"/>
              </a:rPr>
              <a:t> </a:t>
            </a:r>
            <a:r>
              <a:rPr lang="hu-HU" b="1" dirty="0" err="1">
                <a:solidFill>
                  <a:srgbClr val="EBEBEB"/>
                </a:solidFill>
                <a:latin typeface="Times New Roman"/>
                <a:cs typeface="Times New Roman"/>
              </a:rPr>
              <a:t>Area</a:t>
            </a:r>
            <a:endParaRPr lang="hu-HU" b="1" dirty="0">
              <a:solidFill>
                <a:srgbClr val="EBEBEB"/>
              </a:solidFill>
              <a:latin typeface="Times New Roman"/>
              <a:cs typeface="Times New Roman"/>
            </a:endParaRPr>
          </a:p>
        </p:txBody>
      </p:sp>
      <p:sp>
        <p:nvSpPr>
          <p:cNvPr id="38"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0" name="Freeform: Shape 39">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hu-HU"/>
          </a:p>
        </p:txBody>
      </p:sp>
      <p:pic>
        <p:nvPicPr>
          <p:cNvPr id="6" name="Kép 5" descr="A képen sor, diagram, tervezés látható  Előfordulhat, hogy az AI által létrehozott tartalom helytelen.">
            <a:extLst>
              <a:ext uri="{FF2B5EF4-FFF2-40B4-BE49-F238E27FC236}">
                <a16:creationId xmlns:a16="http://schemas.microsoft.com/office/drawing/2014/main" id="{899F8A61-97DF-76E7-7B91-DC5BBE0E5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4371" y="974357"/>
            <a:ext cx="6658331" cy="3545560"/>
          </a:xfrm>
          <a:prstGeom prst="rect">
            <a:avLst/>
          </a:prstGeom>
          <a:effectLst/>
        </p:spPr>
      </p:pic>
      <p:sp>
        <p:nvSpPr>
          <p:cNvPr id="42" name="Rectangle 41">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pic>
        <p:nvPicPr>
          <p:cNvPr id="8" name="Tartalom helye 7" descr="A képen szöveg, képernyőkép, diagram, sor látható  Előfordulhat, hogy az AI által létrehozott tartalom helytelen.">
            <a:extLst>
              <a:ext uri="{FF2B5EF4-FFF2-40B4-BE49-F238E27FC236}">
                <a16:creationId xmlns:a16="http://schemas.microsoft.com/office/drawing/2014/main" id="{AE6E50B9-5A91-A0C0-2C7C-DC150EDB54D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7186335" y="4334150"/>
            <a:ext cx="2861905" cy="2461928"/>
          </a:xfrm>
        </p:spPr>
      </p:pic>
      <p:sp>
        <p:nvSpPr>
          <p:cNvPr id="10" name="Content Placeholder 7">
            <a:extLst>
              <a:ext uri="{FF2B5EF4-FFF2-40B4-BE49-F238E27FC236}">
                <a16:creationId xmlns:a16="http://schemas.microsoft.com/office/drawing/2014/main" id="{8B7FF0CF-0BD4-A123-FC1C-45203ECB111D}"/>
              </a:ext>
            </a:extLst>
          </p:cNvPr>
          <p:cNvSpPr txBox="1">
            <a:spLocks/>
          </p:cNvSpPr>
          <p:nvPr/>
        </p:nvSpPr>
        <p:spPr>
          <a:xfrm>
            <a:off x="579633" y="2251587"/>
            <a:ext cx="4166509" cy="37854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1800" dirty="0">
                <a:solidFill>
                  <a:srgbClr val="EBEBEB"/>
                </a:solidFill>
                <a:latin typeface="Times New Roman" panose="02020603050405020304" pitchFamily="18" charset="0"/>
                <a:cs typeface="Times New Roman" panose="02020603050405020304" pitchFamily="18" charset="0"/>
              </a:rPr>
              <a:t>Similar structure to the secretaries office</a:t>
            </a:r>
          </a:p>
          <a:p>
            <a:r>
              <a:rPr lang="en-US" sz="1800" dirty="0">
                <a:solidFill>
                  <a:srgbClr val="EBEBEB"/>
                </a:solidFill>
                <a:latin typeface="Times New Roman" panose="02020603050405020304" pitchFamily="18" charset="0"/>
                <a:cs typeface="Times New Roman" panose="02020603050405020304" pitchFamily="18" charset="0"/>
              </a:rPr>
              <a:t>3 VLANs (HR, Finance, Customer Service)</a:t>
            </a:r>
          </a:p>
          <a:p>
            <a:r>
              <a:rPr lang="en-US" sz="1800" dirty="0">
                <a:solidFill>
                  <a:srgbClr val="EBEBEB"/>
                </a:solidFill>
                <a:latin typeface="Times New Roman" panose="02020603050405020304" pitchFamily="18" charset="0"/>
                <a:cs typeface="Times New Roman" panose="02020603050405020304" pitchFamily="18" charset="0"/>
              </a:rPr>
              <a:t>DHCP </a:t>
            </a:r>
            <a:r>
              <a:rPr lang="en-US" sz="1800" dirty="0" err="1">
                <a:solidFill>
                  <a:srgbClr val="EBEBEB"/>
                </a:solidFill>
                <a:latin typeface="Times New Roman" panose="02020603050405020304" pitchFamily="18" charset="0"/>
                <a:cs typeface="Times New Roman" panose="02020603050405020304" pitchFamily="18" charset="0"/>
              </a:rPr>
              <a:t>through</a:t>
            </a:r>
            <a:r>
              <a:rPr lang="en-US" sz="1800" dirty="0">
                <a:solidFill>
                  <a:srgbClr val="EBEBEB"/>
                </a:solidFill>
                <a:latin typeface="Times New Roman" panose="02020603050405020304" pitchFamily="18" charset="0"/>
                <a:cs typeface="Times New Roman" panose="02020603050405020304" pitchFamily="18" charset="0"/>
              </a:rPr>
              <a:t> sub-interfaces</a:t>
            </a:r>
          </a:p>
          <a:p>
            <a:r>
              <a:rPr lang="en-US" sz="1800" dirty="0">
                <a:solidFill>
                  <a:srgbClr val="EBEBEB"/>
                </a:solidFill>
                <a:latin typeface="Times New Roman" panose="02020603050405020304" pitchFamily="18" charset="0"/>
                <a:cs typeface="Times New Roman" panose="02020603050405020304" pitchFamily="18" charset="0"/>
              </a:rPr>
              <a:t>ACL: VLAN 20 can see others but this is not reciprocal</a:t>
            </a:r>
          </a:p>
          <a:p>
            <a:r>
              <a:rPr lang="en-US" sz="1800" dirty="0">
                <a:solidFill>
                  <a:srgbClr val="EBEBEB"/>
                </a:solidFill>
                <a:latin typeface="Times New Roman" panose="02020603050405020304" pitchFamily="18" charset="0"/>
                <a:cs typeface="Times New Roman" panose="02020603050405020304" pitchFamily="18" charset="0"/>
              </a:rPr>
              <a:t>Common Area:</a:t>
            </a:r>
          </a:p>
          <a:p>
            <a:pPr lvl="1"/>
            <a:r>
              <a:rPr lang="hu-HU" dirty="0">
                <a:solidFill>
                  <a:srgbClr val="EBEBEB"/>
                </a:solidFill>
                <a:latin typeface="Times New Roman" panose="02020603050405020304" pitchFamily="18" charset="0"/>
                <a:cs typeface="Times New Roman" panose="02020603050405020304" pitchFamily="18" charset="0"/>
              </a:rPr>
              <a:t>WIFI</a:t>
            </a:r>
            <a:r>
              <a:rPr lang="en-US" dirty="0">
                <a:solidFill>
                  <a:srgbClr val="EBEBEB"/>
                </a:solidFill>
                <a:latin typeface="Times New Roman" panose="02020603050405020304" pitchFamily="18" charset="0"/>
                <a:cs typeface="Times New Roman" panose="02020603050405020304" pitchFamily="18" charset="0"/>
              </a:rPr>
              <a:t> router, Access point and phones</a:t>
            </a:r>
            <a:endParaRPr lang="hu-HU" dirty="0">
              <a:solidFill>
                <a:srgbClr val="EBEB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20657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 name="Cím 1">
            <a:extLst>
              <a:ext uri="{FF2B5EF4-FFF2-40B4-BE49-F238E27FC236}">
                <a16:creationId xmlns:a16="http://schemas.microsoft.com/office/drawing/2014/main" id="{EDCE472C-D595-4987-1BDF-F6CFC00D81FE}"/>
              </a:ext>
            </a:extLst>
          </p:cNvPr>
          <p:cNvSpPr>
            <a:spLocks noGrp="1"/>
          </p:cNvSpPr>
          <p:nvPr>
            <p:ph type="title"/>
          </p:nvPr>
        </p:nvSpPr>
        <p:spPr>
          <a:xfrm>
            <a:off x="348642" y="676656"/>
            <a:ext cx="3522879" cy="932688"/>
          </a:xfrm>
        </p:spPr>
        <p:txBody>
          <a:bodyPr>
            <a:normAutofit/>
          </a:bodyPr>
          <a:lstStyle/>
          <a:p>
            <a:r>
              <a:rPr lang="hu-HU" b="1" dirty="0" err="1">
                <a:solidFill>
                  <a:srgbClr val="FFFFFF"/>
                </a:solidFill>
                <a:latin typeface="Times New Roman" panose="02020603050405020304" pitchFamily="18" charset="0"/>
                <a:cs typeface="Times New Roman" panose="02020603050405020304" pitchFamily="18" charset="0"/>
              </a:rPr>
              <a:t>Redundancy</a:t>
            </a:r>
            <a:endParaRPr lang="hu-HU" b="1" dirty="0">
              <a:solidFill>
                <a:srgbClr val="FFFFFF"/>
              </a:solidFill>
              <a:latin typeface="Times New Roman" panose="02020603050405020304" pitchFamily="18" charset="0"/>
              <a:cs typeface="Times New Roman" panose="02020603050405020304" pitchFamily="18" charset="0"/>
            </a:endParaRPr>
          </a:p>
        </p:txBody>
      </p:sp>
      <p:pic>
        <p:nvPicPr>
          <p:cNvPr id="5" name="Tartalom helye 4" descr="A képen diagram, sor, szöveg, térkép látható  Előfordulhat, hogy a mesterséges intelligencia által létrehozott tartalom helytelen.">
            <a:extLst>
              <a:ext uri="{FF2B5EF4-FFF2-40B4-BE49-F238E27FC236}">
                <a16:creationId xmlns:a16="http://schemas.microsoft.com/office/drawing/2014/main" id="{0E8D3C66-A4D6-18FB-CF33-561111B8453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25776" y="1383677"/>
            <a:ext cx="5580762" cy="5158122"/>
          </a:xfrm>
        </p:spPr>
      </p:pic>
      <p:sp>
        <p:nvSpPr>
          <p:cNvPr id="16" name="Content Placeholder 7">
            <a:extLst>
              <a:ext uri="{FF2B5EF4-FFF2-40B4-BE49-F238E27FC236}">
                <a16:creationId xmlns:a16="http://schemas.microsoft.com/office/drawing/2014/main" id="{DEB89432-E0B3-BB1A-EFBF-13100EE0F5AF}"/>
              </a:ext>
            </a:extLst>
          </p:cNvPr>
          <p:cNvSpPr txBox="1">
            <a:spLocks/>
          </p:cNvSpPr>
          <p:nvPr/>
        </p:nvSpPr>
        <p:spPr>
          <a:xfrm>
            <a:off x="412201" y="1907080"/>
            <a:ext cx="4166509" cy="411131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200" dirty="0">
                <a:solidFill>
                  <a:srgbClr val="EBEBEB"/>
                </a:solidFill>
                <a:latin typeface="Times New Roman" panose="02020603050405020304" pitchFamily="18" charset="0"/>
                <a:cs typeface="Times New Roman" panose="02020603050405020304" pitchFamily="18" charset="0"/>
              </a:rPr>
              <a:t>A router "ring" is located in the center of the network</a:t>
            </a:r>
          </a:p>
          <a:p>
            <a:r>
              <a:rPr lang="en-US" sz="2200" dirty="0">
                <a:solidFill>
                  <a:srgbClr val="EBEBEB"/>
                </a:solidFill>
                <a:latin typeface="Times New Roman" panose="02020603050405020304" pitchFamily="18" charset="0"/>
                <a:cs typeface="Times New Roman" panose="02020603050405020304" pitchFamily="18" charset="0"/>
              </a:rPr>
              <a:t>All routers are interconnected with each other, this is redundancy</a:t>
            </a:r>
          </a:p>
          <a:p>
            <a:r>
              <a:rPr lang="en-US" sz="2200" dirty="0">
                <a:solidFill>
                  <a:srgbClr val="EBEBEB"/>
                </a:solidFill>
                <a:latin typeface="Times New Roman" panose="02020603050405020304" pitchFamily="18" charset="0"/>
                <a:cs typeface="Times New Roman" panose="02020603050405020304" pitchFamily="18" charset="0"/>
              </a:rPr>
              <a:t>This technology is a backup system</a:t>
            </a:r>
          </a:p>
          <a:p>
            <a:r>
              <a:rPr lang="en-US" sz="2200" dirty="0">
                <a:solidFill>
                  <a:srgbClr val="EBEBEB"/>
                </a:solidFill>
                <a:latin typeface="Times New Roman" panose="02020603050405020304" pitchFamily="18" charset="0"/>
                <a:cs typeface="Times New Roman" panose="02020603050405020304" pitchFamily="18" charset="0"/>
              </a:rPr>
              <a:t>If one router fails, information will reach from point A to point B via the fastest possible route</a:t>
            </a:r>
            <a:endParaRPr lang="hu-HU" sz="2200" dirty="0">
              <a:solidFill>
                <a:srgbClr val="EBEBE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3895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2" name="Cím 1">
            <a:extLst>
              <a:ext uri="{FF2B5EF4-FFF2-40B4-BE49-F238E27FC236}">
                <a16:creationId xmlns:a16="http://schemas.microsoft.com/office/drawing/2014/main" id="{EDCE472C-D595-4987-1BDF-F6CFC00D81FE}"/>
              </a:ext>
            </a:extLst>
          </p:cNvPr>
          <p:cNvSpPr>
            <a:spLocks noGrp="1"/>
          </p:cNvSpPr>
          <p:nvPr>
            <p:ph type="title"/>
          </p:nvPr>
        </p:nvSpPr>
        <p:spPr>
          <a:xfrm>
            <a:off x="560880" y="568040"/>
            <a:ext cx="3522879" cy="932688"/>
          </a:xfrm>
        </p:spPr>
        <p:txBody>
          <a:bodyPr>
            <a:normAutofit fontScale="90000"/>
          </a:bodyPr>
          <a:lstStyle/>
          <a:p>
            <a:pPr algn="ctr"/>
            <a:r>
              <a:rPr lang="en-US" b="1" dirty="0">
                <a:solidFill>
                  <a:srgbClr val="FFFFFF"/>
                </a:solidFill>
                <a:latin typeface="Times New Roman" panose="02020603050405020304" pitchFamily="18" charset="0"/>
                <a:cs typeface="Times New Roman" panose="02020603050405020304" pitchFamily="18" charset="0"/>
              </a:rPr>
              <a:t>NAT-PAT and RIP Protocol</a:t>
            </a:r>
            <a:endParaRPr lang="hu-HU" b="1" dirty="0">
              <a:solidFill>
                <a:srgbClr val="FFFFFF"/>
              </a:solidFill>
              <a:latin typeface="Times New Roman" panose="02020603050405020304" pitchFamily="18" charset="0"/>
              <a:cs typeface="Times New Roman" panose="02020603050405020304" pitchFamily="18" charset="0"/>
            </a:endParaRPr>
          </a:p>
        </p:txBody>
      </p:sp>
      <p:sp>
        <p:nvSpPr>
          <p:cNvPr id="16" name="Content Placeholder 7">
            <a:extLst>
              <a:ext uri="{FF2B5EF4-FFF2-40B4-BE49-F238E27FC236}">
                <a16:creationId xmlns:a16="http://schemas.microsoft.com/office/drawing/2014/main" id="{DEB89432-E0B3-BB1A-EFBF-13100EE0F5AF}"/>
              </a:ext>
            </a:extLst>
          </p:cNvPr>
          <p:cNvSpPr txBox="1">
            <a:spLocks/>
          </p:cNvSpPr>
          <p:nvPr/>
        </p:nvSpPr>
        <p:spPr>
          <a:xfrm>
            <a:off x="443812" y="2238636"/>
            <a:ext cx="4166509" cy="4111316"/>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200" dirty="0">
                <a:solidFill>
                  <a:srgbClr val="EBEBEB"/>
                </a:solidFill>
                <a:latin typeface="Times New Roman" panose="02020603050405020304" pitchFamily="18" charset="0"/>
                <a:cs typeface="Times New Roman" panose="02020603050405020304" pitchFamily="18" charset="0"/>
              </a:rPr>
              <a:t>NAT translates private IP addresses to public IP addresses.</a:t>
            </a:r>
          </a:p>
          <a:p>
            <a:r>
              <a:rPr lang="en-US" sz="2200" dirty="0">
                <a:solidFill>
                  <a:srgbClr val="EBEBEB"/>
                </a:solidFill>
                <a:latin typeface="Times New Roman" panose="02020603050405020304" pitchFamily="18" charset="0"/>
                <a:cs typeface="Times New Roman" panose="02020603050405020304" pitchFamily="18" charset="0"/>
              </a:rPr>
              <a:t>It runs on a router at the boundary between internal and external networks.</a:t>
            </a:r>
          </a:p>
          <a:p>
            <a:r>
              <a:rPr lang="en-US" sz="2200" dirty="0">
                <a:solidFill>
                  <a:srgbClr val="EBEBEB"/>
                </a:solidFill>
                <a:latin typeface="Times New Roman" panose="02020603050405020304" pitchFamily="18" charset="0"/>
                <a:cs typeface="Times New Roman" panose="02020603050405020304" pitchFamily="18" charset="0"/>
              </a:rPr>
              <a:t>PAT (Port Address Translation) enables multiple devices to communicate through a single IP.</a:t>
            </a:r>
          </a:p>
          <a:p>
            <a:r>
              <a:rPr lang="en-US" sz="2200" dirty="0">
                <a:solidFill>
                  <a:srgbClr val="EBEBEB"/>
                </a:solidFill>
                <a:latin typeface="Times New Roman" panose="02020603050405020304" pitchFamily="18" charset="0"/>
                <a:cs typeface="Times New Roman" panose="02020603050405020304" pitchFamily="18" charset="0"/>
              </a:rPr>
              <a:t>RIP (Routing Information Protocol) is a distance-vector routing protocol that shares network information only with neighbors.</a:t>
            </a:r>
            <a:endParaRPr lang="hu-HU" sz="2200" dirty="0">
              <a:solidFill>
                <a:srgbClr val="EBEBEB"/>
              </a:solidFill>
              <a:latin typeface="Times New Roman" panose="02020603050405020304" pitchFamily="18" charset="0"/>
              <a:cs typeface="Times New Roman" panose="02020603050405020304" pitchFamily="18" charset="0"/>
            </a:endParaRPr>
          </a:p>
        </p:txBody>
      </p:sp>
      <p:pic>
        <p:nvPicPr>
          <p:cNvPr id="6" name="Picture 2" descr="Understanding NAT/PAT - A Step-by-Step Guide with Ostinato">
            <a:extLst>
              <a:ext uri="{FF2B5EF4-FFF2-40B4-BE49-F238E27FC236}">
                <a16:creationId xmlns:a16="http://schemas.microsoft.com/office/drawing/2014/main" id="{94ABC7AE-DE86-7AB3-7D69-609B612D6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740" y="1037844"/>
            <a:ext cx="3695047" cy="34363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ing Information Protocol (RIP) ⋆ | Basic Routing Protocol RIPv2">
            <a:extLst>
              <a:ext uri="{FF2B5EF4-FFF2-40B4-BE49-F238E27FC236}">
                <a16:creationId xmlns:a16="http://schemas.microsoft.com/office/drawing/2014/main" id="{65A5071C-9BEA-7C88-79C7-12975303D0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4500" y="3928186"/>
            <a:ext cx="3695047" cy="269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7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hu-HU"/>
          </a:p>
        </p:txBody>
      </p:sp>
      <p:sp>
        <p:nvSpPr>
          <p:cNvPr id="2" name="Cím 1">
            <a:extLst>
              <a:ext uri="{FF2B5EF4-FFF2-40B4-BE49-F238E27FC236}">
                <a16:creationId xmlns:a16="http://schemas.microsoft.com/office/drawing/2014/main" id="{47834B54-0E7B-82D8-C68A-D91A6A0DD562}"/>
              </a:ext>
            </a:extLst>
          </p:cNvPr>
          <p:cNvSpPr>
            <a:spLocks noGrp="1"/>
          </p:cNvSpPr>
          <p:nvPr>
            <p:ph type="title"/>
          </p:nvPr>
        </p:nvSpPr>
        <p:spPr>
          <a:xfrm>
            <a:off x="806195" y="804672"/>
            <a:ext cx="3521359" cy="5248656"/>
          </a:xfrm>
        </p:spPr>
        <p:txBody>
          <a:bodyPr anchor="ctr">
            <a:normAutofit/>
          </a:bodyPr>
          <a:lstStyle/>
          <a:p>
            <a:pPr algn="ctr"/>
            <a:r>
              <a:rPr lang="hu-HU" b="1" dirty="0" err="1">
                <a:latin typeface="Times New Roman" panose="02020603050405020304" pitchFamily="18" charset="0"/>
                <a:cs typeface="Times New Roman" panose="02020603050405020304" pitchFamily="18" charset="0"/>
              </a:rPr>
              <a:t>Virtual</a:t>
            </a:r>
            <a:r>
              <a:rPr lang="hu-HU" b="1" dirty="0">
                <a:latin typeface="Times New Roman" panose="02020603050405020304" pitchFamily="18" charset="0"/>
                <a:cs typeface="Times New Roman" panose="02020603050405020304" pitchFamily="18" charset="0"/>
              </a:rPr>
              <a:t> servers</a:t>
            </a:r>
          </a:p>
        </p:txBody>
      </p:sp>
      <p:sp>
        <p:nvSpPr>
          <p:cNvPr id="3" name="Tartalom helye 2">
            <a:extLst>
              <a:ext uri="{FF2B5EF4-FFF2-40B4-BE49-F238E27FC236}">
                <a16:creationId xmlns:a16="http://schemas.microsoft.com/office/drawing/2014/main" id="{A063AE5D-6921-2728-7FD7-1A430E693581}"/>
              </a:ext>
            </a:extLst>
          </p:cNvPr>
          <p:cNvSpPr>
            <a:spLocks noGrp="1"/>
          </p:cNvSpPr>
          <p:nvPr>
            <p:ph idx="1"/>
          </p:nvPr>
        </p:nvSpPr>
        <p:spPr>
          <a:xfrm>
            <a:off x="4975861" y="804671"/>
            <a:ext cx="6399930" cy="5248657"/>
          </a:xfrm>
        </p:spPr>
        <p:txBody>
          <a:bodyPr anchor="ctr">
            <a:normAutofit/>
          </a:bodyPr>
          <a:lstStyle/>
          <a:p>
            <a:pPr>
              <a:buFont typeface="Arial" panose="020B0604020202020204" pitchFamily="34" charset="0"/>
              <a:buChar char="•"/>
            </a:pPr>
            <a:r>
              <a:rPr lang="hu-HU" dirty="0" err="1">
                <a:latin typeface="Times New Roman" panose="02020603050405020304" pitchFamily="18" charset="0"/>
                <a:cs typeface="Times New Roman" panose="02020603050405020304" pitchFamily="18" charset="0"/>
              </a:rPr>
              <a:t>We</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used</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Virtual</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box</a:t>
            </a:r>
            <a:endParaRPr lang="hu-HU" dirty="0">
              <a:latin typeface="Times New Roman" panose="02020603050405020304" pitchFamily="18" charset="0"/>
              <a:cs typeface="Times New Roman" panose="02020603050405020304" pitchFamily="18" charset="0"/>
            </a:endParaRPr>
          </a:p>
          <a:p>
            <a:pPr lvl="1"/>
            <a:r>
              <a:rPr lang="hu-HU" dirty="0">
                <a:latin typeface="Times New Roman" panose="02020603050405020304" pitchFamily="18" charset="0"/>
                <a:cs typeface="Times New Roman" panose="02020603050405020304" pitchFamily="18" charset="0"/>
              </a:rPr>
              <a:t>Windows 2019:</a:t>
            </a:r>
          </a:p>
          <a:p>
            <a:pPr lvl="2">
              <a:buFont typeface="Courier New" panose="02070309020205020404" pitchFamily="49" charset="0"/>
              <a:buChar char="o"/>
            </a:pPr>
            <a:r>
              <a:rPr lang="hu-HU" dirty="0" err="1">
                <a:latin typeface="Times New Roman" panose="02020603050405020304" pitchFamily="18" charset="0"/>
                <a:cs typeface="Times New Roman" panose="02020603050405020304" pitchFamily="18" charset="0"/>
              </a:rPr>
              <a:t>Active</a:t>
            </a:r>
            <a:r>
              <a:rPr lang="hu-HU" dirty="0">
                <a:latin typeface="Times New Roman" panose="02020603050405020304" pitchFamily="18" charset="0"/>
                <a:cs typeface="Times New Roman" panose="02020603050405020304" pitchFamily="18" charset="0"/>
              </a:rPr>
              <a:t> </a:t>
            </a:r>
            <a:r>
              <a:rPr lang="hu-HU" dirty="0" err="1">
                <a:latin typeface="Times New Roman" panose="02020603050405020304" pitchFamily="18" charset="0"/>
                <a:cs typeface="Times New Roman" panose="02020603050405020304" pitchFamily="18" charset="0"/>
              </a:rPr>
              <a:t>Directory</a:t>
            </a:r>
            <a:endParaRPr lang="hu-HU" dirty="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r>
              <a:rPr lang="hu-HU" dirty="0">
                <a:latin typeface="Times New Roman" panose="02020603050405020304" pitchFamily="18" charset="0"/>
                <a:cs typeface="Times New Roman" panose="02020603050405020304" pitchFamily="18" charset="0"/>
              </a:rPr>
              <a:t>DNS server</a:t>
            </a:r>
          </a:p>
          <a:p>
            <a:pPr lvl="2">
              <a:buFont typeface="Courier New" panose="02070309020205020404" pitchFamily="49" charset="0"/>
              <a:buChar char="o"/>
            </a:pPr>
            <a:r>
              <a:rPr lang="hu-HU" dirty="0">
                <a:latin typeface="Times New Roman" panose="02020603050405020304" pitchFamily="18" charset="0"/>
                <a:cs typeface="Times New Roman" panose="02020603050405020304" pitchFamily="18" charset="0"/>
              </a:rPr>
              <a:t>DHCP server </a:t>
            </a:r>
          </a:p>
          <a:p>
            <a:pPr lvl="2">
              <a:buFont typeface="Courier New" panose="02070309020205020404" pitchFamily="49" charset="0"/>
              <a:buChar char="o"/>
            </a:pPr>
            <a:r>
              <a:rPr lang="hu-HU" dirty="0">
                <a:latin typeface="Times New Roman" panose="02020603050405020304" pitchFamily="18" charset="0"/>
                <a:cs typeface="Times New Roman" panose="02020603050405020304" pitchFamily="18" charset="0"/>
              </a:rPr>
              <a:t>HTTP/HTTPS</a:t>
            </a:r>
          </a:p>
          <a:p>
            <a:pPr lvl="2">
              <a:buFont typeface="Courier New" panose="02070309020205020404" pitchFamily="49" charset="0"/>
              <a:buChar char="o"/>
            </a:pPr>
            <a:r>
              <a:rPr lang="hu-HU" dirty="0">
                <a:latin typeface="Times New Roman" panose="02020603050405020304" pitchFamily="18" charset="0"/>
                <a:cs typeface="Times New Roman" panose="02020603050405020304" pitchFamily="18" charset="0"/>
              </a:rPr>
              <a:t>File and printer </a:t>
            </a:r>
            <a:r>
              <a:rPr lang="hu-HU" dirty="0" err="1">
                <a:latin typeface="Times New Roman" panose="02020603050405020304" pitchFamily="18" charset="0"/>
                <a:cs typeface="Times New Roman" panose="02020603050405020304" pitchFamily="18" charset="0"/>
              </a:rPr>
              <a:t>sharing</a:t>
            </a:r>
            <a:endParaRPr lang="hu-HU" dirty="0">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Automated software deployment to client computers</a:t>
            </a:r>
            <a:endParaRPr lang="hu-HU" dirty="0">
              <a:latin typeface="Times New Roman" panose="02020603050405020304" pitchFamily="18" charset="0"/>
              <a:cs typeface="Times New Roman" panose="02020603050405020304" pitchFamily="18" charset="0"/>
            </a:endParaRPr>
          </a:p>
          <a:p>
            <a:pPr lvl="1"/>
            <a:r>
              <a:rPr lang="hu-HU" dirty="0">
                <a:latin typeface="Times New Roman" panose="02020603050405020304" pitchFamily="18" charset="0"/>
                <a:cs typeface="Times New Roman" panose="02020603050405020304" pitchFamily="18" charset="0"/>
              </a:rPr>
              <a:t>Linux Debian 2013</a:t>
            </a:r>
          </a:p>
          <a:p>
            <a:pPr lvl="2">
              <a:buFont typeface="Courier New" panose="02070309020205020404" pitchFamily="49" charset="0"/>
              <a:buChar char="o"/>
            </a:pPr>
            <a:r>
              <a:rPr lang="hu-HU" dirty="0" err="1">
                <a:latin typeface="Times New Roman" panose="02020603050405020304" pitchFamily="18" charset="0"/>
                <a:cs typeface="Times New Roman" panose="02020603050405020304" pitchFamily="18" charset="0"/>
              </a:rPr>
              <a:t>Automated</a:t>
            </a:r>
            <a:r>
              <a:rPr lang="hu-HU" dirty="0">
                <a:latin typeface="Times New Roman" panose="02020603050405020304" pitchFamily="18" charset="0"/>
                <a:cs typeface="Times New Roman" panose="02020603050405020304" pitchFamily="18" charset="0"/>
              </a:rPr>
              <a:t> backup</a:t>
            </a:r>
          </a:p>
        </p:txBody>
      </p:sp>
    </p:spTree>
    <p:extLst>
      <p:ext uri="{BB962C8B-B14F-4D97-AF65-F5344CB8AC3E}">
        <p14:creationId xmlns:p14="http://schemas.microsoft.com/office/powerpoint/2010/main" val="2882257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32E8706-6376-6F93-3595-3DEBC8D4C3B0}"/>
              </a:ext>
            </a:extLst>
          </p:cNvPr>
          <p:cNvSpPr>
            <a:spLocks noGrp="1"/>
          </p:cNvSpPr>
          <p:nvPr>
            <p:ph type="title"/>
          </p:nvPr>
        </p:nvSpPr>
        <p:spPr>
          <a:xfrm>
            <a:off x="7760740" y="1544134"/>
            <a:ext cx="2289113" cy="1400530"/>
          </a:xfrm>
        </p:spPr>
        <p:txBody>
          <a:bodyPr/>
          <a:lstStyle/>
          <a:p>
            <a:r>
              <a:rPr lang="hu-HU" b="1" dirty="0">
                <a:latin typeface="Times New Roman" panose="02020603050405020304" pitchFamily="18" charset="0"/>
                <a:cs typeface="Times New Roman" panose="02020603050405020304" pitchFamily="18" charset="0"/>
              </a:rPr>
              <a:t>Testing</a:t>
            </a:r>
          </a:p>
        </p:txBody>
      </p:sp>
      <p:pic>
        <p:nvPicPr>
          <p:cNvPr id="4" name="Kép 3">
            <a:extLst>
              <a:ext uri="{FF2B5EF4-FFF2-40B4-BE49-F238E27FC236}">
                <a16:creationId xmlns:a16="http://schemas.microsoft.com/office/drawing/2014/main" id="{F3D43DD1-911F-2F6A-C39D-36F348F13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714728">
            <a:off x="483783" y="1291287"/>
            <a:ext cx="5692331" cy="2618472"/>
          </a:xfrm>
          <a:prstGeom prst="rect">
            <a:avLst/>
          </a:prstGeom>
          <a:effectLst/>
        </p:spPr>
      </p:pic>
      <p:pic>
        <p:nvPicPr>
          <p:cNvPr id="5" name="Tartalom helye 5" descr="A képen szöveg, képernyőkép, szám, Betűtípus látható">
            <a:extLst>
              <a:ext uri="{FF2B5EF4-FFF2-40B4-BE49-F238E27FC236}">
                <a16:creationId xmlns:a16="http://schemas.microsoft.com/office/drawing/2014/main" id="{B70E6A44-E655-76D8-28C5-1FF2CEEA92A5}"/>
              </a:ext>
            </a:extLst>
          </p:cNvPr>
          <p:cNvPicPr>
            <a:picLocks noChangeAspect="1"/>
          </p:cNvPicPr>
          <p:nvPr/>
        </p:nvPicPr>
        <p:blipFill>
          <a:blip r:embed="rId4"/>
          <a:stretch>
            <a:fillRect/>
          </a:stretch>
        </p:blipFill>
        <p:spPr>
          <a:xfrm>
            <a:off x="5623561" y="3443900"/>
            <a:ext cx="6025458" cy="2982601"/>
          </a:xfrm>
          <a:prstGeom prst="rect">
            <a:avLst/>
          </a:prstGeom>
          <a:effectLst/>
        </p:spPr>
      </p:pic>
    </p:spTree>
    <p:extLst>
      <p:ext uri="{BB962C8B-B14F-4D97-AF65-F5344CB8AC3E}">
        <p14:creationId xmlns:p14="http://schemas.microsoft.com/office/powerpoint/2010/main" val="1344352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5436C9C-066E-E527-C164-1C649033B2A0}"/>
              </a:ext>
            </a:extLst>
          </p:cNvPr>
          <p:cNvSpPr>
            <a:spLocks noGrp="1"/>
          </p:cNvSpPr>
          <p:nvPr>
            <p:ph type="title"/>
          </p:nvPr>
        </p:nvSpPr>
        <p:spPr>
          <a:xfrm>
            <a:off x="646111" y="609601"/>
            <a:ext cx="4793473" cy="1675975"/>
          </a:xfrm>
        </p:spPr>
        <p:txBody>
          <a:bodyPr>
            <a:normAutofit/>
          </a:bodyPr>
          <a:lstStyle/>
          <a:p>
            <a:r>
              <a:rPr lang="hu-HU" b="1">
                <a:latin typeface="Times New Roman" panose="02020603050405020304" pitchFamily="18" charset="0"/>
                <a:cs typeface="Times New Roman" panose="02020603050405020304" pitchFamily="18" charset="0"/>
              </a:rPr>
              <a:t>GIT</a:t>
            </a:r>
          </a:p>
        </p:txBody>
      </p:sp>
      <p:pic>
        <p:nvPicPr>
          <p:cNvPr id="8" name="Kép 7">
            <a:extLst>
              <a:ext uri="{FF2B5EF4-FFF2-40B4-BE49-F238E27FC236}">
                <a16:creationId xmlns:a16="http://schemas.microsoft.com/office/drawing/2014/main" id="{120C708E-2989-B2FB-0382-5CF234CE1FCD}"/>
              </a:ext>
            </a:extLst>
          </p:cNvPr>
          <p:cNvPicPr>
            <a:picLocks noChangeAspect="1"/>
          </p:cNvPicPr>
          <p:nvPr/>
        </p:nvPicPr>
        <p:blipFill>
          <a:blip r:embed="rId4">
            <a:extLst>
              <a:ext uri="{28A0092B-C50C-407E-A947-70E740481C1C}">
                <a14:useLocalDpi xmlns:a14="http://schemas.microsoft.com/office/drawing/2010/main" val="0"/>
              </a:ext>
            </a:extLst>
          </a:blip>
          <a:srcRect r="5926" b="-1"/>
          <a:stretch>
            <a:fillRect/>
          </a:stretch>
        </p:blipFill>
        <p:spPr>
          <a:xfrm>
            <a:off x="6094412" y="609137"/>
            <a:ext cx="5449888" cy="2766290"/>
          </a:xfrm>
          <a:prstGeom prst="rect">
            <a:avLst/>
          </a:prstGeom>
          <a:effectLst>
            <a:outerShdw blurRad="50800" dist="38100" dir="5400000" algn="t" rotWithShape="0">
              <a:prstClr val="black">
                <a:alpha val="43000"/>
              </a:prstClr>
            </a:outerShdw>
          </a:effectLst>
        </p:spPr>
      </p:pic>
      <p:sp>
        <p:nvSpPr>
          <p:cNvPr id="13" name="Rectangle 12">
            <a:extLst>
              <a:ext uri="{FF2B5EF4-FFF2-40B4-BE49-F238E27FC236}">
                <a16:creationId xmlns:a16="http://schemas.microsoft.com/office/drawing/2014/main" id="{AC546BE4-C7A3-4A47-9FA5-0866D5E656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hu-HU"/>
          </a:p>
        </p:txBody>
      </p:sp>
      <p:sp>
        <p:nvSpPr>
          <p:cNvPr id="3" name="Tartalom helye 2">
            <a:extLst>
              <a:ext uri="{FF2B5EF4-FFF2-40B4-BE49-F238E27FC236}">
                <a16:creationId xmlns:a16="http://schemas.microsoft.com/office/drawing/2014/main" id="{E2D5F620-8ED6-4226-FDAD-7C6C2C6C6273}"/>
              </a:ext>
            </a:extLst>
          </p:cNvPr>
          <p:cNvSpPr>
            <a:spLocks noGrp="1"/>
          </p:cNvSpPr>
          <p:nvPr>
            <p:ph idx="1"/>
          </p:nvPr>
        </p:nvSpPr>
        <p:spPr>
          <a:xfrm>
            <a:off x="642175" y="2484544"/>
            <a:ext cx="4799145" cy="3763855"/>
          </a:xfrm>
        </p:spPr>
        <p:txBody>
          <a:bodyPr>
            <a:normAutofit/>
          </a:bodyPr>
          <a:lstStyle/>
          <a:p>
            <a:pPr>
              <a:spcAft>
                <a:spcPts val="600"/>
              </a:spcAft>
            </a:pPr>
            <a:r>
              <a:rPr lang="en-US">
                <a:effectLst/>
                <a:latin typeface="Times New Roman" panose="02020603050405020304" pitchFamily="18" charset="0"/>
                <a:ea typeface="Aptos" panose="020B0004020202020204" pitchFamily="34" charset="0"/>
              </a:rPr>
              <a:t>Git is a version control system that can be used for efficient management and tracking of code changes. It enables developers to manage different file versions and modifications, allowing restoration to previous states.</a:t>
            </a:r>
            <a:endParaRPr lang="hu-HU"/>
          </a:p>
        </p:txBody>
      </p:sp>
      <p:pic>
        <p:nvPicPr>
          <p:cNvPr id="6" name="Kép 5">
            <a:extLst>
              <a:ext uri="{FF2B5EF4-FFF2-40B4-BE49-F238E27FC236}">
                <a16:creationId xmlns:a16="http://schemas.microsoft.com/office/drawing/2014/main" id="{90855359-CBFF-2069-00BC-AD73449143FF}"/>
              </a:ext>
            </a:extLst>
          </p:cNvPr>
          <p:cNvPicPr>
            <a:picLocks noChangeAspect="1"/>
          </p:cNvPicPr>
          <p:nvPr/>
        </p:nvPicPr>
        <p:blipFill>
          <a:blip r:embed="rId5">
            <a:extLst>
              <a:ext uri="{28A0092B-C50C-407E-A947-70E740481C1C}">
                <a14:useLocalDpi xmlns:a14="http://schemas.microsoft.com/office/drawing/2010/main" val="0"/>
              </a:ext>
            </a:extLst>
          </a:blip>
          <a:srcRect r="5926" b="-1"/>
          <a:stretch>
            <a:fillRect/>
          </a:stretch>
        </p:blipFill>
        <p:spPr>
          <a:xfrm>
            <a:off x="6094412" y="3482108"/>
            <a:ext cx="5449888" cy="2766290"/>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919697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3571C21-4360-C576-027C-A66D9C40F926}"/>
              </a:ext>
            </a:extLst>
          </p:cNvPr>
          <p:cNvSpPr>
            <a:spLocks noGrp="1"/>
          </p:cNvSpPr>
          <p:nvPr>
            <p:ph type="title"/>
          </p:nvPr>
        </p:nvSpPr>
        <p:spPr>
          <a:xfrm>
            <a:off x="648930" y="629266"/>
            <a:ext cx="9252154" cy="1223983"/>
          </a:xfrm>
        </p:spPr>
        <p:txBody>
          <a:bodyPr>
            <a:normAutofit/>
          </a:bodyPr>
          <a:lstStyle/>
          <a:p>
            <a:r>
              <a:rPr lang="hu-HU" b="1" err="1">
                <a:latin typeface="Times New Roman" panose="02020603050405020304" pitchFamily="18" charset="0"/>
                <a:cs typeface="Times New Roman" panose="02020603050405020304" pitchFamily="18" charset="0"/>
              </a:rPr>
              <a:t>Jira</a:t>
            </a:r>
            <a:endParaRPr lang="hu-HU"/>
          </a:p>
        </p:txBody>
      </p:sp>
      <p:sp>
        <p:nvSpPr>
          <p:cNvPr id="3" name="Tartalom helye 2">
            <a:extLst>
              <a:ext uri="{FF2B5EF4-FFF2-40B4-BE49-F238E27FC236}">
                <a16:creationId xmlns:a16="http://schemas.microsoft.com/office/drawing/2014/main" id="{889F2F75-2855-D29B-1342-94170D198FBC}"/>
              </a:ext>
            </a:extLst>
          </p:cNvPr>
          <p:cNvSpPr>
            <a:spLocks noGrp="1"/>
          </p:cNvSpPr>
          <p:nvPr>
            <p:ph idx="1"/>
          </p:nvPr>
        </p:nvSpPr>
        <p:spPr>
          <a:xfrm>
            <a:off x="392111" y="2848730"/>
            <a:ext cx="4338409" cy="4196185"/>
          </a:xfrm>
        </p:spPr>
        <p:txBody>
          <a:bodyPr>
            <a:normAutofit/>
          </a:bodyPr>
          <a:lstStyle/>
          <a:p>
            <a:r>
              <a:rPr lang="en-US" dirty="0">
                <a:latin typeface="Times New Roman" panose="02020603050405020304" pitchFamily="18" charset="0"/>
                <a:cs typeface="Times New Roman" panose="02020603050405020304" pitchFamily="18" charset="0"/>
              </a:rPr>
              <a:t>We log work hours in Jira. This platform is used to verify at the end whether actual work was done during the year or if the project was just hastily assembled.</a:t>
            </a:r>
            <a:endParaRPr lang="hu-HU" dirty="0">
              <a:latin typeface="Times New Roman" panose="02020603050405020304" pitchFamily="18" charset="0"/>
              <a:cs typeface="Times New Roman" panose="02020603050405020304" pitchFamily="18" charset="0"/>
            </a:endParaRPr>
          </a:p>
        </p:txBody>
      </p:sp>
      <p:pic>
        <p:nvPicPr>
          <p:cNvPr id="6" name="Kép 5">
            <a:extLst>
              <a:ext uri="{FF2B5EF4-FFF2-40B4-BE49-F238E27FC236}">
                <a16:creationId xmlns:a16="http://schemas.microsoft.com/office/drawing/2014/main" id="{B16BD123-BE22-9C0A-2A09-6E68661F0F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3516" y="2113280"/>
            <a:ext cx="6970559" cy="3328441"/>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04612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5239B4D-3DA6-29BC-08AE-2D61DC655214}"/>
              </a:ext>
            </a:extLst>
          </p:cNvPr>
          <p:cNvSpPr>
            <a:spLocks noGrp="1"/>
          </p:cNvSpPr>
          <p:nvPr>
            <p:ph type="title"/>
          </p:nvPr>
        </p:nvSpPr>
        <p:spPr>
          <a:xfrm>
            <a:off x="645130" y="701341"/>
            <a:ext cx="9404723" cy="1400530"/>
          </a:xfrm>
        </p:spPr>
        <p:txBody>
          <a:bodyPr/>
          <a:lstStyle/>
          <a:p>
            <a:r>
              <a:rPr lang="hu-HU" sz="6000" b="1" dirty="0">
                <a:latin typeface="Times New Roman" panose="02020603050405020304" pitchFamily="18" charset="0"/>
                <a:cs typeface="Times New Roman" panose="02020603050405020304" pitchFamily="18" charset="0"/>
              </a:rPr>
              <a:t>Team Time </a:t>
            </a:r>
            <a:r>
              <a:rPr lang="hu-HU" sz="6000" b="1" dirty="0" err="1">
                <a:latin typeface="Times New Roman" panose="02020603050405020304" pitchFamily="18" charset="0"/>
                <a:cs typeface="Times New Roman" panose="02020603050405020304" pitchFamily="18" charset="0"/>
              </a:rPr>
              <a:t>Distribution</a:t>
            </a:r>
            <a:endParaRPr lang="hu-HU" sz="6000" b="1" dirty="0">
              <a:latin typeface="Times New Roman" panose="02020603050405020304" pitchFamily="18" charset="0"/>
              <a:cs typeface="Times New Roman" panose="02020603050405020304" pitchFamily="18" charset="0"/>
            </a:endParaRPr>
          </a:p>
        </p:txBody>
      </p:sp>
      <p:pic>
        <p:nvPicPr>
          <p:cNvPr id="3" name="Kép 2" descr="A képen képernyőkép, diagram, sor látható">
            <a:extLst>
              <a:ext uri="{FF2B5EF4-FFF2-40B4-BE49-F238E27FC236}">
                <a16:creationId xmlns:a16="http://schemas.microsoft.com/office/drawing/2014/main" id="{66EBA0F1-6849-897B-2863-BE95749AEF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2051" y="2487803"/>
            <a:ext cx="7776375" cy="2945597"/>
          </a:xfrm>
          <a:prstGeom prst="rect">
            <a:avLst/>
          </a:prstGeom>
        </p:spPr>
      </p:pic>
      <p:pic>
        <p:nvPicPr>
          <p:cNvPr id="4" name="Kép 3">
            <a:extLst>
              <a:ext uri="{FF2B5EF4-FFF2-40B4-BE49-F238E27FC236}">
                <a16:creationId xmlns:a16="http://schemas.microsoft.com/office/drawing/2014/main" id="{3E2DBA1B-CC96-BD52-5477-5B5D817D8FA3}"/>
              </a:ext>
            </a:extLst>
          </p:cNvPr>
          <p:cNvPicPr>
            <a:picLocks noChangeAspect="1"/>
          </p:cNvPicPr>
          <p:nvPr/>
        </p:nvPicPr>
        <p:blipFill>
          <a:blip r:embed="rId4"/>
          <a:stretch>
            <a:fillRect/>
          </a:stretch>
        </p:blipFill>
        <p:spPr>
          <a:xfrm>
            <a:off x="874775" y="6005038"/>
            <a:ext cx="10442448" cy="536968"/>
          </a:xfrm>
          <a:prstGeom prst="rect">
            <a:avLst/>
          </a:prstGeom>
        </p:spPr>
      </p:pic>
    </p:spTree>
    <p:extLst>
      <p:ext uri="{BB962C8B-B14F-4D97-AF65-F5344CB8AC3E}">
        <p14:creationId xmlns:p14="http://schemas.microsoft.com/office/powerpoint/2010/main" val="3159888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20C2181-6C81-4346-8AF5-27A924D080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hu-HU"/>
          </a:p>
        </p:txBody>
      </p:sp>
      <p:sp>
        <p:nvSpPr>
          <p:cNvPr id="2" name="Cím 1">
            <a:extLst>
              <a:ext uri="{FF2B5EF4-FFF2-40B4-BE49-F238E27FC236}">
                <a16:creationId xmlns:a16="http://schemas.microsoft.com/office/drawing/2014/main" id="{ECAAB136-F220-5D11-D9E1-D851A348CF13}"/>
              </a:ext>
            </a:extLst>
          </p:cNvPr>
          <p:cNvSpPr>
            <a:spLocks noGrp="1"/>
          </p:cNvSpPr>
          <p:nvPr>
            <p:ph type="title"/>
          </p:nvPr>
        </p:nvSpPr>
        <p:spPr>
          <a:xfrm>
            <a:off x="806195" y="804672"/>
            <a:ext cx="3521359" cy="5248656"/>
          </a:xfrm>
        </p:spPr>
        <p:txBody>
          <a:bodyPr anchor="ctr">
            <a:normAutofit/>
          </a:bodyPr>
          <a:lstStyle/>
          <a:p>
            <a:pPr algn="ctr"/>
            <a:r>
              <a:rPr lang="hu-HU" b="1" dirty="0" err="1">
                <a:latin typeface="Times New Roman" panose="02020603050405020304" pitchFamily="18" charset="0"/>
                <a:cs typeface="Times New Roman" panose="02020603050405020304" pitchFamily="18" charset="0"/>
              </a:rPr>
              <a:t>Future</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Development</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Plans</a:t>
            </a:r>
            <a:endParaRPr lang="hu-HU" b="1" dirty="0">
              <a:latin typeface="Times New Roman" panose="02020603050405020304" pitchFamily="18" charset="0"/>
              <a:cs typeface="Times New Roman" panose="02020603050405020304" pitchFamily="18" charset="0"/>
            </a:endParaRPr>
          </a:p>
        </p:txBody>
      </p:sp>
      <p:sp>
        <p:nvSpPr>
          <p:cNvPr id="3" name="Tartalom helye 2">
            <a:extLst>
              <a:ext uri="{FF2B5EF4-FFF2-40B4-BE49-F238E27FC236}">
                <a16:creationId xmlns:a16="http://schemas.microsoft.com/office/drawing/2014/main" id="{1144816E-DE1F-33F8-C2A0-AA12AFDCC993}"/>
              </a:ext>
            </a:extLst>
          </p:cNvPr>
          <p:cNvSpPr>
            <a:spLocks noGrp="1"/>
          </p:cNvSpPr>
          <p:nvPr>
            <p:ph idx="1"/>
          </p:nvPr>
        </p:nvSpPr>
        <p:spPr>
          <a:xfrm>
            <a:off x="4975861" y="804671"/>
            <a:ext cx="6399930" cy="5248657"/>
          </a:xfrm>
        </p:spPr>
        <p:txBody>
          <a:bodyPr anchor="ctr">
            <a:normAutofit/>
          </a:bodyPr>
          <a:lstStyle/>
          <a:p>
            <a:pPr lvl="0">
              <a:buClr>
                <a:srgbClr val="8AD0D6"/>
              </a:buClr>
            </a:pPr>
            <a:r>
              <a:rPr lang="en-US" sz="2000" b="1" dirty="0">
                <a:latin typeface="Times New Roman" panose="02020603050405020304" pitchFamily="18" charset="0"/>
                <a:cs typeface="Times New Roman" panose="02020603050405020304" pitchFamily="18" charset="0"/>
              </a:rPr>
              <a:t>Layer 2 Redundancy</a:t>
            </a:r>
          </a:p>
          <a:p>
            <a:pPr lvl="0">
              <a:buClr>
                <a:srgbClr val="8AD0D6"/>
              </a:buClr>
            </a:pPr>
            <a:r>
              <a:rPr lang="en-US" sz="2000" b="1" dirty="0">
                <a:latin typeface="Times New Roman" panose="02020603050405020304" pitchFamily="18" charset="0"/>
                <a:cs typeface="Times New Roman" panose="02020603050405020304" pitchFamily="18" charset="0"/>
              </a:rPr>
              <a:t>Security </a:t>
            </a:r>
            <a:r>
              <a:rPr lang="hu-HU" sz="2000" b="1" dirty="0" err="1">
                <a:latin typeface="Times New Roman" panose="02020603050405020304" pitchFamily="18" charset="0"/>
                <a:cs typeface="Times New Roman" panose="02020603050405020304" pitchFamily="18" charset="0"/>
              </a:rPr>
              <a:t>Development</a:t>
            </a:r>
            <a:endParaRPr lang="en-US" sz="2000" b="1" dirty="0">
              <a:latin typeface="Times New Roman" panose="02020603050405020304" pitchFamily="18" charset="0"/>
              <a:cs typeface="Times New Roman" panose="02020603050405020304" pitchFamily="18" charset="0"/>
            </a:endParaRPr>
          </a:p>
          <a:p>
            <a:pPr lvl="0">
              <a:buClr>
                <a:srgbClr val="8AD0D6"/>
              </a:buClr>
            </a:pPr>
            <a:r>
              <a:rPr lang="hu-HU" b="1" dirty="0" err="1">
                <a:latin typeface="Times New Roman" panose="02020603050405020304" pitchFamily="18" charset="0"/>
                <a:cs typeface="Times New Roman" panose="02020603050405020304" pitchFamily="18" charset="0"/>
              </a:rPr>
              <a:t>Expansion</a:t>
            </a:r>
            <a:r>
              <a:rPr lang="hu-HU" b="1" dirty="0">
                <a:latin typeface="Times New Roman" panose="02020603050405020304" pitchFamily="18" charset="0"/>
                <a:cs typeface="Times New Roman" panose="02020603050405020304" pitchFamily="18" charset="0"/>
              </a:rPr>
              <a:t> (more </a:t>
            </a:r>
            <a:r>
              <a:rPr lang="hu-HU" b="1" dirty="0" err="1">
                <a:latin typeface="Times New Roman" panose="02020603050405020304" pitchFamily="18" charset="0"/>
                <a:cs typeface="Times New Roman" panose="02020603050405020304" pitchFamily="18" charset="0"/>
              </a:rPr>
              <a:t>offices</a:t>
            </a:r>
            <a:r>
              <a:rPr lang="hu-HU" b="1" dirty="0">
                <a:latin typeface="Times New Roman" panose="02020603050405020304" pitchFamily="18" charset="0"/>
                <a:cs typeface="Times New Roman" panose="02020603050405020304" pitchFamily="18" charset="0"/>
              </a:rPr>
              <a:t>, </a:t>
            </a:r>
            <a:r>
              <a:rPr lang="hu-HU" b="1" dirty="0" err="1">
                <a:latin typeface="Times New Roman" panose="02020603050405020304" pitchFamily="18" charset="0"/>
                <a:cs typeface="Times New Roman" panose="02020603050405020304" pitchFamily="18" charset="0"/>
              </a:rPr>
              <a:t>protocolls</a:t>
            </a:r>
            <a:r>
              <a:rPr lang="hu-HU" b="1" dirty="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858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doboz 3">
            <a:extLst>
              <a:ext uri="{FF2B5EF4-FFF2-40B4-BE49-F238E27FC236}">
                <a16:creationId xmlns:a16="http://schemas.microsoft.com/office/drawing/2014/main" id="{CBF5C63A-B0A4-07A1-974B-B252346C2B50}"/>
              </a:ext>
            </a:extLst>
          </p:cNvPr>
          <p:cNvSpPr txBox="1"/>
          <p:nvPr/>
        </p:nvSpPr>
        <p:spPr>
          <a:xfrm>
            <a:off x="1869440" y="2875002"/>
            <a:ext cx="8453120" cy="1107996"/>
          </a:xfrm>
          <a:prstGeom prst="rect">
            <a:avLst/>
          </a:prstGeom>
          <a:noFill/>
        </p:spPr>
        <p:txBody>
          <a:bodyPr wrap="square" rtlCol="0">
            <a:spAutoFit/>
          </a:bodyPr>
          <a:lstStyle/>
          <a:p>
            <a:pPr algn="ctr"/>
            <a:r>
              <a:rPr lang="hu-HU" sz="6600" b="1" dirty="0" err="1">
                <a:latin typeface="Times New Roman" panose="02020603050405020304" pitchFamily="18" charset="0"/>
                <a:cs typeface="Times New Roman" panose="02020603050405020304" pitchFamily="18" charset="0"/>
              </a:rPr>
              <a:t>Thank</a:t>
            </a:r>
            <a:r>
              <a:rPr lang="hu-HU" sz="6600" b="1" dirty="0">
                <a:latin typeface="Times New Roman" panose="02020603050405020304" pitchFamily="18" charset="0"/>
                <a:cs typeface="Times New Roman" panose="02020603050405020304" pitchFamily="18" charset="0"/>
              </a:rPr>
              <a:t> </a:t>
            </a:r>
            <a:r>
              <a:rPr lang="hu-HU" sz="6600" b="1" dirty="0" err="1">
                <a:latin typeface="Times New Roman" panose="02020603050405020304" pitchFamily="18" charset="0"/>
                <a:cs typeface="Times New Roman" panose="02020603050405020304" pitchFamily="18" charset="0"/>
              </a:rPr>
              <a:t>you</a:t>
            </a:r>
            <a:endParaRPr lang="hu-H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9109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130</TotalTime>
  <Words>2051</Words>
  <Application>Microsoft Office PowerPoint</Application>
  <PresentationFormat>Szélesvásznú</PresentationFormat>
  <Paragraphs>125</Paragraphs>
  <Slides>17</Slides>
  <Notes>17</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17</vt:i4>
      </vt:variant>
    </vt:vector>
  </HeadingPairs>
  <TitlesOfParts>
    <vt:vector size="23" baseType="lpstr">
      <vt:lpstr>Arial</vt:lpstr>
      <vt:lpstr>Century Gothic</vt:lpstr>
      <vt:lpstr>Courier New</vt:lpstr>
      <vt:lpstr>Times New Roman</vt:lpstr>
      <vt:lpstr>Wingdings 3</vt:lpstr>
      <vt:lpstr>Ion</vt:lpstr>
      <vt:lpstr>Kovta Nyrt.</vt:lpstr>
      <vt:lpstr>Company history</vt:lpstr>
      <vt:lpstr>Offices</vt:lpstr>
      <vt:lpstr>Manager Office &amp; Admin Office</vt:lpstr>
      <vt:lpstr>IT Sector</vt:lpstr>
      <vt:lpstr>Server room</vt:lpstr>
      <vt:lpstr>Secretaries  Office</vt:lpstr>
      <vt:lpstr>Employees Office &amp; Common Area</vt:lpstr>
      <vt:lpstr>Redundancy</vt:lpstr>
      <vt:lpstr>NAT-PAT and RIP Protocol</vt:lpstr>
      <vt:lpstr>Virtual servers</vt:lpstr>
      <vt:lpstr>Testing</vt:lpstr>
      <vt:lpstr>GIT</vt:lpstr>
      <vt:lpstr>Jira</vt:lpstr>
      <vt:lpstr>Team Time Distribution</vt:lpstr>
      <vt:lpstr>Future Development Plans</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Kristóf Szőke</dc:creator>
  <cp:lastModifiedBy>Szőke Kristóf</cp:lastModifiedBy>
  <cp:revision>80</cp:revision>
  <dcterms:created xsi:type="dcterms:W3CDTF">2025-10-06T10:45:57Z</dcterms:created>
  <dcterms:modified xsi:type="dcterms:W3CDTF">2026-04-23T08:06:27Z</dcterms:modified>
</cp:coreProperties>
</file>