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70" r:id="rId6"/>
    <p:sldId id="260" r:id="rId7"/>
    <p:sldId id="266" r:id="rId8"/>
    <p:sldId id="267" r:id="rId9"/>
    <p:sldId id="269" r:id="rId10"/>
    <p:sldId id="271" r:id="rId11"/>
    <p:sldId id="268" r:id="rId12"/>
    <p:sldId id="263" r:id="rId13"/>
    <p:sldId id="264" r:id="rId14"/>
    <p:sldId id="265" r:id="rId15"/>
    <p:sldId id="2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B5DA4-5A93-8235-2CB7-FE92BAED39EE}" v="229" dt="2026-01-06T09:28:46.799"/>
    <p1510:client id="{F5ECD082-5A49-0AC8-DE9A-CD5A7A025F87}" v="155" dt="2026-01-06T10:47:11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őke Kristóf" userId="S::pmszokri@perczel.tmszc.hu::352383ba-3d94-414c-80d4-a71cfa4ada9e" providerId="AD" clId="Web-{F5ECD082-5A49-0AC8-DE9A-CD5A7A025F87}"/>
    <pc:docChg chg="modSld">
      <pc:chgData name="Szőke Kristóf" userId="S::pmszokri@perczel.tmszc.hu::352383ba-3d94-414c-80d4-a71cfa4ada9e" providerId="AD" clId="Web-{F5ECD082-5A49-0AC8-DE9A-CD5A7A025F87}" dt="2026-01-06T10:50:53.730" v="154"/>
      <pc:docMkLst>
        <pc:docMk/>
      </pc:docMkLst>
      <pc:sldChg chg="modSp">
        <pc:chgData name="Szőke Kristóf" userId="S::pmszokri@perczel.tmszc.hu::352383ba-3d94-414c-80d4-a71cfa4ada9e" providerId="AD" clId="Web-{F5ECD082-5A49-0AC8-DE9A-CD5A7A025F87}" dt="2026-01-06T10:40:18.522" v="144" actId="20577"/>
        <pc:sldMkLst>
          <pc:docMk/>
          <pc:sldMk cId="759748806" sldId="258"/>
        </pc:sldMkLst>
        <pc:spChg chg="mod">
          <ac:chgData name="Szőke Kristóf" userId="S::pmszokri@perczel.tmszc.hu::352383ba-3d94-414c-80d4-a71cfa4ada9e" providerId="AD" clId="Web-{F5ECD082-5A49-0AC8-DE9A-CD5A7A025F87}" dt="2026-01-06T10:40:18.522" v="144" actId="20577"/>
          <ac:spMkLst>
            <pc:docMk/>
            <pc:sldMk cId="759748806" sldId="258"/>
            <ac:spMk id="3" creationId="{06CD59AB-6F63-C1CF-64C4-DE0C90F84913}"/>
          </ac:spMkLst>
        </pc:spChg>
      </pc:sldChg>
      <pc:sldChg chg="addSp delSp modSp mod setBg">
        <pc:chgData name="Szőke Kristóf" userId="S::pmszokri@perczel.tmszc.hu::352383ba-3d94-414c-80d4-a71cfa4ada9e" providerId="AD" clId="Web-{F5ECD082-5A49-0AC8-DE9A-CD5A7A025F87}" dt="2026-01-06T10:50:53.730" v="154"/>
        <pc:sldMkLst>
          <pc:docMk/>
          <pc:sldMk cId="2791164856" sldId="262"/>
        </pc:sldMkLst>
        <pc:spChg chg="mo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2" creationId="{ABC8194D-FAD7-BC6C-1BCD-7B3245432F56}"/>
          </ac:spMkLst>
        </pc:spChg>
        <pc:spChg chg="add del mod">
          <ac:chgData name="Szőke Kristóf" userId="S::pmszokri@perczel.tmszc.hu::352383ba-3d94-414c-80d4-a71cfa4ada9e" providerId="AD" clId="Web-{F5ECD082-5A49-0AC8-DE9A-CD5A7A025F87}" dt="2026-01-06T10:46:27.016" v="146"/>
          <ac:spMkLst>
            <pc:docMk/>
            <pc:sldMk cId="2791164856" sldId="262"/>
            <ac:spMk id="4" creationId="{56A3469E-6117-D2C6-7C13-91A3C857CCB4}"/>
          </ac:spMkLst>
        </pc:spChg>
        <pc:spChg chg="or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8" creationId="{DF60717F-9BBC-B926-057B-16C6F0749BF0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2" creationId="{678C4427-031B-A477-12F3-C25759B3EF92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5" creationId="{B52D69C2-6C47-427C-AE60-582FE30B22A7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7" creationId="{E849FE61-12C4-4A06-A722-B545DE0C8A24}"/>
          </ac:spMkLst>
        </pc:spChg>
        <pc:spChg chg="add">
          <ac:chgData name="Szőke Kristóf" userId="S::pmszokri@perczel.tmszc.hu::352383ba-3d94-414c-80d4-a71cfa4ada9e" providerId="AD" clId="Web-{F5ECD082-5A49-0AC8-DE9A-CD5A7A025F87}" dt="2026-01-06T10:50:53.730" v="154"/>
          <ac:spMkLst>
            <pc:docMk/>
            <pc:sldMk cId="2791164856" sldId="262"/>
            <ac:spMk id="19" creationId="{7FB12D8C-572F-4417-9FE1-D691A132F69F}"/>
          </ac:spMkLst>
        </pc:spChg>
        <pc:picChg chg="del">
          <ac:chgData name="Szőke Kristóf" userId="S::pmszokri@perczel.tmszc.hu::352383ba-3d94-414c-80d4-a71cfa4ada9e" providerId="AD" clId="Web-{F5ECD082-5A49-0AC8-DE9A-CD5A7A025F87}" dt="2026-01-06T10:46:25.656" v="145"/>
          <ac:picMkLst>
            <pc:docMk/>
            <pc:sldMk cId="2791164856" sldId="262"/>
            <ac:picMk id="5" creationId="{EE3620BB-92B9-DD90-84CE-1AD5E862ABDD}"/>
          </ac:picMkLst>
        </pc:picChg>
        <pc:picChg chg="add mod ord">
          <ac:chgData name="Szőke Kristóf" userId="S::pmszokri@perczel.tmszc.hu::352383ba-3d94-414c-80d4-a71cfa4ada9e" providerId="AD" clId="Web-{F5ECD082-5A49-0AC8-DE9A-CD5A7A025F87}" dt="2026-01-06T10:50:53.730" v="154"/>
          <ac:picMkLst>
            <pc:docMk/>
            <pc:sldMk cId="2791164856" sldId="262"/>
            <ac:picMk id="6" creationId="{286AB106-7A8C-8DC7-6011-5CB48EBDD422}"/>
          </ac:picMkLst>
        </pc:picChg>
        <pc:picChg chg="mod">
          <ac:chgData name="Szőke Kristóf" userId="S::pmszokri@perczel.tmszc.hu::352383ba-3d94-414c-80d4-a71cfa4ada9e" providerId="AD" clId="Web-{F5ECD082-5A49-0AC8-DE9A-CD5A7A025F87}" dt="2026-01-06T10:50:53.730" v="154"/>
          <ac:picMkLst>
            <pc:docMk/>
            <pc:sldMk cId="2791164856" sldId="262"/>
            <ac:picMk id="7" creationId="{34D4C731-E5F6-7326-B9F9-347042D0BC58}"/>
          </ac:picMkLst>
        </pc:picChg>
      </pc:sldChg>
    </pc:docChg>
  </pc:docChgLst>
  <pc:docChgLst>
    <pc:chgData name="Bíró Bálint" userId="S::pmbirbal@perczel.tmszc.hu::f78c7aaf-7a43-4da5-817f-3a4eadd25643" providerId="AD" clId="Web-{B5DB5DA4-5A93-8235-2CB7-FE92BAED39EE}"/>
    <pc:docChg chg="addSld modSld">
      <pc:chgData name="Bíró Bálint" userId="S::pmbirbal@perczel.tmszc.hu::f78c7aaf-7a43-4da5-817f-3a4eadd25643" providerId="AD" clId="Web-{B5DB5DA4-5A93-8235-2CB7-FE92BAED39EE}" dt="2026-01-06T09:28:46.799" v="231" actId="1076"/>
      <pc:docMkLst>
        <pc:docMk/>
      </pc:docMkLst>
      <pc:sldChg chg="modSp">
        <pc:chgData name="Bíró Bálint" userId="S::pmbirbal@perczel.tmszc.hu::f78c7aaf-7a43-4da5-817f-3a4eadd25643" providerId="AD" clId="Web-{B5DB5DA4-5A93-8235-2CB7-FE92BAED39EE}" dt="2026-01-06T09:13:13.352" v="9" actId="20577"/>
        <pc:sldMkLst>
          <pc:docMk/>
          <pc:sldMk cId="2217155473" sldId="256"/>
        </pc:sldMkLst>
        <pc:spChg chg="mod">
          <ac:chgData name="Bíró Bálint" userId="S::pmbirbal@perczel.tmszc.hu::f78c7aaf-7a43-4da5-817f-3a4eadd25643" providerId="AD" clId="Web-{B5DB5DA4-5A93-8235-2CB7-FE92BAED39EE}" dt="2026-01-06T09:13:13.352" v="9" actId="20577"/>
          <ac:spMkLst>
            <pc:docMk/>
            <pc:sldMk cId="2217155473" sldId="256"/>
            <ac:spMk id="3" creationId="{F0FC7F3D-D4B1-CD9B-5373-5C3F3FB25FB0}"/>
          </ac:spMkLst>
        </pc:spChg>
      </pc:sldChg>
      <pc:sldChg chg="addSp delSp modSp mod setBg setClrOvrMap">
        <pc:chgData name="Bíró Bálint" userId="S::pmbirbal@perczel.tmszc.hu::f78c7aaf-7a43-4da5-817f-3a4eadd25643" providerId="AD" clId="Web-{B5DB5DA4-5A93-8235-2CB7-FE92BAED39EE}" dt="2026-01-06T09:19:59.806" v="15" actId="1076"/>
        <pc:sldMkLst>
          <pc:docMk/>
          <pc:sldMk cId="924471978" sldId="257"/>
        </pc:sldMkLst>
        <pc:spChg chg="mo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2" creationId="{9F78A9B4-B6C4-B143-A5DB-78EB841F2883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3" creationId="{34FEA64F-B223-BAC5-DCDB-9F6AC357FB2B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1" creationId="{B4AAD3FD-83A5-4B89-9F8F-01B8870865BE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3" creationId="{61752F1D-FC0F-4103-9584-630E643CCDA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5" creationId="{70151CB7-E7DE-4917-B831-01DF9CE0130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19:52.805" v="13"/>
          <ac:spMkLst>
            <pc:docMk/>
            <pc:sldMk cId="924471978" sldId="257"/>
            <ac:spMk id="17" creationId="{A92A1116-1C84-41DF-B803-1F7B0883EC82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19:22.174" v="10"/>
          <ac:picMkLst>
            <pc:docMk/>
            <pc:sldMk cId="924471978" sldId="257"/>
            <ac:picMk id="5" creationId="{AEA7A936-2E30-9927-85DD-E97ED2C57AB8}"/>
          </ac:picMkLst>
        </pc:picChg>
        <pc:picChg chg="add mod">
          <ac:chgData name="Bíró Bálint" userId="S::pmbirbal@perczel.tmszc.hu::f78c7aaf-7a43-4da5-817f-3a4eadd25643" providerId="AD" clId="Web-{B5DB5DA4-5A93-8235-2CB7-FE92BAED39EE}" dt="2026-01-06T09:19:59.806" v="15" actId="1076"/>
          <ac:picMkLst>
            <pc:docMk/>
            <pc:sldMk cId="924471978" sldId="257"/>
            <ac:picMk id="6" creationId="{2EF7512B-9D42-4475-1A35-F23B82C54850}"/>
          </ac:picMkLst>
        </pc:picChg>
      </pc:sldChg>
      <pc:sldChg chg="addSp delSp modSp mod setBg">
        <pc:chgData name="Bíró Bálint" userId="S::pmbirbal@perczel.tmszc.hu::f78c7aaf-7a43-4da5-817f-3a4eadd25643" providerId="AD" clId="Web-{B5DB5DA4-5A93-8235-2CB7-FE92BAED39EE}" dt="2026-01-06T09:22:54.212" v="44"/>
        <pc:sldMkLst>
          <pc:docMk/>
          <pc:sldMk cId="759748806" sldId="258"/>
        </pc:sldMkLst>
        <pc:spChg chg="mod">
          <ac:chgData name="Bíró Bálint" userId="S::pmbirbal@perczel.tmszc.hu::f78c7aaf-7a43-4da5-817f-3a4eadd25643" providerId="AD" clId="Web-{B5DB5DA4-5A93-8235-2CB7-FE92BAED39EE}" dt="2026-01-06T09:22:54.212" v="44"/>
          <ac:spMkLst>
            <pc:docMk/>
            <pc:sldMk cId="759748806" sldId="258"/>
            <ac:spMk id="2" creationId="{EB9CD8B1-74C3-48CF-01CE-2C7CCE24EF09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22:54.212" v="44"/>
          <ac:spMkLst>
            <pc:docMk/>
            <pc:sldMk cId="759748806" sldId="258"/>
            <ac:spMk id="3" creationId="{06CD59AB-6F63-C1CF-64C4-DE0C90F84913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22:09.897" v="18"/>
          <ac:picMkLst>
            <pc:docMk/>
            <pc:sldMk cId="759748806" sldId="258"/>
            <ac:picMk id="4" creationId="{A9236C3B-E117-9217-89EE-807F497E651A}"/>
          </ac:picMkLst>
        </pc:picChg>
        <pc:picChg chg="add mod">
          <ac:chgData name="Bíró Bálint" userId="S::pmbirbal@perczel.tmszc.hu::f78c7aaf-7a43-4da5-817f-3a4eadd25643" providerId="AD" clId="Web-{B5DB5DA4-5A93-8235-2CB7-FE92BAED39EE}" dt="2026-01-06T09:22:54.212" v="44"/>
          <ac:picMkLst>
            <pc:docMk/>
            <pc:sldMk cId="759748806" sldId="258"/>
            <ac:picMk id="5" creationId="{5A6D1294-DA6D-3FE6-821B-A6D21F0F1CA5}"/>
          </ac:picMkLst>
        </pc:picChg>
      </pc:sldChg>
      <pc:sldChg chg="addSp delSp modSp mod setBg setClrOvrMap">
        <pc:chgData name="Bíró Bálint" userId="S::pmbirbal@perczel.tmszc.hu::f78c7aaf-7a43-4da5-817f-3a4eadd25643" providerId="AD" clId="Web-{B5DB5DA4-5A93-8235-2CB7-FE92BAED39EE}" dt="2026-01-06T09:24:17.527" v="66" actId="1076"/>
        <pc:sldMkLst>
          <pc:docMk/>
          <pc:sldMk cId="292292407" sldId="260"/>
        </pc:sldMkLst>
        <pc:spChg chg="mo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2" creationId="{6DE1AA4F-18C7-6688-E3EB-A18BB8DAA200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3" creationId="{357738CE-763E-CF06-54AD-01CC4FEB2144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0" creationId="{B4AAD3FD-83A5-4B89-9F8F-01B8870865BE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2" creationId="{61752F1D-FC0F-4103-9584-630E643CCDA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4" creationId="{70151CB7-E7DE-4917-B831-01DF9CE0130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3:49.323" v="62"/>
          <ac:spMkLst>
            <pc:docMk/>
            <pc:sldMk cId="292292407" sldId="260"/>
            <ac:spMk id="16" creationId="{A92A1116-1C84-41DF-B803-1F7B0883EC82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23:44.589" v="60"/>
          <ac:picMkLst>
            <pc:docMk/>
            <pc:sldMk cId="292292407" sldId="260"/>
            <ac:picMk id="4" creationId="{6CE693D3-B72A-4EE8-0595-1FE53E414FE8}"/>
          </ac:picMkLst>
        </pc:picChg>
        <pc:picChg chg="add del mod">
          <ac:chgData name="Bíró Bálint" userId="S::pmbirbal@perczel.tmszc.hu::f78c7aaf-7a43-4da5-817f-3a4eadd25643" providerId="AD" clId="Web-{B5DB5DA4-5A93-8235-2CB7-FE92BAED39EE}" dt="2026-01-06T09:23:56.183" v="64"/>
          <ac:picMkLst>
            <pc:docMk/>
            <pc:sldMk cId="292292407" sldId="260"/>
            <ac:picMk id="5" creationId="{444E3333-477A-0CD4-93C6-B6653BDB904E}"/>
          </ac:picMkLst>
        </pc:picChg>
        <pc:picChg chg="add mod">
          <ac:chgData name="Bíró Bálint" userId="S::pmbirbal@perczel.tmszc.hu::f78c7aaf-7a43-4da5-817f-3a4eadd25643" providerId="AD" clId="Web-{B5DB5DA4-5A93-8235-2CB7-FE92BAED39EE}" dt="2026-01-06T09:24:17.527" v="66" actId="1076"/>
          <ac:picMkLst>
            <pc:docMk/>
            <pc:sldMk cId="292292407" sldId="260"/>
            <ac:picMk id="6" creationId="{AFC0B734-4FAB-175F-DB10-4E590C72AFAF}"/>
          </ac:picMkLst>
        </pc:picChg>
      </pc:sldChg>
      <pc:sldChg chg="addSp delSp modSp mod setBg">
        <pc:chgData name="Bíró Bálint" userId="S::pmbirbal@perczel.tmszc.hu::f78c7aaf-7a43-4da5-817f-3a4eadd25643" providerId="AD" clId="Web-{B5DB5DA4-5A93-8235-2CB7-FE92BAED39EE}" dt="2026-01-06T09:20:11.292" v="17"/>
        <pc:sldMkLst>
          <pc:docMk/>
          <pc:sldMk cId="1402858700" sldId="261"/>
        </pc:sldMkLst>
        <pc:spChg chg="mo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2" creationId="{ECAAB136-F220-5D11-D9E1-D851A348CF13}"/>
          </ac:spMkLst>
        </pc:spChg>
        <pc:spChg chg="mo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3" creationId="{1144816E-DE1F-33F8-C2A0-AA12AFDCC993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8" creationId="{923E8915-D2AA-4327-A45A-972C3CA9574B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10" creationId="{8302FC3C-9804-4950-B721-5FD704BA6065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0:11.292" v="17"/>
          <ac:spMkLst>
            <pc:docMk/>
            <pc:sldMk cId="1402858700" sldId="261"/>
            <ac:spMk id="16" creationId="{F3798573-F27B-47EB-8EA4-7EE34954C2D6}"/>
          </ac:spMkLst>
        </pc:spChg>
        <pc:picChg chg="del">
          <ac:chgData name="Bíró Bálint" userId="S::pmbirbal@perczel.tmszc.hu::f78c7aaf-7a43-4da5-817f-3a4eadd25643" providerId="AD" clId="Web-{B5DB5DA4-5A93-8235-2CB7-FE92BAED39EE}" dt="2026-01-06T09:20:08.229" v="16"/>
          <ac:picMkLst>
            <pc:docMk/>
            <pc:sldMk cId="1402858700" sldId="261"/>
            <ac:picMk id="5" creationId="{FDFB16B4-DC19-E7BF-D6EB-99431CE45740}"/>
          </ac:picMkLst>
        </pc:picChg>
        <pc:picChg chg="add">
          <ac:chgData name="Bíró Bálint" userId="S::pmbirbal@perczel.tmszc.hu::f78c7aaf-7a43-4da5-817f-3a4eadd25643" providerId="AD" clId="Web-{B5DB5DA4-5A93-8235-2CB7-FE92BAED39EE}" dt="2026-01-06T09:20:11.292" v="17"/>
          <ac:picMkLst>
            <pc:docMk/>
            <pc:sldMk cId="1402858700" sldId="261"/>
            <ac:picMk id="14" creationId="{3BC6EBB2-9BDC-4075-BA6B-43A9FBF9C86C}"/>
          </ac:picMkLst>
        </pc:picChg>
        <pc:cxnChg chg="add">
          <ac:chgData name="Bíró Bálint" userId="S::pmbirbal@perczel.tmszc.hu::f78c7aaf-7a43-4da5-817f-3a4eadd25643" providerId="AD" clId="Web-{B5DB5DA4-5A93-8235-2CB7-FE92BAED39EE}" dt="2026-01-06T09:20:11.292" v="17"/>
          <ac:cxnSpMkLst>
            <pc:docMk/>
            <pc:sldMk cId="1402858700" sldId="261"/>
            <ac:cxnSpMk id="12" creationId="{6B9695BD-ECF6-49CA-8877-8C493193C65D}"/>
          </ac:cxnSpMkLst>
        </pc:cxnChg>
      </pc:sldChg>
      <pc:sldChg chg="addSp delSp modSp new mod setBg setClrOvrMap">
        <pc:chgData name="Bíró Bálint" userId="S::pmbirbal@perczel.tmszc.hu::f78c7aaf-7a43-4da5-817f-3a4eadd25643" providerId="AD" clId="Web-{B5DB5DA4-5A93-8235-2CB7-FE92BAED39EE}" dt="2026-01-06T09:26:55.953" v="136" actId="14100"/>
        <pc:sldMkLst>
          <pc:docMk/>
          <pc:sldMk cId="4283856356" sldId="266"/>
        </pc:sldMkLst>
        <pc:spChg chg="mo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2" creationId="{5F89E10A-42A5-B321-5715-010BEF21ED58}"/>
          </ac:spMkLst>
        </pc:spChg>
        <pc:spChg chg="del">
          <ac:chgData name="Bíró Bálint" userId="S::pmbirbal@perczel.tmszc.hu::f78c7aaf-7a43-4da5-817f-3a4eadd25643" providerId="AD" clId="Web-{B5DB5DA4-5A93-8235-2CB7-FE92BAED39EE}" dt="2026-01-06T09:25:44.311" v="86"/>
          <ac:spMkLst>
            <pc:docMk/>
            <pc:sldMk cId="4283856356" sldId="266"/>
            <ac:spMk id="3" creationId="{4ABA7C28-3247-F4B1-5199-BDD4DAAE4371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2.436" v="88"/>
          <ac:spMkLst>
            <pc:docMk/>
            <pc:sldMk cId="4283856356" sldId="266"/>
            <ac:spMk id="8" creationId="{599B9FCC-6563-5D39-F268-82AD2935ABC1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0" creationId="{24E9536E-F7F8-E05F-064E-C644F083359A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1" creationId="{EE4E366E-272A-409E-840F-9A6A64A9E3FF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3" creationId="{A721560C-E4AB-4287-A29C-3F6916794CB9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5" creationId="{DF6CFF07-D953-4F9C-9A0E-E0A6AACB6158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4.842" v="90"/>
          <ac:spMkLst>
            <pc:docMk/>
            <pc:sldMk cId="4283856356" sldId="266"/>
            <ac:spMk id="17" creationId="{DAA4FEEE-0B5F-41BF-825D-60F9FB089568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19" creationId="{DE4D62F9-188E-4530-84C2-24BDEE4BEB82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1" creationId="{757B325C-3E35-45CF-9D07-3BCB281F3B9C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2" creationId="{4AC0CD9D-7610-4620-93B4-798CCD9AB581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3" creationId="{C24BEC42-AFF3-40D1-93A2-A27A42E1E23C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5" creationId="{608F427C-1EC9-4280-9367-F2B3AA063E82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6:08.092" v="92"/>
          <ac:spMkLst>
            <pc:docMk/>
            <pc:sldMk cId="4283856356" sldId="266"/>
            <ac:spMk id="27" creationId="{F98810A7-E114-447A-A7D6-69B27CFB5650}"/>
          </ac:spMkLst>
        </pc:spChg>
        <pc:spChg chg="add mod or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29" creationId="{599B9FCC-6563-5D39-F268-82AD2935ABC1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34" creationId="{B4AAD3FD-83A5-4B89-9F8F-01B8870865BE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36" creationId="{61752F1D-FC0F-4103-9584-630E643CCDA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38" creationId="{70151CB7-E7DE-4917-B831-01DF9CE01306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6:26.655" v="131"/>
          <ac:spMkLst>
            <pc:docMk/>
            <pc:sldMk cId="4283856356" sldId="266"/>
            <ac:spMk id="40" creationId="{A92A1116-1C84-41DF-B803-1F7B0883EC82}"/>
          </ac:spMkLst>
        </pc:spChg>
        <pc:picChg chg="add mod ord">
          <ac:chgData name="Bíró Bálint" userId="S::pmbirbal@perczel.tmszc.hu::f78c7aaf-7a43-4da5-817f-3a4eadd25643" providerId="AD" clId="Web-{B5DB5DA4-5A93-8235-2CB7-FE92BAED39EE}" dt="2026-01-06T09:26:55.953" v="136" actId="14100"/>
          <ac:picMkLst>
            <pc:docMk/>
            <pc:sldMk cId="4283856356" sldId="266"/>
            <ac:picMk id="4" creationId="{B3348411-2EBD-89C9-B8A3-155E2FB7B75F}"/>
          </ac:picMkLst>
        </pc:picChg>
        <pc:picChg chg="add del">
          <ac:chgData name="Bíró Bálint" userId="S::pmbirbal@perczel.tmszc.hu::f78c7aaf-7a43-4da5-817f-3a4eadd25643" providerId="AD" clId="Web-{B5DB5DA4-5A93-8235-2CB7-FE92BAED39EE}" dt="2026-01-06T09:26:08.092" v="92"/>
          <ac:picMkLst>
            <pc:docMk/>
            <pc:sldMk cId="4283856356" sldId="266"/>
            <ac:picMk id="9" creationId="{41B68C77-138E-4BF7-A276-BD0C78A4219F}"/>
          </ac:picMkLst>
        </pc:picChg>
        <pc:picChg chg="add del">
          <ac:chgData name="Bíró Bálint" userId="S::pmbirbal@perczel.tmszc.hu::f78c7aaf-7a43-4da5-817f-3a4eadd25643" providerId="AD" clId="Web-{B5DB5DA4-5A93-8235-2CB7-FE92BAED39EE}" dt="2026-01-06T09:26:08.092" v="92"/>
          <ac:picMkLst>
            <pc:docMk/>
            <pc:sldMk cId="4283856356" sldId="266"/>
            <ac:picMk id="24" creationId="{B9238B3E-24AA-439A-B527-6C5DF6D72145}"/>
          </ac:picMkLst>
        </pc:picChg>
        <pc:picChg chg="add del">
          <ac:chgData name="Bíró Bálint" userId="S::pmbirbal@perczel.tmszc.hu::f78c7aaf-7a43-4da5-817f-3a4eadd25643" providerId="AD" clId="Web-{B5DB5DA4-5A93-8235-2CB7-FE92BAED39EE}" dt="2026-01-06T09:26:08.092" v="92"/>
          <ac:picMkLst>
            <pc:docMk/>
            <pc:sldMk cId="4283856356" sldId="266"/>
            <ac:picMk id="26" creationId="{69F01145-BEA3-4CBF-AA21-10077B948CA8}"/>
          </ac:picMkLst>
        </pc:picChg>
      </pc:sldChg>
      <pc:sldChg chg="addSp delSp modSp new mod setBg setClrOvrMap">
        <pc:chgData name="Bíró Bálint" userId="S::pmbirbal@perczel.tmszc.hu::f78c7aaf-7a43-4da5-817f-3a4eadd25643" providerId="AD" clId="Web-{B5DB5DA4-5A93-8235-2CB7-FE92BAED39EE}" dt="2026-01-06T09:28:46.799" v="231" actId="1076"/>
        <pc:sldMkLst>
          <pc:docMk/>
          <pc:sldMk cId="2792065796" sldId="267"/>
        </pc:sldMkLst>
        <pc:spChg chg="mo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2" creationId="{32E49D2A-81F0-FCD0-00FC-CE93E0262C9F}"/>
          </ac:spMkLst>
        </pc:spChg>
        <pc:spChg chg="mod ord">
          <ac:chgData name="Bíró Bálint" userId="S::pmbirbal@perczel.tmszc.hu::f78c7aaf-7a43-4da5-817f-3a4eadd25643" providerId="AD" clId="Web-{B5DB5DA4-5A93-8235-2CB7-FE92BAED39EE}" dt="2026-01-06T09:28:41.392" v="229" actId="20577"/>
          <ac:spMkLst>
            <pc:docMk/>
            <pc:sldMk cId="2792065796" sldId="267"/>
            <ac:spMk id="3" creationId="{A831AF57-EEF1-C714-205E-7BE0CA302CB7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9" creationId="{B4AAD3FD-83A5-4B89-9F8F-01B8870865BE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11" creationId="{61752F1D-FC0F-4103-9584-630E643CCDA6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13" creationId="{70151CB7-E7DE-4917-B831-01DF9CE01306}"/>
          </ac:spMkLst>
        </pc:spChg>
        <pc:spChg chg="add del">
          <ac:chgData name="Bíró Bálint" userId="S::pmbirbal@perczel.tmszc.hu::f78c7aaf-7a43-4da5-817f-3a4eadd25643" providerId="AD" clId="Web-{B5DB5DA4-5A93-8235-2CB7-FE92BAED39EE}" dt="2026-01-06T09:28:27.142" v="216"/>
          <ac:spMkLst>
            <pc:docMk/>
            <pc:sldMk cId="2792065796" sldId="267"/>
            <ac:spMk id="15" creationId="{A92A1116-1C84-41DF-B803-1F7B0883EC82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17" creationId="{EE4E366E-272A-409E-840F-9A6A64A9E3FF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18" creationId="{A721560C-E4AB-4287-A29C-3F6916794CB9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19" creationId="{DF6CFF07-D953-4F9C-9A0E-E0A6AACB6158}"/>
          </ac:spMkLst>
        </pc:spChg>
        <pc:spChg chg="add">
          <ac:chgData name="Bíró Bálint" userId="S::pmbirbal@perczel.tmszc.hu::f78c7aaf-7a43-4da5-817f-3a4eadd25643" providerId="AD" clId="Web-{B5DB5DA4-5A93-8235-2CB7-FE92BAED39EE}" dt="2026-01-06T09:28:27.158" v="217"/>
          <ac:spMkLst>
            <pc:docMk/>
            <pc:sldMk cId="2792065796" sldId="267"/>
            <ac:spMk id="20" creationId="{DAA4FEEE-0B5F-41BF-825D-60F9FB089568}"/>
          </ac:spMkLst>
        </pc:spChg>
        <pc:picChg chg="add mod">
          <ac:chgData name="Bíró Bálint" userId="S::pmbirbal@perczel.tmszc.hu::f78c7aaf-7a43-4da5-817f-3a4eadd25643" providerId="AD" clId="Web-{B5DB5DA4-5A93-8235-2CB7-FE92BAED39EE}" dt="2026-01-06T09:28:46.799" v="231" actId="1076"/>
          <ac:picMkLst>
            <pc:docMk/>
            <pc:sldMk cId="2792065796" sldId="267"/>
            <ac:picMk id="4" creationId="{90ED62BF-D5DF-04D1-EE44-141F3A6DF9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616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482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099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1070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4591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9058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92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5788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2125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3154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427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7254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5383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52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5413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1882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6859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4E71317-EACD-4ACE-B971-84E39F8DD59C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D7A83-7D43-4854-AAB8-4C89A6DFEA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0152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B4FEFC-29E5-B25D-7844-912A79EB9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Kovta</a:t>
            </a:r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 Nyrt.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0FC7F3D-D4B1-CD9B-5373-5C3F3FB25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Times New Roman"/>
                <a:cs typeface="Times New Roman"/>
              </a:rPr>
              <a:t>Készítette: </a:t>
            </a:r>
            <a:r>
              <a:rPr lang="hu-HU" dirty="0" err="1">
                <a:latin typeface="Times New Roman"/>
                <a:cs typeface="Times New Roman"/>
              </a:rPr>
              <a:t>SysTeam</a:t>
            </a:r>
            <a:r>
              <a:rPr lang="hu-HU" dirty="0">
                <a:latin typeface="Times New Roman"/>
                <a:cs typeface="Times New Roman"/>
              </a:rPr>
              <a:t> (Bánkuti Bálint, Szőke Kristóf)</a:t>
            </a:r>
          </a:p>
        </p:txBody>
      </p:sp>
    </p:spTree>
    <p:extLst>
      <p:ext uri="{BB962C8B-B14F-4D97-AF65-F5344CB8AC3E}">
        <p14:creationId xmlns:p14="http://schemas.microsoft.com/office/powerpoint/2010/main" val="2217155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C2181-6C81-4346-8AF5-27A924D0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CAAB136-F220-5D11-D9E1-D851A348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Cég történet röviden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44816E-DE1F-33F8-C2A0-AA12AFDCC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Kovta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Nyrt. egy újonnan induló bank. Az egész bank hálózatát úgy terveztük, hogy a cég az elejét járja és nem terjeszkedik vagyis egy épületbe vannak. A következő diába részletes leírást kapnak az irodákról. A hálózat védett, átlátható és megtalálható benne minden alap protokoll ami kell.</a:t>
            </a:r>
          </a:p>
        </p:txBody>
      </p:sp>
    </p:spTree>
    <p:extLst>
      <p:ext uri="{BB962C8B-B14F-4D97-AF65-F5344CB8AC3E}">
        <p14:creationId xmlns:p14="http://schemas.microsoft.com/office/powerpoint/2010/main" val="1402858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78A9B4-B6C4-B143-A5DB-78EB841F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Irodák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FEA64F-B223-BAC5-DCDB-9F6AC357F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164080"/>
            <a:ext cx="4166509" cy="3785419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Irodák: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Titkárnők (Jobb fent)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Főnök (Zöld)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Rendszergazda (Narancssárga)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 alkalmazottak (Alul)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Szerver szoba (Kék)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szektor (Rózsaszín)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Közösségi tér (Piros)</a:t>
            </a:r>
          </a:p>
        </p:txBody>
      </p:sp>
      <p:pic>
        <p:nvPicPr>
          <p:cNvPr id="5" name="Kép 4" descr="A képen diagram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FAF54F5-4108-87EB-DF3D-57B82411E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396" y="1218883"/>
            <a:ext cx="6268846" cy="442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71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9CD8B1-74C3-48CF-01CE-2C7CCE24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006" y="629266"/>
            <a:ext cx="4985469" cy="1469878"/>
          </a:xfrm>
        </p:spPr>
        <p:txBody>
          <a:bodyPr>
            <a:normAutofit/>
          </a:bodyPr>
          <a:lstStyle/>
          <a:p>
            <a:r>
              <a:rPr lang="hu-HU" b="1">
                <a:latin typeface="Times New Roman"/>
                <a:cs typeface="Times New Roman"/>
              </a:rPr>
              <a:t>Főnök iroda és </a:t>
            </a:r>
            <a:r>
              <a:rPr lang="hu-HU" b="1" err="1">
                <a:latin typeface="Times New Roman"/>
                <a:cs typeface="Times New Roman"/>
              </a:rPr>
              <a:t>Admin</a:t>
            </a:r>
            <a:r>
              <a:rPr lang="hu-HU" b="1">
                <a:latin typeface="Times New Roman"/>
                <a:cs typeface="Times New Roman"/>
              </a:rPr>
              <a:t> iroda</a:t>
            </a:r>
            <a:endParaRPr lang="hu-HU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 descr="A képen diagram, képernyőkép, szöveg, sor látható&#10;&#10;Lehet, hogy az AI által létrehozott tartalom helytelen.">
            <a:extLst>
              <a:ext uri="{FF2B5EF4-FFF2-40B4-BE49-F238E27FC236}">
                <a16:creationId xmlns:a16="http://schemas.microsoft.com/office/drawing/2014/main" id="{5A6D1294-DA6D-3FE6-821B-A6D21F0F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23" y="691763"/>
            <a:ext cx="3681270" cy="55566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CD59AB-6F63-C1CF-64C4-DE0C90F84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005" y="2099144"/>
            <a:ext cx="4985470" cy="391071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Tűzfal a hálózat legvédettebb irodái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irodánál statikus címfordítás van, a főnök irodánál pedig dinamikus.</a:t>
            </a:r>
          </a:p>
          <a:p>
            <a:pPr>
              <a:buClr>
                <a:srgbClr val="8AD0D6"/>
              </a:buClr>
            </a:pP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laptop és PC is statikusan kapja a címet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Statikus címkiosztás főnök PC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DHCP: 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Főnök telefon wifin keresztül, más hálózaton van mint a közösségitér telefonjai</a:t>
            </a:r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Főnök laptop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Főnök nyomtató</a:t>
            </a:r>
          </a:p>
          <a:p>
            <a:pPr marL="457200" lvl="1" indent="0">
              <a:buClr>
                <a:srgbClr val="8AD0D6"/>
              </a:buClr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AD0D6"/>
              </a:buClr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AD0D6"/>
              </a:buClr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AD0D6"/>
              </a:buClr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48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9CD8B1-74C3-48CF-01CE-2C7CCE24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95" y="556114"/>
            <a:ext cx="2905010" cy="833774"/>
          </a:xfrm>
        </p:spPr>
        <p:txBody>
          <a:bodyPr>
            <a:normAutofit/>
          </a:bodyPr>
          <a:lstStyle/>
          <a:p>
            <a:pPr algn="ctr"/>
            <a:r>
              <a:rPr lang="hu-HU" b="1" dirty="0">
                <a:latin typeface="Times New Roman"/>
                <a:cs typeface="Times New Roman"/>
              </a:rPr>
              <a:t>IT szektor</a:t>
            </a:r>
            <a:endParaRPr lang="hu-H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CD59AB-6F63-C1CF-64C4-DE0C90F84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437" y="2050667"/>
            <a:ext cx="4985470" cy="391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Ebben a szektorban IPv6 címzést használtunk.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gép statikusan kapja az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címeket.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„IT” nevű router felel ezért a szektorért.</a:t>
            </a:r>
          </a:p>
          <a:p>
            <a:pPr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szektor részei:</a:t>
            </a:r>
          </a:p>
          <a:p>
            <a:pPr lvl="1"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nyomtató</a:t>
            </a:r>
          </a:p>
          <a:p>
            <a:pPr lvl="1"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számítógép</a:t>
            </a:r>
          </a:p>
          <a:p>
            <a:pPr lvl="1">
              <a:buClr>
                <a:srgbClr val="8AD0D6"/>
              </a:buClr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6CA15BD-D67E-358C-6CB8-E70E19A9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03" y="1710164"/>
            <a:ext cx="5650545" cy="459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7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DE1AA4F-18C7-6688-E3EB-A18BB8DA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/>
                <a:cs typeface="Times New Roman"/>
              </a:rPr>
              <a:t>Szerver szoba</a:t>
            </a:r>
            <a:endParaRPr lang="hu-HU" b="1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7738CE-763E-CF06-54AD-01CC4FEB2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2" y="1854820"/>
            <a:ext cx="4166509" cy="475934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 hálózat szerver szobája: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szerver található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WEB: ide lesz megtalálható a csapatunk weboldala 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DHCP: a szerver dinamikusan osztja ki a IP címeket az eszközöknek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FTP: a hálózat eszközeinek konfigurálása erre a szerverre lesz mentve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DNS: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neveket IP címekké fordítja át és fordítva is </a:t>
            </a:r>
          </a:p>
          <a:p>
            <a:pPr marL="457200" lvl="1" indent="0">
              <a:buNone/>
            </a:pP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 descr="A képen szöveg, diagram, képernyőkép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D559954-FAA3-7202-1262-8F60CFCFA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595" y="1840545"/>
            <a:ext cx="5604448" cy="317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2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F89E10A-42A5-B321-5715-010BEF21E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/>
                <a:cs typeface="Times New Roman"/>
              </a:rPr>
              <a:t>Titkárnői iroda</a:t>
            </a: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599B9FCC-6563-5D39-F268-82AD2935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02" y="1854820"/>
            <a:ext cx="4166509" cy="437391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titktárnői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szekciót 3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vlan-ra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osztottuk szét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Ebben a hálózati részben is tűzfal működik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Pénzügy 10-es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Ügyfélszolgálat 20-as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30-as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különböző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-okban az eszközök alinterfészeken keresztül kapják az IP címeket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hálózatban alap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feladatokat lát el</a:t>
            </a:r>
          </a:p>
          <a:p>
            <a:endParaRPr lang="hu-HU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08F56ED-99C4-A39B-E526-4793D1A9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068" y="1854820"/>
            <a:ext cx="200053" cy="1086002"/>
          </a:xfrm>
          <a:prstGeom prst="rect">
            <a:avLst/>
          </a:prstGeom>
        </p:spPr>
      </p:pic>
      <p:pic>
        <p:nvPicPr>
          <p:cNvPr id="6" name="Kép 5" descr="A képen diagram, sor, szöveg, tér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706A2D0-D59E-9FB4-C3B6-4C471A3A8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422" y="1440426"/>
            <a:ext cx="6290648" cy="404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56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2E49D2A-81F0-FCD0-00FC-CE93E026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EBEBEB"/>
                </a:solidFill>
                <a:latin typeface="Times New Roman"/>
                <a:cs typeface="Times New Roman"/>
              </a:rPr>
              <a:t>Dolgozók iroda és közösségi tér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pic>
        <p:nvPicPr>
          <p:cNvPr id="6" name="Kép 5" descr="A képen sor, diagram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99F8A61-97DF-76E7-7B91-DC5BBE0E5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371" y="974357"/>
            <a:ext cx="6658331" cy="3545560"/>
          </a:xfrm>
          <a:prstGeom prst="rect">
            <a:avLst/>
          </a:prstGeom>
          <a:effectLst/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8" name="Tartalom helye 7" descr="A képen szöveg, képernyőkép, diagram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E6E50B9-5A91-A0C0-2C7C-DC150EDB5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335" y="4334150"/>
            <a:ext cx="2861905" cy="2461928"/>
          </a:xfrm>
        </p:spPr>
      </p:pic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B7FF0CF-0BD4-A123-FC1C-45203ECB111D}"/>
              </a:ext>
            </a:extLst>
          </p:cNvPr>
          <p:cNvSpPr txBox="1">
            <a:spLocks/>
          </p:cNvSpPr>
          <p:nvPr/>
        </p:nvSpPr>
        <p:spPr>
          <a:xfrm>
            <a:off x="579633" y="2251587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Hasonló a felépítése mint a titkárnőknél 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(HR, Pénzügy, Ügyfélszolgálat)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alintérfészen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keresztül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ACL: A 20-as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látja a többit de vissza felé ez nem teljesül</a:t>
            </a:r>
          </a:p>
          <a:p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Közösségi tér: </a:t>
            </a:r>
          </a:p>
          <a:p>
            <a:pPr lvl="1"/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 router, Access </a:t>
            </a:r>
            <a:r>
              <a:rPr lang="hu-HU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hu-HU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és a telefonok </a:t>
            </a:r>
          </a:p>
        </p:txBody>
      </p:sp>
    </p:spTree>
    <p:extLst>
      <p:ext uri="{BB962C8B-B14F-4D97-AF65-F5344CB8AC3E}">
        <p14:creationId xmlns:p14="http://schemas.microsoft.com/office/powerpoint/2010/main" val="2792065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DCE472C-D595-4987-1BDF-F6CFC00D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42" y="676656"/>
            <a:ext cx="3522879" cy="932688"/>
          </a:xfrm>
        </p:spPr>
        <p:txBody>
          <a:bodyPr>
            <a:normAutofit/>
          </a:bodyPr>
          <a:lstStyle/>
          <a:p>
            <a:pPr algn="r"/>
            <a:r>
              <a:rPr lang="hu-HU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Redundancia</a:t>
            </a:r>
          </a:p>
        </p:txBody>
      </p:sp>
      <p:pic>
        <p:nvPicPr>
          <p:cNvPr id="5" name="Tartalom helye 4" descr="A képen diagram, sor, szöveg, tér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E8D3C66-A4D6-18FB-CF33-561111B84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776" y="1383677"/>
            <a:ext cx="5580762" cy="5158122"/>
          </a:xfrm>
        </p:spPr>
      </p:pic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EB89432-E0B3-BB1A-EFBF-13100EE0F5AF}"/>
              </a:ext>
            </a:extLst>
          </p:cNvPr>
          <p:cNvSpPr txBox="1">
            <a:spLocks/>
          </p:cNvSpPr>
          <p:nvPr/>
        </p:nvSpPr>
        <p:spPr>
          <a:xfrm>
            <a:off x="282452" y="2047997"/>
            <a:ext cx="4362185" cy="467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hálózat közepén található egy router „gyűrű”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Minden router össze van kötve egymással, ez a redundancia.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 a technológia egy biztonsági mentés.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 az egyik router kiesne akkor a lehető leggyorsabb úton eljusson az infó a-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ból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b-be.</a:t>
            </a:r>
          </a:p>
        </p:txBody>
      </p:sp>
    </p:spTree>
    <p:extLst>
      <p:ext uri="{BB962C8B-B14F-4D97-AF65-F5344CB8AC3E}">
        <p14:creationId xmlns:p14="http://schemas.microsoft.com/office/powerpoint/2010/main" val="2345389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DCE472C-D595-4987-1BDF-F6CFC00D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27" y="571500"/>
            <a:ext cx="4362185" cy="932688"/>
          </a:xfrm>
        </p:spPr>
        <p:txBody>
          <a:bodyPr>
            <a:normAutofit fontScale="90000"/>
          </a:bodyPr>
          <a:lstStyle/>
          <a:p>
            <a:pPr algn="ctr"/>
            <a:r>
              <a:rPr lang="hu-HU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NAT-PAT és RIP protokoll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EB89432-E0B3-BB1A-EFBF-13100EE0F5AF}"/>
              </a:ext>
            </a:extLst>
          </p:cNvPr>
          <p:cNvSpPr txBox="1">
            <a:spLocks/>
          </p:cNvSpPr>
          <p:nvPr/>
        </p:nvSpPr>
        <p:spPr>
          <a:xfrm>
            <a:off x="282452" y="2075687"/>
            <a:ext cx="4362185" cy="467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NAT privát IP-címeket nyilvános IP-re fordít le.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Routeren fut, belső-külső hálózat határán.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 (Port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több eszköz egyetlen IP-n keresztül kommunikál</a:t>
            </a:r>
          </a:p>
          <a:p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 (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hu-HU" sz="2200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egy távolság-vektor útválasztási protokoll és csak szomszédokkal oszt meg hálózati infót.</a:t>
            </a:r>
          </a:p>
        </p:txBody>
      </p:sp>
      <p:pic>
        <p:nvPicPr>
          <p:cNvPr id="1026" name="Picture 2" descr="Understanding NAT/PAT - A Step-by-Step Guide with Ostinato">
            <a:extLst>
              <a:ext uri="{FF2B5EF4-FFF2-40B4-BE49-F238E27FC236}">
                <a16:creationId xmlns:a16="http://schemas.microsoft.com/office/drawing/2014/main" id="{A76E5606-E605-F42A-82B7-AD8AA13EB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740" y="1037844"/>
            <a:ext cx="3695047" cy="3436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uting Information Protocol (RIP) ⋆ | Basic Routing Protocol RIPv2">
            <a:extLst>
              <a:ext uri="{FF2B5EF4-FFF2-40B4-BE49-F238E27FC236}">
                <a16:creationId xmlns:a16="http://schemas.microsoft.com/office/drawing/2014/main" id="{120F0BA6-23D9-E93E-77DE-219147BB8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500" y="3928186"/>
            <a:ext cx="3695047" cy="269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092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2E8706-6376-6F93-3595-3DEBC8D4C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740" y="1544134"/>
            <a:ext cx="2289113" cy="1400530"/>
          </a:xfrm>
        </p:spPr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Tesztelés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3D43DD1-911F-2F6A-C39D-36F348F13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14728">
            <a:off x="483783" y="1291287"/>
            <a:ext cx="5692331" cy="2618472"/>
          </a:xfrm>
          <a:prstGeom prst="rect">
            <a:avLst/>
          </a:prstGeom>
          <a:effectLst/>
        </p:spPr>
      </p:pic>
      <p:pic>
        <p:nvPicPr>
          <p:cNvPr id="5" name="Tartalom helye 5" descr="A képen szöveg, képernyőkép, szám, Betűtípus látható">
            <a:extLst>
              <a:ext uri="{FF2B5EF4-FFF2-40B4-BE49-F238E27FC236}">
                <a16:creationId xmlns:a16="http://schemas.microsoft.com/office/drawing/2014/main" id="{B70E6A44-E655-76D8-28C5-1FF2CEEA9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1" y="3443900"/>
            <a:ext cx="6025458" cy="29826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4435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436C9C-066E-E527-C164-1C649033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96" y="677335"/>
            <a:ext cx="3020937" cy="778932"/>
          </a:xfrm>
        </p:spPr>
        <p:txBody>
          <a:bodyPr/>
          <a:lstStyle/>
          <a:p>
            <a:r>
              <a:rPr lang="hu-HU" b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2D5F620-8ED6-4226-FDAD-7C6C2C6C6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91092"/>
            <a:ext cx="8946541" cy="1147482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hu-H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hu-HU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Git</a:t>
            </a:r>
            <a:r>
              <a:rPr lang="hu-H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egy verziókezelő rendszer, amely a kód változásainak hatékony kezelésére és nyomon követésére használható. Lehetővé teszi a fejlesztők számára a különböző fájlverziók kezelését és módosítását, így lehetőség nyílik az előző állapotok visszaállítására.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ECB429A-A68C-B41E-20D5-939DECB5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289" y="3073400"/>
            <a:ext cx="7597422" cy="359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97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571C21-4360-C576-027C-A66D9C40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12" y="706718"/>
            <a:ext cx="1165756" cy="690282"/>
          </a:xfrm>
        </p:spPr>
        <p:txBody>
          <a:bodyPr/>
          <a:lstStyle/>
          <a:p>
            <a:r>
              <a:rPr lang="hu-HU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9F2F75-2855-D29B-1342-94170D198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880" y="1778598"/>
            <a:ext cx="8946541" cy="4195481"/>
          </a:xfrm>
        </p:spPr>
        <p:txBody>
          <a:bodyPr>
            <a:normAutofit/>
          </a:bodyPr>
          <a:lstStyle/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-ban naplózzuk a munkákkal töltött időt. Ez az oldal szolgál arra, hogy a végén ellenőrizni tudják, hogy tényleges munka folyt az évben vagy csak összecsaptuk.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10B53AA-05ED-4376-94CB-CEE8A3B7E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612" y="3252004"/>
            <a:ext cx="7158775" cy="341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2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239B4D-3DA6-29BC-08AE-2D61DC65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701341"/>
            <a:ext cx="9404723" cy="1400530"/>
          </a:xfrm>
        </p:spPr>
        <p:txBody>
          <a:bodyPr/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Csapattagok közötti időelosztás a projektben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8D134F5-F449-1B01-319E-E5B070BA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5" y="6005038"/>
            <a:ext cx="10442448" cy="536968"/>
          </a:xfrm>
          <a:prstGeom prst="rect">
            <a:avLst/>
          </a:prstGeom>
        </p:spPr>
      </p:pic>
      <p:pic>
        <p:nvPicPr>
          <p:cNvPr id="7" name="Kép 6" descr="A képen képernyőkép, diagram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0790870-A089-F46F-1AFF-29522ECD5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924" y="2496947"/>
            <a:ext cx="7776375" cy="294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6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CBF5C63A-B0A4-07A1-974B-B252346C2B50}"/>
              </a:ext>
            </a:extLst>
          </p:cNvPr>
          <p:cNvSpPr txBox="1"/>
          <p:nvPr/>
        </p:nvSpPr>
        <p:spPr>
          <a:xfrm>
            <a:off x="1869440" y="2875002"/>
            <a:ext cx="84531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</a:t>
            </a:r>
            <a:endParaRPr lang="hu-HU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9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</TotalTime>
  <Words>517</Words>
  <Application>Microsoft Office PowerPoint</Application>
  <PresentationFormat>Szélesvásznú</PresentationFormat>
  <Paragraphs>71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0" baseType="lpstr">
      <vt:lpstr>Century Gothic</vt:lpstr>
      <vt:lpstr>Courier New</vt:lpstr>
      <vt:lpstr>Times New Roman</vt:lpstr>
      <vt:lpstr>Wingdings 3</vt:lpstr>
      <vt:lpstr>Ion</vt:lpstr>
      <vt:lpstr>Kovta Nyrt.</vt:lpstr>
      <vt:lpstr>Cég történet röviden</vt:lpstr>
      <vt:lpstr>Irodák</vt:lpstr>
      <vt:lpstr>Főnök iroda és Admin iroda</vt:lpstr>
      <vt:lpstr>IT szektor</vt:lpstr>
      <vt:lpstr>Szerver szoba</vt:lpstr>
      <vt:lpstr>Titkárnői iroda</vt:lpstr>
      <vt:lpstr>Dolgozók iroda és közösségi tér</vt:lpstr>
      <vt:lpstr>Redundancia</vt:lpstr>
      <vt:lpstr>NAT-PAT és RIP protokoll</vt:lpstr>
      <vt:lpstr>Tesztelés</vt:lpstr>
      <vt:lpstr>GIT</vt:lpstr>
      <vt:lpstr>Jira</vt:lpstr>
      <vt:lpstr>Csapattagok közötti időelosztás a projektben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Kristóf Szőke</dc:creator>
  <cp:lastModifiedBy>Bálint Bánkuti</cp:lastModifiedBy>
  <cp:revision>62</cp:revision>
  <dcterms:created xsi:type="dcterms:W3CDTF">2025-10-06T10:45:57Z</dcterms:created>
  <dcterms:modified xsi:type="dcterms:W3CDTF">2026-02-17T10:15:07Z</dcterms:modified>
</cp:coreProperties>
</file>